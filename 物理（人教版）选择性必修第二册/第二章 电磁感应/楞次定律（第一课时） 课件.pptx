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3274" y="1417954"/>
            <a:ext cx="5005451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83688" y="2362301"/>
            <a:ext cx="6995159" cy="293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14.png"/><Relationship Id="rId12" Type="http://schemas.openxmlformats.org/officeDocument/2006/relationships/image" Target="../media/image27.png"/><Relationship Id="rId13" Type="http://schemas.openxmlformats.org/officeDocument/2006/relationships/image" Target="../media/image16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Relationship Id="rId24" Type="http://schemas.openxmlformats.org/officeDocument/2006/relationships/image" Target="../media/image38.png"/><Relationship Id="rId25" Type="http://schemas.openxmlformats.org/officeDocument/2006/relationships/image" Target="../media/image1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36.png"/><Relationship Id="rId7" Type="http://schemas.openxmlformats.org/officeDocument/2006/relationships/image" Target="../media/image49.jpg"/><Relationship Id="rId8" Type="http://schemas.openxmlformats.org/officeDocument/2006/relationships/image" Target="../media/image5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Relationship Id="rId6" Type="http://schemas.openxmlformats.org/officeDocument/2006/relationships/image" Target="../media/image49.jpg"/><Relationship Id="rId7" Type="http://schemas.openxmlformats.org/officeDocument/2006/relationships/image" Target="../media/image52.png"/><Relationship Id="rId8" Type="http://schemas.openxmlformats.org/officeDocument/2006/relationships/image" Target="../media/image23.png"/><Relationship Id="rId9" Type="http://schemas.openxmlformats.org/officeDocument/2006/relationships/image" Target="../media/image33.png"/><Relationship Id="rId10" Type="http://schemas.openxmlformats.org/officeDocument/2006/relationships/image" Target="../media/image1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jpg"/><Relationship Id="rId7" Type="http://schemas.openxmlformats.org/officeDocument/2006/relationships/image" Target="../media/image58.jpg"/><Relationship Id="rId8" Type="http://schemas.openxmlformats.org/officeDocument/2006/relationships/image" Target="../media/image59.jpg"/><Relationship Id="rId9" Type="http://schemas.openxmlformats.org/officeDocument/2006/relationships/image" Target="../media/image60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Relationship Id="rId4" Type="http://schemas.openxmlformats.org/officeDocument/2006/relationships/image" Target="../media/image77.jpg"/><Relationship Id="rId5" Type="http://schemas.openxmlformats.org/officeDocument/2006/relationships/image" Target="../media/image78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g"/><Relationship Id="rId3" Type="http://schemas.openxmlformats.org/officeDocument/2006/relationships/image" Target="../media/image8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34982" y="2073452"/>
            <a:ext cx="6121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楞次定律（第一课时）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主讲人：曾亚</a:t>
                      </a: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梅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3058" y="2143963"/>
            <a:ext cx="56140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01611F"/>
                </a:solidFill>
                <a:latin typeface="微软雅黑"/>
                <a:cs typeface="微软雅黑"/>
              </a:rPr>
              <a:t>楞次定律（第一课时</a:t>
            </a:r>
            <a:r>
              <a:rPr dirty="0" sz="4400" spc="5" b="1">
                <a:solidFill>
                  <a:srgbClr val="01611F"/>
                </a:solidFill>
                <a:latin typeface="微软雅黑"/>
                <a:cs typeface="微软雅黑"/>
              </a:rPr>
              <a:t>）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9427" y="3778097"/>
            <a:ext cx="2162810" cy="1066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年	</a:t>
            </a:r>
            <a:r>
              <a:rPr dirty="0" sz="2400" b="1" i="1">
                <a:solidFill>
                  <a:srgbClr val="01611F"/>
                </a:solidFill>
                <a:latin typeface="华文楷体"/>
                <a:cs typeface="华文楷体"/>
              </a:rPr>
              <a:t>级：高</a:t>
            </a: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二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dirty="0" sz="2400" b="1" i="1">
                <a:solidFill>
                  <a:srgbClr val="01611F"/>
                </a:solidFill>
                <a:latin typeface="华文楷体"/>
                <a:cs typeface="华文楷体"/>
              </a:rPr>
              <a:t>主讲人：曾亚</a:t>
            </a: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梅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72657" y="3778097"/>
            <a:ext cx="3390265" cy="1066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  <a:tabLst>
                <a:tab pos="628650" algn="l"/>
              </a:tabLst>
            </a:pP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学</a:t>
            </a: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01611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学</a:t>
            </a: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01611F"/>
                </a:solidFill>
                <a:latin typeface="华文楷体"/>
                <a:cs typeface="华文楷体"/>
              </a:rPr>
              <a:t>校：北京市第八中</a:t>
            </a:r>
            <a:r>
              <a:rPr dirty="0" sz="2400" spc="-5" b="1" i="1">
                <a:solidFill>
                  <a:srgbClr val="01611F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4908" y="2808732"/>
            <a:ext cx="4038600" cy="498475"/>
          </a:xfrm>
          <a:custGeom>
            <a:avLst/>
            <a:gdLst/>
            <a:ahLst/>
            <a:cxnLst/>
            <a:rect l="l" t="t" r="r" b="b"/>
            <a:pathLst>
              <a:path w="4038600" h="498475">
                <a:moveTo>
                  <a:pt x="3956303" y="498348"/>
                </a:moveTo>
                <a:lnTo>
                  <a:pt x="83819" y="498348"/>
                </a:lnTo>
                <a:lnTo>
                  <a:pt x="51383" y="492023"/>
                </a:lnTo>
                <a:lnTo>
                  <a:pt x="24865" y="474368"/>
                </a:lnTo>
                <a:lnTo>
                  <a:pt x="6869" y="448129"/>
                </a:lnTo>
                <a:lnTo>
                  <a:pt x="0" y="416052"/>
                </a:lnTo>
                <a:lnTo>
                  <a:pt x="0" y="83820"/>
                </a:lnTo>
                <a:lnTo>
                  <a:pt x="6869" y="51133"/>
                </a:lnTo>
                <a:lnTo>
                  <a:pt x="24865" y="24531"/>
                </a:lnTo>
                <a:lnTo>
                  <a:pt x="51383" y="6619"/>
                </a:lnTo>
                <a:lnTo>
                  <a:pt x="83819" y="0"/>
                </a:lnTo>
                <a:lnTo>
                  <a:pt x="3956303" y="0"/>
                </a:lnTo>
                <a:lnTo>
                  <a:pt x="3988611" y="6619"/>
                </a:lnTo>
                <a:lnTo>
                  <a:pt x="4014930" y="24531"/>
                </a:lnTo>
                <a:lnTo>
                  <a:pt x="4032509" y="51133"/>
                </a:lnTo>
                <a:lnTo>
                  <a:pt x="4038599" y="83820"/>
                </a:lnTo>
                <a:lnTo>
                  <a:pt x="4038599" y="416052"/>
                </a:lnTo>
                <a:lnTo>
                  <a:pt x="4032509" y="448129"/>
                </a:lnTo>
                <a:lnTo>
                  <a:pt x="4014930" y="474368"/>
                </a:lnTo>
                <a:lnTo>
                  <a:pt x="3988611" y="492023"/>
                </a:lnTo>
                <a:lnTo>
                  <a:pt x="3956303" y="498348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50107" y="2659379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29">
                <a:moveTo>
                  <a:pt x="413004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2000" y="348996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23560" y="1737969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课程内容</a:t>
            </a:r>
          </a:p>
        </p:txBody>
      </p:sp>
      <p:sp>
        <p:nvSpPr>
          <p:cNvPr id="5" name="object 5"/>
          <p:cNvSpPr/>
          <p:nvPr/>
        </p:nvSpPr>
        <p:spPr>
          <a:xfrm>
            <a:off x="3476244" y="3970020"/>
            <a:ext cx="4017645" cy="497205"/>
          </a:xfrm>
          <a:custGeom>
            <a:avLst/>
            <a:gdLst/>
            <a:ahLst/>
            <a:cxnLst/>
            <a:rect l="l" t="t" r="r" b="b"/>
            <a:pathLst>
              <a:path w="4017645" h="497204">
                <a:moveTo>
                  <a:pt x="3934967" y="496824"/>
                </a:moveTo>
                <a:lnTo>
                  <a:pt x="82295" y="496824"/>
                </a:lnTo>
                <a:lnTo>
                  <a:pt x="50340" y="490573"/>
                </a:lnTo>
                <a:lnTo>
                  <a:pt x="24160" y="472963"/>
                </a:lnTo>
                <a:lnTo>
                  <a:pt x="6474" y="446710"/>
                </a:lnTo>
                <a:lnTo>
                  <a:pt x="0" y="414527"/>
                </a:lnTo>
                <a:lnTo>
                  <a:pt x="0" y="83819"/>
                </a:lnTo>
                <a:lnTo>
                  <a:pt x="6474" y="51140"/>
                </a:lnTo>
                <a:lnTo>
                  <a:pt x="24160" y="24560"/>
                </a:lnTo>
                <a:lnTo>
                  <a:pt x="50340" y="6654"/>
                </a:lnTo>
                <a:lnTo>
                  <a:pt x="82295" y="0"/>
                </a:lnTo>
                <a:lnTo>
                  <a:pt x="3934967" y="0"/>
                </a:lnTo>
                <a:lnTo>
                  <a:pt x="3967323" y="6654"/>
                </a:lnTo>
                <a:lnTo>
                  <a:pt x="3993637" y="24560"/>
                </a:lnTo>
                <a:lnTo>
                  <a:pt x="4011190" y="51140"/>
                </a:lnTo>
                <a:lnTo>
                  <a:pt x="4017263" y="83819"/>
                </a:lnTo>
                <a:lnTo>
                  <a:pt x="4017263" y="414527"/>
                </a:lnTo>
                <a:lnTo>
                  <a:pt x="4011190" y="446710"/>
                </a:lnTo>
                <a:lnTo>
                  <a:pt x="3993637" y="472963"/>
                </a:lnTo>
                <a:lnTo>
                  <a:pt x="3967323" y="490573"/>
                </a:lnTo>
                <a:lnTo>
                  <a:pt x="3934967" y="49682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71444" y="3835908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29">
                <a:moveTo>
                  <a:pt x="413004" y="760476"/>
                </a:moveTo>
                <a:lnTo>
                  <a:pt x="0" y="411479"/>
                </a:lnTo>
                <a:lnTo>
                  <a:pt x="348995" y="0"/>
                </a:lnTo>
                <a:lnTo>
                  <a:pt x="760476" y="348995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35108" y="2831972"/>
            <a:ext cx="3825875" cy="1545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0375" indent="-44767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459740" algn="l"/>
                <a:tab pos="460375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影响感应电流方向的因素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"/>
              <a:buAutoNum type="arabicPlain"/>
            </a:pPr>
            <a:endParaRPr sz="3100">
              <a:latin typeface="Times New Roman"/>
              <a:cs typeface="Times New Roman"/>
            </a:endParaRPr>
          </a:p>
          <a:p>
            <a:pPr marL="474345" indent="-447675">
              <a:lnSpc>
                <a:spcPct val="100000"/>
              </a:lnSpc>
              <a:spcBef>
                <a:spcPts val="2645"/>
              </a:spcBef>
              <a:buAutoNum type="arabicPlain"/>
              <a:tabLst>
                <a:tab pos="474345" algn="l"/>
                <a:tab pos="47498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楞次定律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4803" y="2165604"/>
            <a:ext cx="525322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07576" y="1501775"/>
            <a:ext cx="27686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"/>
              <a:tabLst>
                <a:tab pos="469900" algn="l"/>
              </a:tabLst>
            </a:pPr>
            <a:r>
              <a:rPr dirty="0" sz="3000">
                <a:latin typeface="黑体"/>
                <a:cs typeface="黑体"/>
              </a:rPr>
              <a:t>划时代的发现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5495" y="2141220"/>
            <a:ext cx="5260848" cy="3505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86044" y="2141220"/>
            <a:ext cx="3505200" cy="3505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822" y="1344612"/>
            <a:ext cx="2768600" cy="113157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35"/>
              </a:spcBef>
              <a:buFont typeface="Wingdings"/>
              <a:buChar char=""/>
              <a:tabLst>
                <a:tab pos="469900" algn="l"/>
              </a:tabLst>
            </a:pPr>
            <a:r>
              <a:rPr dirty="0" sz="3000">
                <a:latin typeface="黑体"/>
                <a:cs typeface="黑体"/>
              </a:rPr>
              <a:t>划时代的发现</a:t>
            </a:r>
            <a:endParaRPr sz="3000">
              <a:latin typeface="黑体"/>
              <a:cs typeface="黑体"/>
            </a:endParaRPr>
          </a:p>
          <a:p>
            <a:pPr marL="276225" indent="-228600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276225" algn="l"/>
              </a:tabLst>
            </a:pPr>
            <a:r>
              <a:rPr dirty="0" sz="2400" i="1">
                <a:latin typeface="华文楷体"/>
                <a:cs typeface="华文楷体"/>
              </a:rPr>
              <a:t>电磁感应现象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77667" y="2674607"/>
            <a:ext cx="7020915" cy="3093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0972" y="1501775"/>
            <a:ext cx="3453765" cy="137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065" indent="-457200">
              <a:lnSpc>
                <a:spcPct val="100000"/>
              </a:lnSpc>
              <a:spcBef>
                <a:spcPts val="100"/>
              </a:spcBef>
              <a:buFont typeface="Wingdings"/>
              <a:buChar char=""/>
              <a:tabLst>
                <a:tab pos="520700" algn="l"/>
              </a:tabLst>
            </a:pPr>
            <a:r>
              <a:rPr dirty="0" sz="3000">
                <a:latin typeface="黑体"/>
                <a:cs typeface="黑体"/>
              </a:rPr>
              <a:t>复习与回顾</a:t>
            </a:r>
            <a:endParaRPr sz="3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感应电流产生的条</a:t>
            </a:r>
            <a:r>
              <a:rPr dirty="0" sz="2800" spc="-5" i="1">
                <a:latin typeface="华文楷体"/>
                <a:cs typeface="华文楷体"/>
              </a:rPr>
              <a:t>件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48984" y="3166872"/>
            <a:ext cx="3229356" cy="2295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7477" y="1501775"/>
            <a:ext cx="3936365" cy="4062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065" indent="-457200">
              <a:lnSpc>
                <a:spcPct val="100000"/>
              </a:lnSpc>
              <a:spcBef>
                <a:spcPts val="100"/>
              </a:spcBef>
              <a:buFont typeface="Wingdings"/>
              <a:buChar char=""/>
              <a:tabLst>
                <a:tab pos="520700" algn="l"/>
              </a:tabLst>
            </a:pPr>
            <a:r>
              <a:rPr dirty="0" sz="3000">
                <a:latin typeface="黑体"/>
                <a:cs typeface="黑体"/>
              </a:rPr>
              <a:t>复习与回顾</a:t>
            </a:r>
            <a:endParaRPr sz="3000">
              <a:latin typeface="黑体"/>
              <a:cs typeface="黑体"/>
            </a:endParaRPr>
          </a:p>
          <a:p>
            <a:pPr marL="241300" marR="361315" indent="-241300">
              <a:lnSpc>
                <a:spcPct val="1798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感应电流产生的条</a:t>
            </a:r>
            <a:r>
              <a:rPr dirty="0" sz="2800" spc="-5" i="1">
                <a:latin typeface="华文楷体"/>
                <a:cs typeface="华文楷体"/>
              </a:rPr>
              <a:t>件 </a:t>
            </a:r>
            <a:r>
              <a:rPr dirty="0" sz="2800" i="1">
                <a:latin typeface="华文楷体"/>
                <a:cs typeface="华文楷体"/>
              </a:rPr>
              <a:t>当穿过闭合导体</a:t>
            </a:r>
            <a:r>
              <a:rPr dirty="0" sz="2800" spc="-5" i="1">
                <a:latin typeface="华文楷体"/>
                <a:cs typeface="华文楷体"/>
              </a:rPr>
              <a:t>回</a:t>
            </a:r>
            <a:endParaRPr sz="2800">
              <a:latin typeface="华文楷体"/>
              <a:cs typeface="华文楷体"/>
            </a:endParaRPr>
          </a:p>
          <a:p>
            <a:pPr marL="12700" marR="5715">
              <a:lnSpc>
                <a:spcPct val="150000"/>
              </a:lnSpc>
            </a:pPr>
            <a:r>
              <a:rPr dirty="0" sz="2800" i="1">
                <a:latin typeface="华文楷体"/>
                <a:cs typeface="华文楷体"/>
              </a:rPr>
              <a:t>路的磁通量发生变化时</a:t>
            </a:r>
            <a:r>
              <a:rPr dirty="0" sz="2800" spc="-5" i="1">
                <a:latin typeface="华文楷体"/>
                <a:cs typeface="华文楷体"/>
              </a:rPr>
              <a:t>， </a:t>
            </a:r>
            <a:r>
              <a:rPr dirty="0" sz="2800" i="1">
                <a:latin typeface="华文楷体"/>
                <a:cs typeface="华文楷体"/>
              </a:rPr>
              <a:t>闭合导体回路中就产</a:t>
            </a:r>
            <a:r>
              <a:rPr dirty="0" sz="2800" spc="-5" i="1">
                <a:latin typeface="华文楷体"/>
                <a:cs typeface="华文楷体"/>
              </a:rPr>
              <a:t>生 </a:t>
            </a:r>
            <a:r>
              <a:rPr dirty="0" sz="2800" i="1">
                <a:latin typeface="华文楷体"/>
                <a:cs typeface="华文楷体"/>
              </a:rPr>
              <a:t>感应电流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76415" y="3166872"/>
            <a:ext cx="3229356" cy="2295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7213" y="1464386"/>
            <a:ext cx="1504950" cy="396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5"/>
              </a:lnSpc>
              <a:tabLst>
                <a:tab pos="285115" algn="l"/>
              </a:tabLst>
            </a:pPr>
            <a:r>
              <a:rPr dirty="0" sz="2400">
                <a:latin typeface="Arial"/>
                <a:cs typeface="Arial"/>
              </a:rPr>
              <a:t>•	</a:t>
            </a:r>
            <a:r>
              <a:rPr dirty="0" sz="2400" i="1">
                <a:latin typeface="华文楷体"/>
                <a:cs typeface="华文楷体"/>
              </a:rPr>
              <a:t>实验观察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23744" y="1399032"/>
            <a:ext cx="7658100" cy="4308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652" y="3267455"/>
            <a:ext cx="3395472" cy="2499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56916" y="3267455"/>
            <a:ext cx="3555491" cy="2499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13797" y="3811765"/>
            <a:ext cx="171450" cy="704850"/>
          </a:xfrm>
          <a:custGeom>
            <a:avLst/>
            <a:gdLst/>
            <a:ahLst/>
            <a:cxnLst/>
            <a:rect l="l" t="t" r="r" b="b"/>
            <a:pathLst>
              <a:path w="171450" h="704850">
                <a:moveTo>
                  <a:pt x="57144" y="533615"/>
                </a:moveTo>
                <a:lnTo>
                  <a:pt x="49187" y="850"/>
                </a:lnTo>
                <a:lnTo>
                  <a:pt x="106337" y="0"/>
                </a:lnTo>
                <a:lnTo>
                  <a:pt x="114283" y="532764"/>
                </a:lnTo>
                <a:lnTo>
                  <a:pt x="57144" y="533615"/>
                </a:lnTo>
                <a:close/>
              </a:path>
              <a:path w="171450" h="704850">
                <a:moveTo>
                  <a:pt x="149976" y="576465"/>
                </a:moveTo>
                <a:lnTo>
                  <a:pt x="57785" y="576465"/>
                </a:lnTo>
                <a:lnTo>
                  <a:pt x="114922" y="575614"/>
                </a:lnTo>
                <a:lnTo>
                  <a:pt x="114283" y="532764"/>
                </a:lnTo>
                <a:lnTo>
                  <a:pt x="171424" y="531914"/>
                </a:lnTo>
                <a:lnTo>
                  <a:pt x="149976" y="576465"/>
                </a:lnTo>
                <a:close/>
              </a:path>
              <a:path w="171450" h="704850">
                <a:moveTo>
                  <a:pt x="57785" y="576465"/>
                </a:moveTo>
                <a:lnTo>
                  <a:pt x="57144" y="533615"/>
                </a:lnTo>
                <a:lnTo>
                  <a:pt x="114283" y="532764"/>
                </a:lnTo>
                <a:lnTo>
                  <a:pt x="114922" y="575614"/>
                </a:lnTo>
                <a:lnTo>
                  <a:pt x="57785" y="576465"/>
                </a:lnTo>
                <a:close/>
              </a:path>
              <a:path w="171450" h="704850">
                <a:moveTo>
                  <a:pt x="88277" y="704621"/>
                </a:moveTo>
                <a:lnTo>
                  <a:pt x="0" y="534466"/>
                </a:lnTo>
                <a:lnTo>
                  <a:pt x="57144" y="533615"/>
                </a:lnTo>
                <a:lnTo>
                  <a:pt x="57785" y="576465"/>
                </a:lnTo>
                <a:lnTo>
                  <a:pt x="149976" y="576465"/>
                </a:lnTo>
                <a:lnTo>
                  <a:pt x="88277" y="7046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58672" y="3812197"/>
            <a:ext cx="171450" cy="704850"/>
          </a:xfrm>
          <a:custGeom>
            <a:avLst/>
            <a:gdLst/>
            <a:ahLst/>
            <a:cxnLst/>
            <a:rect l="l" t="t" r="r" b="b"/>
            <a:pathLst>
              <a:path w="171450" h="704850">
                <a:moveTo>
                  <a:pt x="0" y="172707"/>
                </a:moveTo>
                <a:lnTo>
                  <a:pt x="83159" y="0"/>
                </a:lnTo>
                <a:lnTo>
                  <a:pt x="149646" y="128142"/>
                </a:lnTo>
                <a:lnTo>
                  <a:pt x="113652" y="128142"/>
                </a:lnTo>
                <a:lnTo>
                  <a:pt x="56515" y="128993"/>
                </a:lnTo>
                <a:lnTo>
                  <a:pt x="57154" y="171852"/>
                </a:lnTo>
                <a:lnTo>
                  <a:pt x="0" y="172707"/>
                </a:lnTo>
                <a:close/>
              </a:path>
              <a:path w="171450" h="704850">
                <a:moveTo>
                  <a:pt x="57154" y="171852"/>
                </a:moveTo>
                <a:lnTo>
                  <a:pt x="56515" y="128993"/>
                </a:lnTo>
                <a:lnTo>
                  <a:pt x="113652" y="128142"/>
                </a:lnTo>
                <a:lnTo>
                  <a:pt x="114292" y="170997"/>
                </a:lnTo>
                <a:lnTo>
                  <a:pt x="57154" y="171852"/>
                </a:lnTo>
                <a:close/>
              </a:path>
              <a:path w="171450" h="704850">
                <a:moveTo>
                  <a:pt x="114292" y="170997"/>
                </a:moveTo>
                <a:lnTo>
                  <a:pt x="113652" y="128142"/>
                </a:lnTo>
                <a:lnTo>
                  <a:pt x="149646" y="128142"/>
                </a:lnTo>
                <a:lnTo>
                  <a:pt x="171437" y="170141"/>
                </a:lnTo>
                <a:lnTo>
                  <a:pt x="114292" y="170997"/>
                </a:lnTo>
                <a:close/>
              </a:path>
              <a:path w="171450" h="704850">
                <a:moveTo>
                  <a:pt x="65100" y="704608"/>
                </a:moveTo>
                <a:lnTo>
                  <a:pt x="57154" y="171852"/>
                </a:lnTo>
                <a:lnTo>
                  <a:pt x="114292" y="170997"/>
                </a:lnTo>
                <a:lnTo>
                  <a:pt x="122250" y="703757"/>
                </a:lnTo>
                <a:lnTo>
                  <a:pt x="65100" y="704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96235" y="1417365"/>
            <a:ext cx="7593965" cy="1691005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695"/>
              </a:spcBef>
              <a:buFont typeface="Wingdings"/>
              <a:buChar char=""/>
              <a:tabLst>
                <a:tab pos="469265" algn="l"/>
                <a:tab pos="469900" algn="l"/>
              </a:tabLst>
            </a:pPr>
            <a:r>
              <a:rPr dirty="0" sz="2800" i="1">
                <a:latin typeface="华文楷体"/>
                <a:cs typeface="华文楷体"/>
              </a:rPr>
              <a:t>提出问题：感应电流的方向与哪些因素有关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298450" indent="-285750">
              <a:lnSpc>
                <a:spcPct val="100000"/>
              </a:lnSpc>
              <a:spcBef>
                <a:spcPts val="137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400" i="1">
                <a:latin typeface="华文楷体"/>
                <a:cs typeface="华文楷体"/>
              </a:rPr>
              <a:t>实验现象</a:t>
            </a:r>
            <a:endParaRPr sz="2400">
              <a:latin typeface="华文楷体"/>
              <a:cs typeface="华文楷体"/>
            </a:endParaRPr>
          </a:p>
          <a:p>
            <a:pPr marL="1036319">
              <a:lnSpc>
                <a:spcPct val="100000"/>
              </a:lnSpc>
              <a:spcBef>
                <a:spcPts val="545"/>
              </a:spcBef>
              <a:tabLst>
                <a:tab pos="4859020" algn="l"/>
              </a:tabLst>
            </a:pPr>
            <a:r>
              <a:rPr dirty="0" sz="2800" i="1">
                <a:latin typeface="华文楷体"/>
                <a:cs typeface="华文楷体"/>
              </a:rPr>
              <a:t>向下插</a:t>
            </a:r>
            <a:r>
              <a:rPr dirty="0" sz="2800" spc="-5" i="1">
                <a:latin typeface="华文楷体"/>
                <a:cs typeface="华文楷体"/>
              </a:rPr>
              <a:t>入	</a:t>
            </a:r>
            <a:r>
              <a:rPr dirty="0" sz="2800" i="1">
                <a:latin typeface="华文楷体"/>
                <a:cs typeface="华文楷体"/>
              </a:rPr>
              <a:t>向上拔</a:t>
            </a:r>
            <a:r>
              <a:rPr dirty="0" sz="2800" spc="-5" i="1">
                <a:latin typeface="华文楷体"/>
                <a:cs typeface="华文楷体"/>
              </a:rPr>
              <a:t>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32147" y="2706623"/>
            <a:ext cx="1382268" cy="2432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14318" y="1417954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4" name="object 4"/>
          <p:cNvSpPr/>
          <p:nvPr/>
        </p:nvSpPr>
        <p:spPr>
          <a:xfrm>
            <a:off x="6991425" y="3407664"/>
            <a:ext cx="1525270" cy="17299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69935" y="3302508"/>
            <a:ext cx="108203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60564" y="3302508"/>
            <a:ext cx="417575" cy="1082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56563" y="3298621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66"/>
                </a:lnTo>
                <a:lnTo>
                  <a:pt x="414604" y="1866"/>
                </a:lnTo>
                <a:lnTo>
                  <a:pt x="405625" y="10845"/>
                </a:lnTo>
                <a:lnTo>
                  <a:pt x="114020" y="10845"/>
                </a:lnTo>
                <a:lnTo>
                  <a:pt x="109537" y="12700"/>
                </a:lnTo>
                <a:lnTo>
                  <a:pt x="112166" y="12700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2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54"/>
                </a:moveTo>
                <a:lnTo>
                  <a:pt x="414604" y="1866"/>
                </a:lnTo>
                <a:lnTo>
                  <a:pt x="419087" y="6350"/>
                </a:lnTo>
                <a:lnTo>
                  <a:pt x="412750" y="6350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16" y="105054"/>
                </a:lnTo>
                <a:close/>
              </a:path>
              <a:path w="425450" h="541020">
                <a:moveTo>
                  <a:pt x="412750" y="428434"/>
                </a:moveTo>
                <a:lnTo>
                  <a:pt x="412750" y="21678"/>
                </a:lnTo>
                <a:lnTo>
                  <a:pt x="423583" y="10845"/>
                </a:lnTo>
                <a:lnTo>
                  <a:pt x="414604" y="1866"/>
                </a:lnTo>
                <a:lnTo>
                  <a:pt x="425450" y="1866"/>
                </a:lnTo>
                <a:lnTo>
                  <a:pt x="425450" y="426580"/>
                </a:lnTo>
                <a:lnTo>
                  <a:pt x="414604" y="426580"/>
                </a:lnTo>
                <a:lnTo>
                  <a:pt x="412750" y="428434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28" y="12700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087" y="6350"/>
                </a:lnTo>
                <a:lnTo>
                  <a:pt x="423583" y="10845"/>
                </a:lnTo>
                <a:lnTo>
                  <a:pt x="421728" y="12700"/>
                </a:lnTo>
                <a:close/>
              </a:path>
              <a:path w="425450" h="541020">
                <a:moveTo>
                  <a:pt x="112166" y="12700"/>
                </a:moveTo>
                <a:lnTo>
                  <a:pt x="109537" y="12700"/>
                </a:lnTo>
                <a:lnTo>
                  <a:pt x="114020" y="10845"/>
                </a:lnTo>
                <a:lnTo>
                  <a:pt x="112166" y="12700"/>
                </a:lnTo>
                <a:close/>
              </a:path>
              <a:path w="425450" h="541020">
                <a:moveTo>
                  <a:pt x="403771" y="12700"/>
                </a:moveTo>
                <a:lnTo>
                  <a:pt x="112166" y="12700"/>
                </a:lnTo>
                <a:lnTo>
                  <a:pt x="114020" y="10845"/>
                </a:lnTo>
                <a:lnTo>
                  <a:pt x="405625" y="10845"/>
                </a:lnTo>
                <a:lnTo>
                  <a:pt x="403771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33" y="114033"/>
                </a:lnTo>
                <a:lnTo>
                  <a:pt x="12700" y="114033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83" y="103187"/>
                </a:lnTo>
                <a:lnTo>
                  <a:pt x="311416" y="105054"/>
                </a:lnTo>
                <a:lnTo>
                  <a:pt x="329374" y="105054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74" y="105054"/>
                </a:moveTo>
                <a:lnTo>
                  <a:pt x="311416" y="105054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74" y="105054"/>
                </a:lnTo>
                <a:close/>
              </a:path>
              <a:path w="425450" h="541020">
                <a:moveTo>
                  <a:pt x="10833" y="114033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33" y="114033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21"/>
                </a:lnTo>
                <a:lnTo>
                  <a:pt x="311416" y="529767"/>
                </a:lnTo>
                <a:lnTo>
                  <a:pt x="322262" y="529767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33"/>
                </a:moveTo>
                <a:lnTo>
                  <a:pt x="10833" y="114033"/>
                </a:lnTo>
                <a:lnTo>
                  <a:pt x="12700" y="112166"/>
                </a:lnTo>
                <a:lnTo>
                  <a:pt x="12700" y="114033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34"/>
                </a:lnTo>
                <a:lnTo>
                  <a:pt x="414604" y="426580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80"/>
                </a:lnTo>
                <a:lnTo>
                  <a:pt x="425450" y="426580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2" y="534250"/>
                </a:moveTo>
                <a:lnTo>
                  <a:pt x="322262" y="534250"/>
                </a:lnTo>
                <a:lnTo>
                  <a:pt x="322262" y="518921"/>
                </a:lnTo>
                <a:lnTo>
                  <a:pt x="412750" y="428434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705"/>
                </a:lnTo>
                <a:lnTo>
                  <a:pt x="324892" y="534250"/>
                </a:lnTo>
                <a:close/>
              </a:path>
              <a:path w="425450" h="541020">
                <a:moveTo>
                  <a:pt x="311416" y="529767"/>
                </a:moveTo>
                <a:lnTo>
                  <a:pt x="322262" y="518921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67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67"/>
                </a:moveTo>
                <a:lnTo>
                  <a:pt x="311416" y="529767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67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21968" y="3457054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69935" y="2869692"/>
            <a:ext cx="108203" cy="53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60564" y="2869692"/>
            <a:ext cx="417575" cy="1082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56563" y="2865907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66"/>
                </a:lnTo>
                <a:lnTo>
                  <a:pt x="414604" y="1866"/>
                </a:lnTo>
                <a:lnTo>
                  <a:pt x="405625" y="10845"/>
                </a:lnTo>
                <a:lnTo>
                  <a:pt x="114020" y="10845"/>
                </a:lnTo>
                <a:lnTo>
                  <a:pt x="109537" y="12699"/>
                </a:lnTo>
                <a:lnTo>
                  <a:pt x="112166" y="12699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2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54"/>
                </a:moveTo>
                <a:lnTo>
                  <a:pt x="414604" y="1866"/>
                </a:lnTo>
                <a:lnTo>
                  <a:pt x="419087" y="6349"/>
                </a:lnTo>
                <a:lnTo>
                  <a:pt x="412750" y="6349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16" y="105054"/>
                </a:lnTo>
                <a:close/>
              </a:path>
              <a:path w="425450" h="541020">
                <a:moveTo>
                  <a:pt x="412750" y="428434"/>
                </a:moveTo>
                <a:lnTo>
                  <a:pt x="412750" y="21678"/>
                </a:lnTo>
                <a:lnTo>
                  <a:pt x="423583" y="10845"/>
                </a:lnTo>
                <a:lnTo>
                  <a:pt x="414604" y="1866"/>
                </a:lnTo>
                <a:lnTo>
                  <a:pt x="425450" y="1866"/>
                </a:lnTo>
                <a:lnTo>
                  <a:pt x="425450" y="426580"/>
                </a:lnTo>
                <a:lnTo>
                  <a:pt x="414604" y="426580"/>
                </a:lnTo>
                <a:lnTo>
                  <a:pt x="412750" y="428434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49"/>
                </a:lnTo>
                <a:lnTo>
                  <a:pt x="419100" y="12699"/>
                </a:lnTo>
                <a:lnTo>
                  <a:pt x="421728" y="12699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699"/>
                </a:moveTo>
                <a:lnTo>
                  <a:pt x="419100" y="12699"/>
                </a:lnTo>
                <a:lnTo>
                  <a:pt x="412750" y="6349"/>
                </a:lnTo>
                <a:lnTo>
                  <a:pt x="419087" y="6349"/>
                </a:lnTo>
                <a:lnTo>
                  <a:pt x="423583" y="10845"/>
                </a:lnTo>
                <a:lnTo>
                  <a:pt x="421728" y="12699"/>
                </a:lnTo>
                <a:close/>
              </a:path>
              <a:path w="425450" h="541020">
                <a:moveTo>
                  <a:pt x="112166" y="12699"/>
                </a:moveTo>
                <a:lnTo>
                  <a:pt x="109537" y="12699"/>
                </a:lnTo>
                <a:lnTo>
                  <a:pt x="114020" y="10845"/>
                </a:lnTo>
                <a:lnTo>
                  <a:pt x="112166" y="12699"/>
                </a:lnTo>
                <a:close/>
              </a:path>
              <a:path w="425450" h="541020">
                <a:moveTo>
                  <a:pt x="403771" y="12699"/>
                </a:moveTo>
                <a:lnTo>
                  <a:pt x="112166" y="12699"/>
                </a:lnTo>
                <a:lnTo>
                  <a:pt x="114020" y="10845"/>
                </a:lnTo>
                <a:lnTo>
                  <a:pt x="405625" y="10845"/>
                </a:lnTo>
                <a:lnTo>
                  <a:pt x="403771" y="12699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33" y="114033"/>
                </a:lnTo>
                <a:lnTo>
                  <a:pt x="12700" y="114033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83" y="103187"/>
                </a:lnTo>
                <a:lnTo>
                  <a:pt x="311416" y="105054"/>
                </a:lnTo>
                <a:lnTo>
                  <a:pt x="329374" y="105054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74" y="105054"/>
                </a:moveTo>
                <a:lnTo>
                  <a:pt x="311416" y="105054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74" y="105054"/>
                </a:lnTo>
                <a:close/>
              </a:path>
              <a:path w="425450" h="541020">
                <a:moveTo>
                  <a:pt x="10833" y="114033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33" y="114033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21"/>
                </a:lnTo>
                <a:lnTo>
                  <a:pt x="311416" y="529767"/>
                </a:lnTo>
                <a:lnTo>
                  <a:pt x="322262" y="529767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33"/>
                </a:moveTo>
                <a:lnTo>
                  <a:pt x="10833" y="114033"/>
                </a:lnTo>
                <a:lnTo>
                  <a:pt x="12700" y="112166"/>
                </a:lnTo>
                <a:lnTo>
                  <a:pt x="12700" y="114033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34"/>
                </a:lnTo>
                <a:lnTo>
                  <a:pt x="414604" y="426580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80"/>
                </a:lnTo>
                <a:lnTo>
                  <a:pt x="425450" y="426580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2" y="534250"/>
                </a:moveTo>
                <a:lnTo>
                  <a:pt x="322262" y="534250"/>
                </a:lnTo>
                <a:lnTo>
                  <a:pt x="322262" y="518921"/>
                </a:lnTo>
                <a:lnTo>
                  <a:pt x="412750" y="428434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704"/>
                </a:lnTo>
                <a:lnTo>
                  <a:pt x="324892" y="534250"/>
                </a:lnTo>
                <a:close/>
              </a:path>
              <a:path w="425450" h="541020">
                <a:moveTo>
                  <a:pt x="311416" y="529767"/>
                </a:moveTo>
                <a:lnTo>
                  <a:pt x="322262" y="518921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67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67"/>
                </a:moveTo>
                <a:lnTo>
                  <a:pt x="311416" y="529767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6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63611" y="2974848"/>
            <a:ext cx="309880" cy="425450"/>
          </a:xfrm>
          <a:prstGeom prst="rect">
            <a:avLst/>
          </a:prstGeom>
          <a:solidFill>
            <a:srgbClr val="0000FF"/>
          </a:solidFill>
        </p:spPr>
        <p:txBody>
          <a:bodyPr wrap="square" lIns="0" tIns="62229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489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93864" y="4796028"/>
            <a:ext cx="920496" cy="2026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73323" y="2726435"/>
            <a:ext cx="3768852" cy="26502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83408" y="2113445"/>
            <a:ext cx="6088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"/>
              <a:tabLst>
                <a:tab pos="285115" algn="l"/>
              </a:tabLst>
            </a:pPr>
            <a:r>
              <a:rPr dirty="0" sz="2400" i="1">
                <a:latin typeface="华文楷体"/>
                <a:cs typeface="华文楷体"/>
              </a:rPr>
              <a:t>猜想：感应电流的方向与磁通量的变化有关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6169" y="2085022"/>
            <a:ext cx="6654165" cy="8350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思考：在实验的情境下，磁通量的变化</a:t>
            </a:r>
            <a:r>
              <a:rPr dirty="0" sz="2800" spc="-5" i="1">
                <a:latin typeface="华文楷体"/>
                <a:cs typeface="华文楷体"/>
              </a:rPr>
              <a:t>具 </a:t>
            </a:r>
            <a:r>
              <a:rPr dirty="0" sz="2800" i="1">
                <a:latin typeface="华文楷体"/>
                <a:cs typeface="华文楷体"/>
              </a:rPr>
              <a:t>体有哪几种情况呢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94775" y="3686555"/>
            <a:ext cx="1525270" cy="1769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533" y="4877777"/>
            <a:ext cx="918795" cy="405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50723" y="4877777"/>
            <a:ext cx="918789" cy="405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78075" y="4877777"/>
            <a:ext cx="918789" cy="4051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73196" y="3581400"/>
            <a:ext cx="108203" cy="53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63823" y="3581400"/>
            <a:ext cx="417575" cy="1082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59912" y="3577551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895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0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66872" y="3253740"/>
            <a:ext cx="309880" cy="425450"/>
          </a:xfrm>
          <a:custGeom>
            <a:avLst/>
            <a:gdLst/>
            <a:ahLst/>
            <a:cxnLst/>
            <a:rect l="l" t="t" r="r" b="b"/>
            <a:pathLst>
              <a:path w="309879" h="425450">
                <a:moveTo>
                  <a:pt x="0" y="0"/>
                </a:moveTo>
                <a:lnTo>
                  <a:pt x="309372" y="0"/>
                </a:lnTo>
                <a:lnTo>
                  <a:pt x="309372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73196" y="3148583"/>
            <a:ext cx="108203" cy="533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63823" y="3148583"/>
            <a:ext cx="417575" cy="1082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59912" y="3144837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895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0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55567" y="3458057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53705" y="347337"/>
                </a:moveTo>
                <a:lnTo>
                  <a:pt x="44254" y="330964"/>
                </a:lnTo>
                <a:lnTo>
                  <a:pt x="45758" y="0"/>
                </a:lnTo>
                <a:lnTo>
                  <a:pt x="64808" y="88"/>
                </a:lnTo>
                <a:lnTo>
                  <a:pt x="63304" y="331052"/>
                </a:lnTo>
                <a:lnTo>
                  <a:pt x="53705" y="347337"/>
                </a:lnTo>
                <a:close/>
              </a:path>
              <a:path w="107950" h="385445">
                <a:moveTo>
                  <a:pt x="53530" y="385140"/>
                </a:moveTo>
                <a:lnTo>
                  <a:pt x="1270" y="294589"/>
                </a:lnTo>
                <a:lnTo>
                  <a:pt x="368" y="292480"/>
                </a:lnTo>
                <a:lnTo>
                  <a:pt x="0" y="290220"/>
                </a:lnTo>
                <a:lnTo>
                  <a:pt x="177" y="287921"/>
                </a:lnTo>
                <a:lnTo>
                  <a:pt x="10287" y="280339"/>
                </a:lnTo>
                <a:lnTo>
                  <a:pt x="12534" y="280797"/>
                </a:lnTo>
                <a:lnTo>
                  <a:pt x="44254" y="330964"/>
                </a:lnTo>
                <a:lnTo>
                  <a:pt x="44094" y="366191"/>
                </a:lnTo>
                <a:lnTo>
                  <a:pt x="64646" y="366280"/>
                </a:lnTo>
                <a:lnTo>
                  <a:pt x="53530" y="385140"/>
                </a:lnTo>
                <a:close/>
              </a:path>
              <a:path w="107950" h="385445">
                <a:moveTo>
                  <a:pt x="64646" y="366280"/>
                </a:moveTo>
                <a:lnTo>
                  <a:pt x="63144" y="366280"/>
                </a:lnTo>
                <a:lnTo>
                  <a:pt x="63230" y="347337"/>
                </a:lnTo>
                <a:lnTo>
                  <a:pt x="90208" y="285407"/>
                </a:lnTo>
                <a:lnTo>
                  <a:pt x="97739" y="280733"/>
                </a:lnTo>
                <a:lnTo>
                  <a:pt x="100025" y="280847"/>
                </a:lnTo>
                <a:lnTo>
                  <a:pt x="107924" y="290702"/>
                </a:lnTo>
                <a:lnTo>
                  <a:pt x="107543" y="292976"/>
                </a:lnTo>
                <a:lnTo>
                  <a:pt x="106616" y="295071"/>
                </a:lnTo>
                <a:lnTo>
                  <a:pt x="64646" y="366280"/>
                </a:lnTo>
                <a:close/>
              </a:path>
              <a:path w="107950" h="385445">
                <a:moveTo>
                  <a:pt x="63144" y="366280"/>
                </a:moveTo>
                <a:lnTo>
                  <a:pt x="44094" y="366191"/>
                </a:lnTo>
                <a:lnTo>
                  <a:pt x="44254" y="330964"/>
                </a:lnTo>
                <a:lnTo>
                  <a:pt x="53705" y="347337"/>
                </a:lnTo>
                <a:lnTo>
                  <a:pt x="45415" y="361403"/>
                </a:lnTo>
                <a:lnTo>
                  <a:pt x="63166" y="361467"/>
                </a:lnTo>
                <a:lnTo>
                  <a:pt x="63144" y="366280"/>
                </a:lnTo>
                <a:close/>
              </a:path>
              <a:path w="107950" h="385445">
                <a:moveTo>
                  <a:pt x="63166" y="361467"/>
                </a:moveTo>
                <a:lnTo>
                  <a:pt x="61861" y="361467"/>
                </a:lnTo>
                <a:lnTo>
                  <a:pt x="53705" y="347337"/>
                </a:lnTo>
                <a:lnTo>
                  <a:pt x="63304" y="331052"/>
                </a:lnTo>
                <a:lnTo>
                  <a:pt x="63166" y="361467"/>
                </a:lnTo>
                <a:close/>
              </a:path>
              <a:path w="107950" h="385445">
                <a:moveTo>
                  <a:pt x="61861" y="361467"/>
                </a:moveTo>
                <a:lnTo>
                  <a:pt x="45415" y="361403"/>
                </a:lnTo>
                <a:lnTo>
                  <a:pt x="53705" y="347337"/>
                </a:lnTo>
                <a:lnTo>
                  <a:pt x="61861" y="361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72573" y="3468738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18152" y="3686555"/>
            <a:ext cx="1525269" cy="1769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95900" y="3581400"/>
            <a:ext cx="109727" cy="533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86528" y="3581400"/>
            <a:ext cx="419100" cy="1082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83276" y="3577551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16" y="1854"/>
                </a:lnTo>
                <a:lnTo>
                  <a:pt x="405638" y="10833"/>
                </a:lnTo>
                <a:lnTo>
                  <a:pt x="114033" y="10833"/>
                </a:lnTo>
                <a:lnTo>
                  <a:pt x="109537" y="12700"/>
                </a:lnTo>
                <a:lnTo>
                  <a:pt x="112166" y="12700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29" y="105041"/>
                </a:moveTo>
                <a:lnTo>
                  <a:pt x="414616" y="1854"/>
                </a:lnTo>
                <a:lnTo>
                  <a:pt x="419112" y="6350"/>
                </a:lnTo>
                <a:lnTo>
                  <a:pt x="412750" y="6350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29" y="105041"/>
                </a:lnTo>
                <a:close/>
              </a:path>
              <a:path w="425450" h="541020">
                <a:moveTo>
                  <a:pt x="412750" y="428434"/>
                </a:moveTo>
                <a:lnTo>
                  <a:pt x="412750" y="21678"/>
                </a:lnTo>
                <a:lnTo>
                  <a:pt x="423595" y="10833"/>
                </a:lnTo>
                <a:lnTo>
                  <a:pt x="414616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16" y="426567"/>
                </a:lnTo>
                <a:lnTo>
                  <a:pt x="412750" y="428434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28" y="12700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12" y="6350"/>
                </a:lnTo>
                <a:lnTo>
                  <a:pt x="423595" y="10833"/>
                </a:lnTo>
                <a:lnTo>
                  <a:pt x="421728" y="12700"/>
                </a:lnTo>
                <a:close/>
              </a:path>
              <a:path w="425450" h="541020">
                <a:moveTo>
                  <a:pt x="112166" y="12700"/>
                </a:moveTo>
                <a:lnTo>
                  <a:pt x="109537" y="12700"/>
                </a:lnTo>
                <a:lnTo>
                  <a:pt x="114033" y="10833"/>
                </a:lnTo>
                <a:lnTo>
                  <a:pt x="112166" y="12700"/>
                </a:lnTo>
                <a:close/>
              </a:path>
              <a:path w="425450" h="541020">
                <a:moveTo>
                  <a:pt x="403771" y="12700"/>
                </a:moveTo>
                <a:lnTo>
                  <a:pt x="112166" y="12700"/>
                </a:lnTo>
                <a:lnTo>
                  <a:pt x="114033" y="10833"/>
                </a:lnTo>
                <a:lnTo>
                  <a:pt x="405638" y="10833"/>
                </a:lnTo>
                <a:lnTo>
                  <a:pt x="403771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45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83" y="103187"/>
                </a:lnTo>
                <a:lnTo>
                  <a:pt x="311429" y="105041"/>
                </a:lnTo>
                <a:lnTo>
                  <a:pt x="329387" y="105041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7" y="105041"/>
                </a:moveTo>
                <a:lnTo>
                  <a:pt x="311429" y="105041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87" y="105041"/>
                </a:lnTo>
                <a:close/>
              </a:path>
              <a:path w="425450" h="541020">
                <a:moveTo>
                  <a:pt x="10845" y="114020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45" y="114020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22"/>
                </a:lnTo>
                <a:lnTo>
                  <a:pt x="311429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45" y="114020"/>
                </a:lnTo>
                <a:lnTo>
                  <a:pt x="12700" y="112166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34"/>
                </a:lnTo>
                <a:lnTo>
                  <a:pt x="414616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16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22"/>
                </a:lnTo>
                <a:lnTo>
                  <a:pt x="412750" y="428434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29" y="529755"/>
                </a:moveTo>
                <a:lnTo>
                  <a:pt x="322262" y="518922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29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29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89576" y="3253740"/>
            <a:ext cx="309880" cy="425450"/>
          </a:xfrm>
          <a:custGeom>
            <a:avLst/>
            <a:gdLst/>
            <a:ahLst/>
            <a:cxnLst/>
            <a:rect l="l" t="t" r="r" b="b"/>
            <a:pathLst>
              <a:path w="309879" h="425450">
                <a:moveTo>
                  <a:pt x="0" y="0"/>
                </a:moveTo>
                <a:lnTo>
                  <a:pt x="309372" y="0"/>
                </a:lnTo>
                <a:lnTo>
                  <a:pt x="309372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95900" y="3148583"/>
            <a:ext cx="109727" cy="533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86528" y="3148583"/>
            <a:ext cx="419100" cy="1082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83276" y="3144837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16" y="1854"/>
                </a:lnTo>
                <a:lnTo>
                  <a:pt x="405638" y="10833"/>
                </a:lnTo>
                <a:lnTo>
                  <a:pt x="114033" y="10833"/>
                </a:lnTo>
                <a:lnTo>
                  <a:pt x="109537" y="12700"/>
                </a:lnTo>
                <a:lnTo>
                  <a:pt x="112166" y="12700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29" y="105041"/>
                </a:moveTo>
                <a:lnTo>
                  <a:pt x="414616" y="1854"/>
                </a:lnTo>
                <a:lnTo>
                  <a:pt x="419112" y="6350"/>
                </a:lnTo>
                <a:lnTo>
                  <a:pt x="412750" y="6350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29" y="105041"/>
                </a:lnTo>
                <a:close/>
              </a:path>
              <a:path w="425450" h="541020">
                <a:moveTo>
                  <a:pt x="412750" y="428434"/>
                </a:moveTo>
                <a:lnTo>
                  <a:pt x="412750" y="21678"/>
                </a:lnTo>
                <a:lnTo>
                  <a:pt x="423595" y="10833"/>
                </a:lnTo>
                <a:lnTo>
                  <a:pt x="414616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16" y="426567"/>
                </a:lnTo>
                <a:lnTo>
                  <a:pt x="412750" y="428434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28" y="12700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12" y="6350"/>
                </a:lnTo>
                <a:lnTo>
                  <a:pt x="423595" y="10833"/>
                </a:lnTo>
                <a:lnTo>
                  <a:pt x="421728" y="12700"/>
                </a:lnTo>
                <a:close/>
              </a:path>
              <a:path w="425450" h="541020">
                <a:moveTo>
                  <a:pt x="112166" y="12700"/>
                </a:moveTo>
                <a:lnTo>
                  <a:pt x="109537" y="12700"/>
                </a:lnTo>
                <a:lnTo>
                  <a:pt x="114033" y="10833"/>
                </a:lnTo>
                <a:lnTo>
                  <a:pt x="112166" y="12700"/>
                </a:lnTo>
                <a:close/>
              </a:path>
              <a:path w="425450" h="541020">
                <a:moveTo>
                  <a:pt x="403771" y="12700"/>
                </a:moveTo>
                <a:lnTo>
                  <a:pt x="112166" y="12700"/>
                </a:lnTo>
                <a:lnTo>
                  <a:pt x="114033" y="10833"/>
                </a:lnTo>
                <a:lnTo>
                  <a:pt x="405638" y="10833"/>
                </a:lnTo>
                <a:lnTo>
                  <a:pt x="403771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45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83" y="103187"/>
                </a:lnTo>
                <a:lnTo>
                  <a:pt x="311429" y="105041"/>
                </a:lnTo>
                <a:lnTo>
                  <a:pt x="329387" y="105041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7" y="105041"/>
                </a:moveTo>
                <a:lnTo>
                  <a:pt x="311429" y="105041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87" y="105041"/>
                </a:lnTo>
                <a:close/>
              </a:path>
              <a:path w="425450" h="541020">
                <a:moveTo>
                  <a:pt x="10845" y="114020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45" y="114020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22"/>
                </a:lnTo>
                <a:lnTo>
                  <a:pt x="311429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45" y="114020"/>
                </a:lnTo>
                <a:lnTo>
                  <a:pt x="12700" y="112166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34"/>
                </a:lnTo>
                <a:lnTo>
                  <a:pt x="414616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16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22"/>
                </a:lnTo>
                <a:lnTo>
                  <a:pt x="412750" y="428434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29" y="529755"/>
                </a:moveTo>
                <a:lnTo>
                  <a:pt x="322262" y="518922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29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29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615724" y="3449485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99608" y="3438855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10185" y="104393"/>
                </a:moveTo>
                <a:lnTo>
                  <a:pt x="0" y="94424"/>
                </a:lnTo>
                <a:lnTo>
                  <a:pt x="380" y="92163"/>
                </a:lnTo>
                <a:lnTo>
                  <a:pt x="1308" y="90055"/>
                </a:lnTo>
                <a:lnTo>
                  <a:pt x="54394" y="0"/>
                </a:lnTo>
                <a:lnTo>
                  <a:pt x="65280" y="18859"/>
                </a:lnTo>
                <a:lnTo>
                  <a:pt x="44780" y="18859"/>
                </a:lnTo>
                <a:lnTo>
                  <a:pt x="44620" y="54087"/>
                </a:lnTo>
                <a:lnTo>
                  <a:pt x="17716" y="99733"/>
                </a:lnTo>
                <a:lnTo>
                  <a:pt x="16319" y="101561"/>
                </a:lnTo>
                <a:lnTo>
                  <a:pt x="14528" y="102997"/>
                </a:lnTo>
                <a:lnTo>
                  <a:pt x="12445" y="103962"/>
                </a:lnTo>
                <a:lnTo>
                  <a:pt x="10185" y="104393"/>
                </a:lnTo>
                <a:close/>
              </a:path>
              <a:path w="107950" h="385445">
                <a:moveTo>
                  <a:pt x="44620" y="54087"/>
                </a:moveTo>
                <a:lnTo>
                  <a:pt x="44780" y="18859"/>
                </a:lnTo>
                <a:lnTo>
                  <a:pt x="63830" y="18948"/>
                </a:lnTo>
                <a:lnTo>
                  <a:pt x="63808" y="23660"/>
                </a:lnTo>
                <a:lnTo>
                  <a:pt x="46050" y="23660"/>
                </a:lnTo>
                <a:lnTo>
                  <a:pt x="54216" y="37806"/>
                </a:lnTo>
                <a:lnTo>
                  <a:pt x="44620" y="54087"/>
                </a:lnTo>
                <a:close/>
              </a:path>
              <a:path w="107950" h="385445">
                <a:moveTo>
                  <a:pt x="97637" y="104800"/>
                </a:moveTo>
                <a:lnTo>
                  <a:pt x="63670" y="54181"/>
                </a:lnTo>
                <a:lnTo>
                  <a:pt x="63830" y="18948"/>
                </a:lnTo>
                <a:lnTo>
                  <a:pt x="44780" y="18859"/>
                </a:lnTo>
                <a:lnTo>
                  <a:pt x="65280" y="18859"/>
                </a:lnTo>
                <a:lnTo>
                  <a:pt x="106654" y="90538"/>
                </a:lnTo>
                <a:lnTo>
                  <a:pt x="107556" y="92646"/>
                </a:lnTo>
                <a:lnTo>
                  <a:pt x="107924" y="94919"/>
                </a:lnTo>
                <a:lnTo>
                  <a:pt x="107734" y="97205"/>
                </a:lnTo>
                <a:lnTo>
                  <a:pt x="99936" y="104698"/>
                </a:lnTo>
                <a:lnTo>
                  <a:pt x="97637" y="104800"/>
                </a:lnTo>
                <a:close/>
              </a:path>
              <a:path w="107950" h="385445">
                <a:moveTo>
                  <a:pt x="54216" y="37806"/>
                </a:moveTo>
                <a:lnTo>
                  <a:pt x="46050" y="23660"/>
                </a:lnTo>
                <a:lnTo>
                  <a:pt x="62509" y="23736"/>
                </a:lnTo>
                <a:lnTo>
                  <a:pt x="54216" y="37806"/>
                </a:lnTo>
                <a:close/>
              </a:path>
              <a:path w="107950" h="385445">
                <a:moveTo>
                  <a:pt x="63670" y="54181"/>
                </a:moveTo>
                <a:lnTo>
                  <a:pt x="54216" y="37806"/>
                </a:lnTo>
                <a:lnTo>
                  <a:pt x="62509" y="23736"/>
                </a:lnTo>
                <a:lnTo>
                  <a:pt x="46050" y="23660"/>
                </a:lnTo>
                <a:lnTo>
                  <a:pt x="63808" y="23660"/>
                </a:lnTo>
                <a:lnTo>
                  <a:pt x="63670" y="54181"/>
                </a:lnTo>
                <a:close/>
              </a:path>
              <a:path w="107950" h="385445">
                <a:moveTo>
                  <a:pt x="62166" y="385140"/>
                </a:moveTo>
                <a:lnTo>
                  <a:pt x="43116" y="385051"/>
                </a:lnTo>
                <a:lnTo>
                  <a:pt x="44620" y="54087"/>
                </a:lnTo>
                <a:lnTo>
                  <a:pt x="54216" y="37806"/>
                </a:lnTo>
                <a:lnTo>
                  <a:pt x="63670" y="54181"/>
                </a:lnTo>
                <a:lnTo>
                  <a:pt x="62166" y="385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34036" y="3686555"/>
            <a:ext cx="1545856" cy="17737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21652" y="3581400"/>
            <a:ext cx="109727" cy="5334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12280" y="3581400"/>
            <a:ext cx="419100" cy="10820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09473" y="3577551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0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25317" y="3735971"/>
            <a:ext cx="38214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5785" algn="l"/>
                <a:tab pos="3681095" algn="l"/>
              </a:tabLst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	N	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15328" y="3253740"/>
            <a:ext cx="309880" cy="425450"/>
          </a:xfrm>
          <a:custGeom>
            <a:avLst/>
            <a:gdLst/>
            <a:ahLst/>
            <a:cxnLst/>
            <a:rect l="l" t="t" r="r" b="b"/>
            <a:pathLst>
              <a:path w="309879" h="425450">
                <a:moveTo>
                  <a:pt x="0" y="0"/>
                </a:moveTo>
                <a:lnTo>
                  <a:pt x="309372" y="0"/>
                </a:lnTo>
                <a:lnTo>
                  <a:pt x="309372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21652" y="3148583"/>
            <a:ext cx="109727" cy="5334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12280" y="3148583"/>
            <a:ext cx="419100" cy="10820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09473" y="3144837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0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244367" y="3303257"/>
            <a:ext cx="38214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5785" algn="l"/>
                <a:tab pos="3642995" algn="l"/>
              </a:tabLst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	S	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26058" y="3422942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53709" y="347323"/>
                </a:moveTo>
                <a:lnTo>
                  <a:pt x="44255" y="330948"/>
                </a:lnTo>
                <a:lnTo>
                  <a:pt x="45770" y="0"/>
                </a:lnTo>
                <a:lnTo>
                  <a:pt x="64820" y="76"/>
                </a:lnTo>
                <a:lnTo>
                  <a:pt x="63305" y="331046"/>
                </a:lnTo>
                <a:lnTo>
                  <a:pt x="53709" y="347323"/>
                </a:lnTo>
                <a:close/>
              </a:path>
              <a:path w="107950" h="385445">
                <a:moveTo>
                  <a:pt x="53543" y="385140"/>
                </a:moveTo>
                <a:lnTo>
                  <a:pt x="1270" y="294589"/>
                </a:lnTo>
                <a:lnTo>
                  <a:pt x="368" y="292480"/>
                </a:lnTo>
                <a:lnTo>
                  <a:pt x="0" y="290207"/>
                </a:lnTo>
                <a:lnTo>
                  <a:pt x="190" y="287921"/>
                </a:lnTo>
                <a:lnTo>
                  <a:pt x="10286" y="280339"/>
                </a:lnTo>
                <a:lnTo>
                  <a:pt x="12534" y="280796"/>
                </a:lnTo>
                <a:lnTo>
                  <a:pt x="44255" y="330948"/>
                </a:lnTo>
                <a:lnTo>
                  <a:pt x="44094" y="366191"/>
                </a:lnTo>
                <a:lnTo>
                  <a:pt x="64666" y="366267"/>
                </a:lnTo>
                <a:lnTo>
                  <a:pt x="53543" y="385140"/>
                </a:lnTo>
                <a:close/>
              </a:path>
              <a:path w="107950" h="385445">
                <a:moveTo>
                  <a:pt x="64666" y="366267"/>
                </a:moveTo>
                <a:lnTo>
                  <a:pt x="63144" y="366267"/>
                </a:lnTo>
                <a:lnTo>
                  <a:pt x="63305" y="331046"/>
                </a:lnTo>
                <a:lnTo>
                  <a:pt x="90220" y="285394"/>
                </a:lnTo>
                <a:lnTo>
                  <a:pt x="97739" y="280733"/>
                </a:lnTo>
                <a:lnTo>
                  <a:pt x="100037" y="280847"/>
                </a:lnTo>
                <a:lnTo>
                  <a:pt x="107937" y="290702"/>
                </a:lnTo>
                <a:lnTo>
                  <a:pt x="107543" y="292963"/>
                </a:lnTo>
                <a:lnTo>
                  <a:pt x="106629" y="295071"/>
                </a:lnTo>
                <a:lnTo>
                  <a:pt x="64666" y="366267"/>
                </a:lnTo>
                <a:close/>
              </a:path>
              <a:path w="107950" h="385445">
                <a:moveTo>
                  <a:pt x="63144" y="366267"/>
                </a:moveTo>
                <a:lnTo>
                  <a:pt x="44094" y="366191"/>
                </a:lnTo>
                <a:lnTo>
                  <a:pt x="44255" y="330948"/>
                </a:lnTo>
                <a:lnTo>
                  <a:pt x="53709" y="347323"/>
                </a:lnTo>
                <a:lnTo>
                  <a:pt x="45415" y="361391"/>
                </a:lnTo>
                <a:lnTo>
                  <a:pt x="63166" y="361467"/>
                </a:lnTo>
                <a:lnTo>
                  <a:pt x="63144" y="366267"/>
                </a:lnTo>
                <a:close/>
              </a:path>
              <a:path w="107950" h="385445">
                <a:moveTo>
                  <a:pt x="63166" y="361467"/>
                </a:moveTo>
                <a:lnTo>
                  <a:pt x="61874" y="361467"/>
                </a:lnTo>
                <a:lnTo>
                  <a:pt x="53709" y="347323"/>
                </a:lnTo>
                <a:lnTo>
                  <a:pt x="63305" y="331046"/>
                </a:lnTo>
                <a:lnTo>
                  <a:pt x="63166" y="361467"/>
                </a:lnTo>
                <a:close/>
              </a:path>
              <a:path w="107950" h="385445">
                <a:moveTo>
                  <a:pt x="61874" y="361467"/>
                </a:moveTo>
                <a:lnTo>
                  <a:pt x="45415" y="361391"/>
                </a:lnTo>
                <a:lnTo>
                  <a:pt x="53709" y="347323"/>
                </a:lnTo>
                <a:lnTo>
                  <a:pt x="61874" y="361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443075" y="3433610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61388" y="3686555"/>
            <a:ext cx="1545869" cy="177930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948928" y="3581400"/>
            <a:ext cx="109727" cy="5334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639556" y="3581400"/>
            <a:ext cx="419100" cy="10820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636825" y="3577551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099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099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721280" y="37359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642604" y="3253740"/>
            <a:ext cx="309880" cy="425450"/>
          </a:xfrm>
          <a:custGeom>
            <a:avLst/>
            <a:gdLst/>
            <a:ahLst/>
            <a:cxnLst/>
            <a:rect l="l" t="t" r="r" b="b"/>
            <a:pathLst>
              <a:path w="309879" h="425450">
                <a:moveTo>
                  <a:pt x="0" y="0"/>
                </a:moveTo>
                <a:lnTo>
                  <a:pt x="309372" y="0"/>
                </a:lnTo>
                <a:lnTo>
                  <a:pt x="309372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948928" y="3148583"/>
            <a:ext cx="109727" cy="5334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639556" y="3148583"/>
            <a:ext cx="419100" cy="10820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636825" y="3144837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0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702230" y="3303270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70428" y="3424669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9154312" y="3414039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10185" y="104393"/>
                </a:moveTo>
                <a:lnTo>
                  <a:pt x="0" y="94424"/>
                </a:lnTo>
                <a:lnTo>
                  <a:pt x="380" y="92163"/>
                </a:lnTo>
                <a:lnTo>
                  <a:pt x="1308" y="90055"/>
                </a:lnTo>
                <a:lnTo>
                  <a:pt x="54394" y="0"/>
                </a:lnTo>
                <a:lnTo>
                  <a:pt x="65280" y="18859"/>
                </a:lnTo>
                <a:lnTo>
                  <a:pt x="44780" y="18859"/>
                </a:lnTo>
                <a:lnTo>
                  <a:pt x="44694" y="37797"/>
                </a:lnTo>
                <a:lnTo>
                  <a:pt x="17716" y="99733"/>
                </a:lnTo>
                <a:lnTo>
                  <a:pt x="12446" y="103962"/>
                </a:lnTo>
                <a:lnTo>
                  <a:pt x="10185" y="104393"/>
                </a:lnTo>
                <a:close/>
              </a:path>
              <a:path w="107950" h="385445">
                <a:moveTo>
                  <a:pt x="44620" y="54087"/>
                </a:moveTo>
                <a:lnTo>
                  <a:pt x="44780" y="18859"/>
                </a:lnTo>
                <a:lnTo>
                  <a:pt x="63830" y="18948"/>
                </a:lnTo>
                <a:lnTo>
                  <a:pt x="63808" y="23660"/>
                </a:lnTo>
                <a:lnTo>
                  <a:pt x="46062" y="23660"/>
                </a:lnTo>
                <a:lnTo>
                  <a:pt x="54221" y="37797"/>
                </a:lnTo>
                <a:lnTo>
                  <a:pt x="44620" y="54087"/>
                </a:lnTo>
                <a:close/>
              </a:path>
              <a:path w="107950" h="385445">
                <a:moveTo>
                  <a:pt x="97637" y="104800"/>
                </a:moveTo>
                <a:lnTo>
                  <a:pt x="63670" y="54168"/>
                </a:lnTo>
                <a:lnTo>
                  <a:pt x="63830" y="18948"/>
                </a:lnTo>
                <a:lnTo>
                  <a:pt x="44780" y="18859"/>
                </a:lnTo>
                <a:lnTo>
                  <a:pt x="65280" y="18859"/>
                </a:lnTo>
                <a:lnTo>
                  <a:pt x="106654" y="90538"/>
                </a:lnTo>
                <a:lnTo>
                  <a:pt x="107556" y="92659"/>
                </a:lnTo>
                <a:lnTo>
                  <a:pt x="107924" y="94919"/>
                </a:lnTo>
                <a:lnTo>
                  <a:pt x="107746" y="97205"/>
                </a:lnTo>
                <a:lnTo>
                  <a:pt x="99936" y="104698"/>
                </a:lnTo>
                <a:lnTo>
                  <a:pt x="97637" y="104800"/>
                </a:lnTo>
                <a:close/>
              </a:path>
              <a:path w="107950" h="385445">
                <a:moveTo>
                  <a:pt x="54221" y="37797"/>
                </a:moveTo>
                <a:lnTo>
                  <a:pt x="46062" y="23660"/>
                </a:lnTo>
                <a:lnTo>
                  <a:pt x="62509" y="23736"/>
                </a:lnTo>
                <a:lnTo>
                  <a:pt x="54221" y="37797"/>
                </a:lnTo>
                <a:close/>
              </a:path>
              <a:path w="107950" h="385445">
                <a:moveTo>
                  <a:pt x="63670" y="54168"/>
                </a:moveTo>
                <a:lnTo>
                  <a:pt x="54221" y="37797"/>
                </a:lnTo>
                <a:lnTo>
                  <a:pt x="62509" y="23736"/>
                </a:lnTo>
                <a:lnTo>
                  <a:pt x="46062" y="23660"/>
                </a:lnTo>
                <a:lnTo>
                  <a:pt x="63808" y="23660"/>
                </a:lnTo>
                <a:lnTo>
                  <a:pt x="63670" y="54168"/>
                </a:lnTo>
                <a:close/>
              </a:path>
              <a:path w="107950" h="385445">
                <a:moveTo>
                  <a:pt x="62166" y="385140"/>
                </a:moveTo>
                <a:lnTo>
                  <a:pt x="43116" y="385051"/>
                </a:lnTo>
                <a:lnTo>
                  <a:pt x="44620" y="54087"/>
                </a:lnTo>
                <a:lnTo>
                  <a:pt x="54221" y="37797"/>
                </a:lnTo>
                <a:lnTo>
                  <a:pt x="63670" y="54168"/>
                </a:lnTo>
                <a:lnTo>
                  <a:pt x="62166" y="385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897123" y="5074920"/>
            <a:ext cx="920496" cy="20269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719828" y="5074920"/>
            <a:ext cx="920496" cy="20269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545580" y="5074920"/>
            <a:ext cx="920496" cy="20269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374380" y="5074920"/>
            <a:ext cx="920496" cy="20269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3514318" y="1417954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085" y="1863407"/>
            <a:ext cx="289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实验现象记录表</a:t>
            </a:r>
            <a:r>
              <a:rPr dirty="0" sz="2600" spc="5" i="1">
                <a:latin typeface="华文楷体"/>
                <a:cs typeface="华文楷体"/>
              </a:rPr>
              <a:t>格</a:t>
            </a:r>
            <a:endParaRPr sz="2600">
              <a:latin typeface="华文楷体"/>
              <a:cs typeface="华文楷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22740" y="2354579"/>
          <a:ext cx="7000875" cy="3422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960"/>
                <a:gridCol w="1461769"/>
                <a:gridCol w="1396364"/>
                <a:gridCol w="1396364"/>
                <a:gridCol w="1396365"/>
              </a:tblGrid>
              <a:tr h="1305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284480" marR="149860" indent="-1270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磁体磁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场 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的方</a:t>
                      </a:r>
                      <a:r>
                        <a:rPr dirty="0" sz="2000" spc="5" i="1">
                          <a:latin typeface="华文楷体"/>
                          <a:cs typeface="华文楷体"/>
                        </a:rPr>
                        <a:t>向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84">
                <a:tc>
                  <a:txBody>
                    <a:bodyPr/>
                    <a:lstStyle/>
                    <a:p>
                      <a:pPr marL="411480" marR="149860" indent="-2540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磁通量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的 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变</a:t>
                      </a:r>
                      <a:r>
                        <a:rPr dirty="0" sz="2000" spc="5" i="1">
                          <a:latin typeface="华文楷体"/>
                          <a:cs typeface="华文楷体"/>
                        </a:rPr>
                        <a:t>化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84">
                <a:tc>
                  <a:txBody>
                    <a:bodyPr/>
                    <a:lstStyle/>
                    <a:p>
                      <a:pPr marL="284480" marR="149860" indent="-1270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感应电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流 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的方</a:t>
                      </a:r>
                      <a:r>
                        <a:rPr dirty="0" sz="2000" spc="5" i="1">
                          <a:latin typeface="华文楷体"/>
                          <a:cs typeface="华文楷体"/>
                        </a:rPr>
                        <a:t>向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015740" y="2398776"/>
            <a:ext cx="949451" cy="1289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2579" y="2397251"/>
            <a:ext cx="949451" cy="12893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58000" y="2397251"/>
            <a:ext cx="827531" cy="1242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67700" y="2397251"/>
            <a:ext cx="826007" cy="12420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10557" y="377289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8" y="484720"/>
                </a:moveTo>
                <a:lnTo>
                  <a:pt x="44450" y="468403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403"/>
                </a:lnTo>
                <a:lnTo>
                  <a:pt x="53968" y="48472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95" y="432219"/>
                </a:lnTo>
                <a:lnTo>
                  <a:pt x="380" y="430110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96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7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7" y="503618"/>
                </a:moveTo>
                <a:lnTo>
                  <a:pt x="63487" y="503618"/>
                </a:lnTo>
                <a:lnTo>
                  <a:pt x="63500" y="468381"/>
                </a:lnTo>
                <a:lnTo>
                  <a:pt x="90195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37" y="427837"/>
                </a:lnTo>
                <a:lnTo>
                  <a:pt x="107556" y="430110"/>
                </a:lnTo>
                <a:lnTo>
                  <a:pt x="106641" y="432219"/>
                </a:lnTo>
                <a:lnTo>
                  <a:pt x="64987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8" y="484720"/>
                </a:lnTo>
                <a:lnTo>
                  <a:pt x="45745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8" y="484720"/>
                </a:lnTo>
                <a:lnTo>
                  <a:pt x="63487" y="468403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45" y="498817"/>
                </a:lnTo>
                <a:lnTo>
                  <a:pt x="53968" y="48472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36589" y="377289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2" y="484710"/>
                </a:moveTo>
                <a:lnTo>
                  <a:pt x="44437" y="468381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381"/>
                </a:lnTo>
                <a:lnTo>
                  <a:pt x="53962" y="48471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82" y="432219"/>
                </a:lnTo>
                <a:lnTo>
                  <a:pt x="380" y="430110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84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7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7" y="503618"/>
                </a:moveTo>
                <a:lnTo>
                  <a:pt x="63487" y="503618"/>
                </a:lnTo>
                <a:lnTo>
                  <a:pt x="63487" y="468381"/>
                </a:lnTo>
                <a:lnTo>
                  <a:pt x="90182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24" y="427837"/>
                </a:lnTo>
                <a:lnTo>
                  <a:pt x="107556" y="430110"/>
                </a:lnTo>
                <a:lnTo>
                  <a:pt x="106641" y="432219"/>
                </a:lnTo>
                <a:lnTo>
                  <a:pt x="64987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2" y="484710"/>
                </a:lnTo>
                <a:lnTo>
                  <a:pt x="45732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2" y="484710"/>
                </a:lnTo>
                <a:lnTo>
                  <a:pt x="63487" y="468381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32" y="498817"/>
                </a:lnTo>
                <a:lnTo>
                  <a:pt x="53962" y="48471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38821" y="377289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36" y="104609"/>
                </a:moveTo>
                <a:lnTo>
                  <a:pt x="0" y="94678"/>
                </a:lnTo>
                <a:lnTo>
                  <a:pt x="368" y="92417"/>
                </a:lnTo>
                <a:lnTo>
                  <a:pt x="1282" y="90309"/>
                </a:lnTo>
                <a:lnTo>
                  <a:pt x="53962" y="0"/>
                </a:lnTo>
                <a:lnTo>
                  <a:pt x="64993" y="18910"/>
                </a:lnTo>
                <a:lnTo>
                  <a:pt x="44437" y="18910"/>
                </a:lnTo>
                <a:lnTo>
                  <a:pt x="44437" y="54147"/>
                </a:lnTo>
                <a:lnTo>
                  <a:pt x="17741" y="99910"/>
                </a:lnTo>
                <a:lnTo>
                  <a:pt x="16344" y="101739"/>
                </a:lnTo>
                <a:lnTo>
                  <a:pt x="14566" y="103174"/>
                </a:lnTo>
                <a:lnTo>
                  <a:pt x="12484" y="104152"/>
                </a:lnTo>
                <a:lnTo>
                  <a:pt x="10236" y="104609"/>
                </a:lnTo>
                <a:close/>
              </a:path>
              <a:path w="107950" h="522604">
                <a:moveTo>
                  <a:pt x="44437" y="54147"/>
                </a:moveTo>
                <a:lnTo>
                  <a:pt x="44437" y="18910"/>
                </a:lnTo>
                <a:lnTo>
                  <a:pt x="63487" y="18910"/>
                </a:lnTo>
                <a:lnTo>
                  <a:pt x="63487" y="23710"/>
                </a:lnTo>
                <a:lnTo>
                  <a:pt x="45732" y="23710"/>
                </a:lnTo>
                <a:lnTo>
                  <a:pt x="53962" y="37818"/>
                </a:lnTo>
                <a:lnTo>
                  <a:pt x="44437" y="54147"/>
                </a:lnTo>
                <a:close/>
              </a:path>
              <a:path w="107950" h="522604">
                <a:moveTo>
                  <a:pt x="97688" y="104609"/>
                </a:moveTo>
                <a:lnTo>
                  <a:pt x="63487" y="54147"/>
                </a:lnTo>
                <a:lnTo>
                  <a:pt x="63487" y="18910"/>
                </a:lnTo>
                <a:lnTo>
                  <a:pt x="64993" y="18910"/>
                </a:lnTo>
                <a:lnTo>
                  <a:pt x="106641" y="90309"/>
                </a:lnTo>
                <a:lnTo>
                  <a:pt x="107543" y="92417"/>
                </a:lnTo>
                <a:lnTo>
                  <a:pt x="107924" y="94678"/>
                </a:lnTo>
                <a:lnTo>
                  <a:pt x="107746" y="96964"/>
                </a:lnTo>
                <a:lnTo>
                  <a:pt x="97688" y="104609"/>
                </a:lnTo>
                <a:close/>
              </a:path>
              <a:path w="107950" h="522604">
                <a:moveTo>
                  <a:pt x="53962" y="37818"/>
                </a:moveTo>
                <a:lnTo>
                  <a:pt x="45732" y="23710"/>
                </a:lnTo>
                <a:lnTo>
                  <a:pt x="62191" y="23710"/>
                </a:lnTo>
                <a:lnTo>
                  <a:pt x="53962" y="37818"/>
                </a:lnTo>
                <a:close/>
              </a:path>
              <a:path w="107950" h="522604">
                <a:moveTo>
                  <a:pt x="63487" y="54147"/>
                </a:moveTo>
                <a:lnTo>
                  <a:pt x="53962" y="37818"/>
                </a:lnTo>
                <a:lnTo>
                  <a:pt x="62191" y="23710"/>
                </a:lnTo>
                <a:lnTo>
                  <a:pt x="63487" y="23710"/>
                </a:lnTo>
                <a:lnTo>
                  <a:pt x="63487" y="54147"/>
                </a:lnTo>
                <a:close/>
              </a:path>
              <a:path w="107950" h="522604">
                <a:moveTo>
                  <a:pt x="63487" y="522516"/>
                </a:moveTo>
                <a:lnTo>
                  <a:pt x="44437" y="522516"/>
                </a:lnTo>
                <a:lnTo>
                  <a:pt x="44437" y="54147"/>
                </a:lnTo>
                <a:lnTo>
                  <a:pt x="53962" y="37818"/>
                </a:lnTo>
                <a:lnTo>
                  <a:pt x="63487" y="54147"/>
                </a:lnTo>
                <a:lnTo>
                  <a:pt x="63487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21991" y="377289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48" y="104609"/>
                </a:moveTo>
                <a:lnTo>
                  <a:pt x="0" y="94678"/>
                </a:lnTo>
                <a:lnTo>
                  <a:pt x="380" y="92417"/>
                </a:lnTo>
                <a:lnTo>
                  <a:pt x="1295" y="90309"/>
                </a:lnTo>
                <a:lnTo>
                  <a:pt x="53975" y="0"/>
                </a:lnTo>
                <a:lnTo>
                  <a:pt x="65003" y="18910"/>
                </a:lnTo>
                <a:lnTo>
                  <a:pt x="44450" y="18910"/>
                </a:lnTo>
                <a:lnTo>
                  <a:pt x="44437" y="54147"/>
                </a:lnTo>
                <a:lnTo>
                  <a:pt x="17741" y="99910"/>
                </a:lnTo>
                <a:lnTo>
                  <a:pt x="16357" y="101739"/>
                </a:lnTo>
                <a:lnTo>
                  <a:pt x="14579" y="103174"/>
                </a:lnTo>
                <a:lnTo>
                  <a:pt x="12496" y="104152"/>
                </a:lnTo>
                <a:lnTo>
                  <a:pt x="10248" y="104609"/>
                </a:lnTo>
                <a:close/>
              </a:path>
              <a:path w="107950" h="522604">
                <a:moveTo>
                  <a:pt x="44450" y="54125"/>
                </a:moveTo>
                <a:lnTo>
                  <a:pt x="44450" y="18910"/>
                </a:lnTo>
                <a:lnTo>
                  <a:pt x="63500" y="18910"/>
                </a:lnTo>
                <a:lnTo>
                  <a:pt x="63500" y="23710"/>
                </a:lnTo>
                <a:lnTo>
                  <a:pt x="45745" y="23710"/>
                </a:lnTo>
                <a:lnTo>
                  <a:pt x="53968" y="37807"/>
                </a:lnTo>
                <a:lnTo>
                  <a:pt x="44450" y="54125"/>
                </a:lnTo>
                <a:close/>
              </a:path>
              <a:path w="107950" h="522604">
                <a:moveTo>
                  <a:pt x="97701" y="104609"/>
                </a:moveTo>
                <a:lnTo>
                  <a:pt x="63500" y="54147"/>
                </a:lnTo>
                <a:lnTo>
                  <a:pt x="63500" y="18910"/>
                </a:lnTo>
                <a:lnTo>
                  <a:pt x="65003" y="18910"/>
                </a:lnTo>
                <a:lnTo>
                  <a:pt x="106641" y="90309"/>
                </a:lnTo>
                <a:lnTo>
                  <a:pt x="107556" y="92417"/>
                </a:lnTo>
                <a:lnTo>
                  <a:pt x="107937" y="94678"/>
                </a:lnTo>
                <a:lnTo>
                  <a:pt x="107759" y="96964"/>
                </a:lnTo>
                <a:lnTo>
                  <a:pt x="97701" y="104609"/>
                </a:lnTo>
                <a:close/>
              </a:path>
              <a:path w="107950" h="522604">
                <a:moveTo>
                  <a:pt x="53968" y="37807"/>
                </a:moveTo>
                <a:lnTo>
                  <a:pt x="45745" y="23710"/>
                </a:lnTo>
                <a:lnTo>
                  <a:pt x="62191" y="23710"/>
                </a:lnTo>
                <a:lnTo>
                  <a:pt x="53968" y="37807"/>
                </a:lnTo>
                <a:close/>
              </a:path>
              <a:path w="107950" h="522604">
                <a:moveTo>
                  <a:pt x="63500" y="54147"/>
                </a:moveTo>
                <a:lnTo>
                  <a:pt x="53968" y="37807"/>
                </a:lnTo>
                <a:lnTo>
                  <a:pt x="62191" y="23710"/>
                </a:lnTo>
                <a:lnTo>
                  <a:pt x="63500" y="23710"/>
                </a:lnTo>
                <a:lnTo>
                  <a:pt x="63500" y="54147"/>
                </a:lnTo>
                <a:close/>
              </a:path>
              <a:path w="107950" h="522604">
                <a:moveTo>
                  <a:pt x="63500" y="522516"/>
                </a:moveTo>
                <a:lnTo>
                  <a:pt x="44450" y="522516"/>
                </a:lnTo>
                <a:lnTo>
                  <a:pt x="44450" y="54125"/>
                </a:lnTo>
                <a:lnTo>
                  <a:pt x="53968" y="37807"/>
                </a:lnTo>
                <a:lnTo>
                  <a:pt x="63487" y="54125"/>
                </a:lnTo>
                <a:lnTo>
                  <a:pt x="63500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514318" y="1338440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654" y="2085022"/>
            <a:ext cx="7009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思考：实验中如何分辨感应电流的方向呢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80103" y="2700527"/>
            <a:ext cx="4273296" cy="3005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14318" y="1417954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6891" y="2057082"/>
            <a:ext cx="38868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确定感应电流方向的方</a:t>
            </a:r>
            <a:r>
              <a:rPr dirty="0" sz="2600" spc="5" i="1">
                <a:latin typeface="华文楷体"/>
                <a:cs typeface="华文楷体"/>
              </a:rPr>
              <a:t>法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8772" y="2552700"/>
            <a:ext cx="5686044" cy="3197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14318" y="1417954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1547" y="2081440"/>
            <a:ext cx="2158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i="1">
                <a:latin typeface="华文楷体"/>
                <a:cs typeface="华文楷体"/>
              </a:rPr>
              <a:t>“左进左偏</a:t>
            </a:r>
            <a:r>
              <a:rPr dirty="0" sz="2800" spc="-5" i="1">
                <a:latin typeface="华文楷体"/>
                <a:cs typeface="华文楷体"/>
              </a:rPr>
              <a:t>”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4" name="object 4"/>
          <p:cNvSpPr/>
          <p:nvPr/>
        </p:nvSpPr>
        <p:spPr>
          <a:xfrm>
            <a:off x="2610611" y="2670048"/>
            <a:ext cx="3410712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83864" y="5070347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919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58896" y="5205984"/>
            <a:ext cx="251460" cy="0"/>
          </a:xfrm>
          <a:custGeom>
            <a:avLst/>
            <a:gdLst/>
            <a:ahLst/>
            <a:cxnLst/>
            <a:rect l="l" t="t" r="r" b="b"/>
            <a:pathLst>
              <a:path w="251460" h="0">
                <a:moveTo>
                  <a:pt x="0" y="0"/>
                </a:moveTo>
                <a:lnTo>
                  <a:pt x="251459" y="0"/>
                </a:lnTo>
              </a:path>
            </a:pathLst>
          </a:custGeom>
          <a:ln w="2743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83864" y="5219700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920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51910" y="5063578"/>
            <a:ext cx="264795" cy="285115"/>
          </a:xfrm>
          <a:custGeom>
            <a:avLst/>
            <a:gdLst/>
            <a:ahLst/>
            <a:cxnLst/>
            <a:rect l="l" t="t" r="r" b="b"/>
            <a:pathLst>
              <a:path w="264795" h="285114">
                <a:moveTo>
                  <a:pt x="112039" y="128574"/>
                </a:moveTo>
                <a:lnTo>
                  <a:pt x="112039" y="0"/>
                </a:lnTo>
                <a:lnTo>
                  <a:pt x="152641" y="0"/>
                </a:lnTo>
                <a:lnTo>
                  <a:pt x="152641" y="6350"/>
                </a:lnTo>
                <a:lnTo>
                  <a:pt x="124739" y="6350"/>
                </a:lnTo>
                <a:lnTo>
                  <a:pt x="118389" y="12700"/>
                </a:lnTo>
                <a:lnTo>
                  <a:pt x="124739" y="12700"/>
                </a:lnTo>
                <a:lnTo>
                  <a:pt x="124739" y="122224"/>
                </a:lnTo>
                <a:lnTo>
                  <a:pt x="118389" y="122224"/>
                </a:lnTo>
                <a:lnTo>
                  <a:pt x="112039" y="128574"/>
                </a:lnTo>
                <a:close/>
              </a:path>
              <a:path w="264795" h="285114">
                <a:moveTo>
                  <a:pt x="124739" y="12700"/>
                </a:moveTo>
                <a:lnTo>
                  <a:pt x="118389" y="12700"/>
                </a:lnTo>
                <a:lnTo>
                  <a:pt x="124739" y="6350"/>
                </a:lnTo>
                <a:lnTo>
                  <a:pt x="124739" y="12700"/>
                </a:lnTo>
                <a:close/>
              </a:path>
              <a:path w="264795" h="285114">
                <a:moveTo>
                  <a:pt x="139941" y="12700"/>
                </a:moveTo>
                <a:lnTo>
                  <a:pt x="124739" y="12700"/>
                </a:lnTo>
                <a:lnTo>
                  <a:pt x="124739" y="6350"/>
                </a:lnTo>
                <a:lnTo>
                  <a:pt x="139941" y="6350"/>
                </a:lnTo>
                <a:lnTo>
                  <a:pt x="139941" y="12700"/>
                </a:lnTo>
                <a:close/>
              </a:path>
              <a:path w="264795" h="285114">
                <a:moveTo>
                  <a:pt x="251993" y="134924"/>
                </a:moveTo>
                <a:lnTo>
                  <a:pt x="139941" y="134924"/>
                </a:lnTo>
                <a:lnTo>
                  <a:pt x="139941" y="6350"/>
                </a:lnTo>
                <a:lnTo>
                  <a:pt x="146291" y="12700"/>
                </a:lnTo>
                <a:lnTo>
                  <a:pt x="152641" y="12700"/>
                </a:lnTo>
                <a:lnTo>
                  <a:pt x="152641" y="122224"/>
                </a:lnTo>
                <a:lnTo>
                  <a:pt x="146291" y="122224"/>
                </a:lnTo>
                <a:lnTo>
                  <a:pt x="152641" y="128574"/>
                </a:lnTo>
                <a:lnTo>
                  <a:pt x="251993" y="128574"/>
                </a:lnTo>
                <a:lnTo>
                  <a:pt x="251993" y="134924"/>
                </a:lnTo>
                <a:close/>
              </a:path>
              <a:path w="264795" h="285114">
                <a:moveTo>
                  <a:pt x="152641" y="12700"/>
                </a:moveTo>
                <a:lnTo>
                  <a:pt x="146291" y="12700"/>
                </a:lnTo>
                <a:lnTo>
                  <a:pt x="139941" y="6350"/>
                </a:lnTo>
                <a:lnTo>
                  <a:pt x="152641" y="6350"/>
                </a:lnTo>
                <a:lnTo>
                  <a:pt x="152641" y="12700"/>
                </a:lnTo>
                <a:close/>
              </a:path>
              <a:path w="264795" h="285114">
                <a:moveTo>
                  <a:pt x="112039" y="162813"/>
                </a:moveTo>
                <a:lnTo>
                  <a:pt x="0" y="162813"/>
                </a:lnTo>
                <a:lnTo>
                  <a:pt x="0" y="122224"/>
                </a:lnTo>
                <a:lnTo>
                  <a:pt x="112039" y="122224"/>
                </a:lnTo>
                <a:lnTo>
                  <a:pt x="112039" y="128574"/>
                </a:lnTo>
                <a:lnTo>
                  <a:pt x="12700" y="128574"/>
                </a:lnTo>
                <a:lnTo>
                  <a:pt x="6350" y="134924"/>
                </a:lnTo>
                <a:lnTo>
                  <a:pt x="12700" y="134924"/>
                </a:lnTo>
                <a:lnTo>
                  <a:pt x="12700" y="150113"/>
                </a:lnTo>
                <a:lnTo>
                  <a:pt x="6350" y="150113"/>
                </a:lnTo>
                <a:lnTo>
                  <a:pt x="12700" y="156463"/>
                </a:lnTo>
                <a:lnTo>
                  <a:pt x="112039" y="156463"/>
                </a:lnTo>
                <a:lnTo>
                  <a:pt x="112039" y="162813"/>
                </a:lnTo>
                <a:close/>
              </a:path>
              <a:path w="264795" h="285114">
                <a:moveTo>
                  <a:pt x="124739" y="134924"/>
                </a:moveTo>
                <a:lnTo>
                  <a:pt x="12700" y="134924"/>
                </a:lnTo>
                <a:lnTo>
                  <a:pt x="12700" y="128574"/>
                </a:lnTo>
                <a:lnTo>
                  <a:pt x="112039" y="128574"/>
                </a:lnTo>
                <a:lnTo>
                  <a:pt x="118389" y="122224"/>
                </a:lnTo>
                <a:lnTo>
                  <a:pt x="124739" y="122224"/>
                </a:lnTo>
                <a:lnTo>
                  <a:pt x="124739" y="134924"/>
                </a:lnTo>
                <a:close/>
              </a:path>
              <a:path w="264795" h="285114">
                <a:moveTo>
                  <a:pt x="152641" y="128574"/>
                </a:moveTo>
                <a:lnTo>
                  <a:pt x="146291" y="122224"/>
                </a:lnTo>
                <a:lnTo>
                  <a:pt x="152641" y="122224"/>
                </a:lnTo>
                <a:lnTo>
                  <a:pt x="152641" y="128574"/>
                </a:lnTo>
                <a:close/>
              </a:path>
              <a:path w="264795" h="285114">
                <a:moveTo>
                  <a:pt x="264693" y="134924"/>
                </a:moveTo>
                <a:lnTo>
                  <a:pt x="258343" y="134924"/>
                </a:lnTo>
                <a:lnTo>
                  <a:pt x="251993" y="128574"/>
                </a:lnTo>
                <a:lnTo>
                  <a:pt x="152641" y="128574"/>
                </a:lnTo>
                <a:lnTo>
                  <a:pt x="152641" y="122224"/>
                </a:lnTo>
                <a:lnTo>
                  <a:pt x="264693" y="122224"/>
                </a:lnTo>
                <a:lnTo>
                  <a:pt x="264693" y="134924"/>
                </a:lnTo>
                <a:close/>
              </a:path>
              <a:path w="264795" h="285114">
                <a:moveTo>
                  <a:pt x="12700" y="134924"/>
                </a:moveTo>
                <a:lnTo>
                  <a:pt x="6350" y="134924"/>
                </a:lnTo>
                <a:lnTo>
                  <a:pt x="12700" y="128574"/>
                </a:lnTo>
                <a:lnTo>
                  <a:pt x="12700" y="134924"/>
                </a:lnTo>
                <a:close/>
              </a:path>
              <a:path w="264795" h="285114">
                <a:moveTo>
                  <a:pt x="251993" y="156463"/>
                </a:moveTo>
                <a:lnTo>
                  <a:pt x="251993" y="128574"/>
                </a:lnTo>
                <a:lnTo>
                  <a:pt x="258343" y="134924"/>
                </a:lnTo>
                <a:lnTo>
                  <a:pt x="264693" y="134924"/>
                </a:lnTo>
                <a:lnTo>
                  <a:pt x="264693" y="150113"/>
                </a:lnTo>
                <a:lnTo>
                  <a:pt x="258343" y="150113"/>
                </a:lnTo>
                <a:lnTo>
                  <a:pt x="251993" y="156463"/>
                </a:lnTo>
                <a:close/>
              </a:path>
              <a:path w="264795" h="285114">
                <a:moveTo>
                  <a:pt x="12700" y="156463"/>
                </a:moveTo>
                <a:lnTo>
                  <a:pt x="6350" y="150113"/>
                </a:lnTo>
                <a:lnTo>
                  <a:pt x="12700" y="150113"/>
                </a:lnTo>
                <a:lnTo>
                  <a:pt x="12700" y="156463"/>
                </a:lnTo>
                <a:close/>
              </a:path>
              <a:path w="264795" h="285114">
                <a:moveTo>
                  <a:pt x="124739" y="162813"/>
                </a:moveTo>
                <a:lnTo>
                  <a:pt x="118389" y="162813"/>
                </a:lnTo>
                <a:lnTo>
                  <a:pt x="112039" y="156463"/>
                </a:lnTo>
                <a:lnTo>
                  <a:pt x="12700" y="156463"/>
                </a:lnTo>
                <a:lnTo>
                  <a:pt x="12700" y="150113"/>
                </a:lnTo>
                <a:lnTo>
                  <a:pt x="124739" y="150113"/>
                </a:lnTo>
                <a:lnTo>
                  <a:pt x="124739" y="162813"/>
                </a:lnTo>
                <a:close/>
              </a:path>
              <a:path w="264795" h="285114">
                <a:moveTo>
                  <a:pt x="139941" y="278688"/>
                </a:moveTo>
                <a:lnTo>
                  <a:pt x="139941" y="150113"/>
                </a:lnTo>
                <a:lnTo>
                  <a:pt x="251993" y="150113"/>
                </a:lnTo>
                <a:lnTo>
                  <a:pt x="251993" y="156463"/>
                </a:lnTo>
                <a:lnTo>
                  <a:pt x="152641" y="156463"/>
                </a:lnTo>
                <a:lnTo>
                  <a:pt x="146291" y="162813"/>
                </a:lnTo>
                <a:lnTo>
                  <a:pt x="152641" y="162813"/>
                </a:lnTo>
                <a:lnTo>
                  <a:pt x="152641" y="272338"/>
                </a:lnTo>
                <a:lnTo>
                  <a:pt x="146291" y="272338"/>
                </a:lnTo>
                <a:lnTo>
                  <a:pt x="139941" y="278688"/>
                </a:lnTo>
                <a:close/>
              </a:path>
              <a:path w="264795" h="285114">
                <a:moveTo>
                  <a:pt x="264693" y="162813"/>
                </a:moveTo>
                <a:lnTo>
                  <a:pt x="152641" y="162813"/>
                </a:lnTo>
                <a:lnTo>
                  <a:pt x="152641" y="156463"/>
                </a:lnTo>
                <a:lnTo>
                  <a:pt x="251993" y="156463"/>
                </a:lnTo>
                <a:lnTo>
                  <a:pt x="258343" y="150113"/>
                </a:lnTo>
                <a:lnTo>
                  <a:pt x="264693" y="150113"/>
                </a:lnTo>
                <a:lnTo>
                  <a:pt x="264693" y="162813"/>
                </a:lnTo>
                <a:close/>
              </a:path>
              <a:path w="264795" h="285114">
                <a:moveTo>
                  <a:pt x="152641" y="285038"/>
                </a:moveTo>
                <a:lnTo>
                  <a:pt x="112039" y="285038"/>
                </a:lnTo>
                <a:lnTo>
                  <a:pt x="112039" y="156463"/>
                </a:lnTo>
                <a:lnTo>
                  <a:pt x="118389" y="162813"/>
                </a:lnTo>
                <a:lnTo>
                  <a:pt x="124739" y="162813"/>
                </a:lnTo>
                <a:lnTo>
                  <a:pt x="124739" y="272338"/>
                </a:lnTo>
                <a:lnTo>
                  <a:pt x="118389" y="272338"/>
                </a:lnTo>
                <a:lnTo>
                  <a:pt x="124739" y="278688"/>
                </a:lnTo>
                <a:lnTo>
                  <a:pt x="152641" y="278688"/>
                </a:lnTo>
                <a:lnTo>
                  <a:pt x="152641" y="285038"/>
                </a:lnTo>
                <a:close/>
              </a:path>
              <a:path w="264795" h="285114">
                <a:moveTo>
                  <a:pt x="152641" y="162813"/>
                </a:moveTo>
                <a:lnTo>
                  <a:pt x="146291" y="162813"/>
                </a:lnTo>
                <a:lnTo>
                  <a:pt x="152641" y="156463"/>
                </a:lnTo>
                <a:lnTo>
                  <a:pt x="152641" y="162813"/>
                </a:lnTo>
                <a:close/>
              </a:path>
              <a:path w="264795" h="285114">
                <a:moveTo>
                  <a:pt x="124739" y="278688"/>
                </a:moveTo>
                <a:lnTo>
                  <a:pt x="118389" y="272338"/>
                </a:lnTo>
                <a:lnTo>
                  <a:pt x="124739" y="272338"/>
                </a:lnTo>
                <a:lnTo>
                  <a:pt x="124739" y="278688"/>
                </a:lnTo>
                <a:close/>
              </a:path>
              <a:path w="264795" h="285114">
                <a:moveTo>
                  <a:pt x="139941" y="278688"/>
                </a:moveTo>
                <a:lnTo>
                  <a:pt x="124739" y="278688"/>
                </a:lnTo>
                <a:lnTo>
                  <a:pt x="124739" y="272338"/>
                </a:lnTo>
                <a:lnTo>
                  <a:pt x="139941" y="272338"/>
                </a:lnTo>
                <a:lnTo>
                  <a:pt x="139941" y="278688"/>
                </a:lnTo>
                <a:close/>
              </a:path>
              <a:path w="264795" h="285114">
                <a:moveTo>
                  <a:pt x="152641" y="278688"/>
                </a:moveTo>
                <a:lnTo>
                  <a:pt x="139941" y="278688"/>
                </a:lnTo>
                <a:lnTo>
                  <a:pt x="146291" y="272338"/>
                </a:lnTo>
                <a:lnTo>
                  <a:pt x="152641" y="272338"/>
                </a:lnTo>
                <a:lnTo>
                  <a:pt x="152641" y="2786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78296" y="2670048"/>
            <a:ext cx="3430524" cy="274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30995" y="5070347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919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04504" y="5205984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 h="0">
                <a:moveTo>
                  <a:pt x="0" y="0"/>
                </a:moveTo>
                <a:lnTo>
                  <a:pt x="252984" y="0"/>
                </a:lnTo>
              </a:path>
            </a:pathLst>
          </a:custGeom>
          <a:ln w="2743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730995" y="5219700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920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598827" y="5063578"/>
            <a:ext cx="264795" cy="285115"/>
          </a:xfrm>
          <a:custGeom>
            <a:avLst/>
            <a:gdLst/>
            <a:ahLst/>
            <a:cxnLst/>
            <a:rect l="l" t="t" r="r" b="b"/>
            <a:pathLst>
              <a:path w="264795" h="285114">
                <a:moveTo>
                  <a:pt x="112052" y="128574"/>
                </a:moveTo>
                <a:lnTo>
                  <a:pt x="112052" y="0"/>
                </a:lnTo>
                <a:lnTo>
                  <a:pt x="152641" y="0"/>
                </a:lnTo>
                <a:lnTo>
                  <a:pt x="152641" y="6350"/>
                </a:lnTo>
                <a:lnTo>
                  <a:pt x="124752" y="6350"/>
                </a:lnTo>
                <a:lnTo>
                  <a:pt x="118402" y="12700"/>
                </a:lnTo>
                <a:lnTo>
                  <a:pt x="124752" y="12700"/>
                </a:lnTo>
                <a:lnTo>
                  <a:pt x="124752" y="122224"/>
                </a:lnTo>
                <a:lnTo>
                  <a:pt x="118402" y="122224"/>
                </a:lnTo>
                <a:lnTo>
                  <a:pt x="112052" y="128574"/>
                </a:lnTo>
                <a:close/>
              </a:path>
              <a:path w="264795" h="285114">
                <a:moveTo>
                  <a:pt x="124752" y="12700"/>
                </a:moveTo>
                <a:lnTo>
                  <a:pt x="118402" y="12700"/>
                </a:lnTo>
                <a:lnTo>
                  <a:pt x="124752" y="6350"/>
                </a:lnTo>
                <a:lnTo>
                  <a:pt x="124752" y="12700"/>
                </a:lnTo>
                <a:close/>
              </a:path>
              <a:path w="264795" h="285114">
                <a:moveTo>
                  <a:pt x="139941" y="12700"/>
                </a:moveTo>
                <a:lnTo>
                  <a:pt x="124752" y="12700"/>
                </a:lnTo>
                <a:lnTo>
                  <a:pt x="124752" y="6350"/>
                </a:lnTo>
                <a:lnTo>
                  <a:pt x="139941" y="6350"/>
                </a:lnTo>
                <a:lnTo>
                  <a:pt x="139941" y="12700"/>
                </a:lnTo>
                <a:close/>
              </a:path>
              <a:path w="264795" h="285114">
                <a:moveTo>
                  <a:pt x="251993" y="134924"/>
                </a:moveTo>
                <a:lnTo>
                  <a:pt x="139941" y="134924"/>
                </a:lnTo>
                <a:lnTo>
                  <a:pt x="139941" y="6350"/>
                </a:lnTo>
                <a:lnTo>
                  <a:pt x="146291" y="12700"/>
                </a:lnTo>
                <a:lnTo>
                  <a:pt x="152641" y="12700"/>
                </a:lnTo>
                <a:lnTo>
                  <a:pt x="152641" y="122224"/>
                </a:lnTo>
                <a:lnTo>
                  <a:pt x="146291" y="122224"/>
                </a:lnTo>
                <a:lnTo>
                  <a:pt x="152641" y="128574"/>
                </a:lnTo>
                <a:lnTo>
                  <a:pt x="251993" y="128574"/>
                </a:lnTo>
                <a:lnTo>
                  <a:pt x="251993" y="134924"/>
                </a:lnTo>
                <a:close/>
              </a:path>
              <a:path w="264795" h="285114">
                <a:moveTo>
                  <a:pt x="152641" y="12700"/>
                </a:moveTo>
                <a:lnTo>
                  <a:pt x="146291" y="12700"/>
                </a:lnTo>
                <a:lnTo>
                  <a:pt x="139941" y="6350"/>
                </a:lnTo>
                <a:lnTo>
                  <a:pt x="152641" y="6350"/>
                </a:lnTo>
                <a:lnTo>
                  <a:pt x="152641" y="12700"/>
                </a:lnTo>
                <a:close/>
              </a:path>
              <a:path w="264795" h="285114">
                <a:moveTo>
                  <a:pt x="112052" y="162813"/>
                </a:moveTo>
                <a:lnTo>
                  <a:pt x="0" y="162813"/>
                </a:lnTo>
                <a:lnTo>
                  <a:pt x="0" y="122224"/>
                </a:lnTo>
                <a:lnTo>
                  <a:pt x="112052" y="122224"/>
                </a:lnTo>
                <a:lnTo>
                  <a:pt x="112052" y="128574"/>
                </a:lnTo>
                <a:lnTo>
                  <a:pt x="12700" y="128574"/>
                </a:lnTo>
                <a:lnTo>
                  <a:pt x="6350" y="134924"/>
                </a:lnTo>
                <a:lnTo>
                  <a:pt x="12700" y="134924"/>
                </a:lnTo>
                <a:lnTo>
                  <a:pt x="12700" y="150113"/>
                </a:lnTo>
                <a:lnTo>
                  <a:pt x="6350" y="150113"/>
                </a:lnTo>
                <a:lnTo>
                  <a:pt x="12700" y="156463"/>
                </a:lnTo>
                <a:lnTo>
                  <a:pt x="112052" y="156463"/>
                </a:lnTo>
                <a:lnTo>
                  <a:pt x="112052" y="162813"/>
                </a:lnTo>
                <a:close/>
              </a:path>
              <a:path w="264795" h="285114">
                <a:moveTo>
                  <a:pt x="124752" y="134924"/>
                </a:moveTo>
                <a:lnTo>
                  <a:pt x="12700" y="134924"/>
                </a:lnTo>
                <a:lnTo>
                  <a:pt x="12700" y="128574"/>
                </a:lnTo>
                <a:lnTo>
                  <a:pt x="112052" y="128574"/>
                </a:lnTo>
                <a:lnTo>
                  <a:pt x="118402" y="122224"/>
                </a:lnTo>
                <a:lnTo>
                  <a:pt x="124752" y="122224"/>
                </a:lnTo>
                <a:lnTo>
                  <a:pt x="124752" y="134924"/>
                </a:lnTo>
                <a:close/>
              </a:path>
              <a:path w="264795" h="285114">
                <a:moveTo>
                  <a:pt x="152641" y="128574"/>
                </a:moveTo>
                <a:lnTo>
                  <a:pt x="146291" y="122224"/>
                </a:lnTo>
                <a:lnTo>
                  <a:pt x="152641" y="122224"/>
                </a:lnTo>
                <a:lnTo>
                  <a:pt x="152641" y="128574"/>
                </a:lnTo>
                <a:close/>
              </a:path>
              <a:path w="264795" h="285114">
                <a:moveTo>
                  <a:pt x="264693" y="134924"/>
                </a:moveTo>
                <a:lnTo>
                  <a:pt x="258343" y="134924"/>
                </a:lnTo>
                <a:lnTo>
                  <a:pt x="251993" y="128574"/>
                </a:lnTo>
                <a:lnTo>
                  <a:pt x="152641" y="128574"/>
                </a:lnTo>
                <a:lnTo>
                  <a:pt x="152641" y="122224"/>
                </a:lnTo>
                <a:lnTo>
                  <a:pt x="264693" y="122224"/>
                </a:lnTo>
                <a:lnTo>
                  <a:pt x="264693" y="134924"/>
                </a:lnTo>
                <a:close/>
              </a:path>
              <a:path w="264795" h="285114">
                <a:moveTo>
                  <a:pt x="12700" y="134924"/>
                </a:moveTo>
                <a:lnTo>
                  <a:pt x="6350" y="134924"/>
                </a:lnTo>
                <a:lnTo>
                  <a:pt x="12700" y="128574"/>
                </a:lnTo>
                <a:lnTo>
                  <a:pt x="12700" y="134924"/>
                </a:lnTo>
                <a:close/>
              </a:path>
              <a:path w="264795" h="285114">
                <a:moveTo>
                  <a:pt x="251993" y="156463"/>
                </a:moveTo>
                <a:lnTo>
                  <a:pt x="251993" y="128574"/>
                </a:lnTo>
                <a:lnTo>
                  <a:pt x="258343" y="134924"/>
                </a:lnTo>
                <a:lnTo>
                  <a:pt x="264693" y="134924"/>
                </a:lnTo>
                <a:lnTo>
                  <a:pt x="264693" y="150113"/>
                </a:lnTo>
                <a:lnTo>
                  <a:pt x="258343" y="150113"/>
                </a:lnTo>
                <a:lnTo>
                  <a:pt x="251993" y="156463"/>
                </a:lnTo>
                <a:close/>
              </a:path>
              <a:path w="264795" h="285114">
                <a:moveTo>
                  <a:pt x="12700" y="156463"/>
                </a:moveTo>
                <a:lnTo>
                  <a:pt x="6350" y="150113"/>
                </a:lnTo>
                <a:lnTo>
                  <a:pt x="12700" y="150113"/>
                </a:lnTo>
                <a:lnTo>
                  <a:pt x="12700" y="156463"/>
                </a:lnTo>
                <a:close/>
              </a:path>
              <a:path w="264795" h="285114">
                <a:moveTo>
                  <a:pt x="124752" y="162813"/>
                </a:moveTo>
                <a:lnTo>
                  <a:pt x="118402" y="162813"/>
                </a:lnTo>
                <a:lnTo>
                  <a:pt x="112052" y="156463"/>
                </a:lnTo>
                <a:lnTo>
                  <a:pt x="12700" y="156463"/>
                </a:lnTo>
                <a:lnTo>
                  <a:pt x="12700" y="150113"/>
                </a:lnTo>
                <a:lnTo>
                  <a:pt x="124752" y="150113"/>
                </a:lnTo>
                <a:lnTo>
                  <a:pt x="124752" y="162813"/>
                </a:lnTo>
                <a:close/>
              </a:path>
              <a:path w="264795" h="285114">
                <a:moveTo>
                  <a:pt x="139941" y="278688"/>
                </a:moveTo>
                <a:lnTo>
                  <a:pt x="139941" y="150113"/>
                </a:lnTo>
                <a:lnTo>
                  <a:pt x="251993" y="150113"/>
                </a:lnTo>
                <a:lnTo>
                  <a:pt x="251993" y="156463"/>
                </a:lnTo>
                <a:lnTo>
                  <a:pt x="152641" y="156463"/>
                </a:lnTo>
                <a:lnTo>
                  <a:pt x="146291" y="162813"/>
                </a:lnTo>
                <a:lnTo>
                  <a:pt x="152641" y="162813"/>
                </a:lnTo>
                <a:lnTo>
                  <a:pt x="152641" y="272338"/>
                </a:lnTo>
                <a:lnTo>
                  <a:pt x="146291" y="272338"/>
                </a:lnTo>
                <a:lnTo>
                  <a:pt x="139941" y="278688"/>
                </a:lnTo>
                <a:close/>
              </a:path>
              <a:path w="264795" h="285114">
                <a:moveTo>
                  <a:pt x="264693" y="162813"/>
                </a:moveTo>
                <a:lnTo>
                  <a:pt x="152641" y="162813"/>
                </a:lnTo>
                <a:lnTo>
                  <a:pt x="152641" y="156463"/>
                </a:lnTo>
                <a:lnTo>
                  <a:pt x="251993" y="156463"/>
                </a:lnTo>
                <a:lnTo>
                  <a:pt x="258343" y="150113"/>
                </a:lnTo>
                <a:lnTo>
                  <a:pt x="264693" y="150113"/>
                </a:lnTo>
                <a:lnTo>
                  <a:pt x="264693" y="162813"/>
                </a:lnTo>
                <a:close/>
              </a:path>
              <a:path w="264795" h="285114">
                <a:moveTo>
                  <a:pt x="152641" y="285038"/>
                </a:moveTo>
                <a:lnTo>
                  <a:pt x="112052" y="285038"/>
                </a:lnTo>
                <a:lnTo>
                  <a:pt x="112052" y="156463"/>
                </a:lnTo>
                <a:lnTo>
                  <a:pt x="118402" y="162813"/>
                </a:lnTo>
                <a:lnTo>
                  <a:pt x="124752" y="162813"/>
                </a:lnTo>
                <a:lnTo>
                  <a:pt x="124752" y="272338"/>
                </a:lnTo>
                <a:lnTo>
                  <a:pt x="118402" y="272338"/>
                </a:lnTo>
                <a:lnTo>
                  <a:pt x="124752" y="278688"/>
                </a:lnTo>
                <a:lnTo>
                  <a:pt x="152641" y="278688"/>
                </a:lnTo>
                <a:lnTo>
                  <a:pt x="152641" y="285038"/>
                </a:lnTo>
                <a:close/>
              </a:path>
              <a:path w="264795" h="285114">
                <a:moveTo>
                  <a:pt x="152641" y="162813"/>
                </a:moveTo>
                <a:lnTo>
                  <a:pt x="146291" y="162813"/>
                </a:lnTo>
                <a:lnTo>
                  <a:pt x="152641" y="156463"/>
                </a:lnTo>
                <a:lnTo>
                  <a:pt x="152641" y="162813"/>
                </a:lnTo>
                <a:close/>
              </a:path>
              <a:path w="264795" h="285114">
                <a:moveTo>
                  <a:pt x="124752" y="278688"/>
                </a:moveTo>
                <a:lnTo>
                  <a:pt x="118402" y="272338"/>
                </a:lnTo>
                <a:lnTo>
                  <a:pt x="124752" y="272338"/>
                </a:lnTo>
                <a:lnTo>
                  <a:pt x="124752" y="278688"/>
                </a:lnTo>
                <a:close/>
              </a:path>
              <a:path w="264795" h="285114">
                <a:moveTo>
                  <a:pt x="139941" y="278688"/>
                </a:moveTo>
                <a:lnTo>
                  <a:pt x="124752" y="278688"/>
                </a:lnTo>
                <a:lnTo>
                  <a:pt x="124752" y="272338"/>
                </a:lnTo>
                <a:lnTo>
                  <a:pt x="139941" y="272338"/>
                </a:lnTo>
                <a:lnTo>
                  <a:pt x="139941" y="278688"/>
                </a:lnTo>
                <a:close/>
              </a:path>
              <a:path w="264795" h="285114">
                <a:moveTo>
                  <a:pt x="152641" y="278688"/>
                </a:moveTo>
                <a:lnTo>
                  <a:pt x="139941" y="278688"/>
                </a:lnTo>
                <a:lnTo>
                  <a:pt x="146291" y="272338"/>
                </a:lnTo>
                <a:lnTo>
                  <a:pt x="152641" y="272338"/>
                </a:lnTo>
                <a:lnTo>
                  <a:pt x="152641" y="2786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59562" y="2125306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“右进右偏”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11530" y="3520440"/>
            <a:ext cx="2237231" cy="1773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96654" y="2085022"/>
            <a:ext cx="7009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思考：实验中如何分辨感应电流的方向呢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78191" y="3126016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53696" y="347336"/>
                </a:moveTo>
                <a:lnTo>
                  <a:pt x="44254" y="330980"/>
                </a:lnTo>
                <a:lnTo>
                  <a:pt x="45758" y="0"/>
                </a:lnTo>
                <a:lnTo>
                  <a:pt x="64808" y="88"/>
                </a:lnTo>
                <a:lnTo>
                  <a:pt x="63304" y="331039"/>
                </a:lnTo>
                <a:lnTo>
                  <a:pt x="53696" y="347336"/>
                </a:lnTo>
                <a:close/>
              </a:path>
              <a:path w="107950" h="385445">
                <a:moveTo>
                  <a:pt x="53530" y="385140"/>
                </a:moveTo>
                <a:lnTo>
                  <a:pt x="1257" y="294601"/>
                </a:lnTo>
                <a:lnTo>
                  <a:pt x="368" y="292480"/>
                </a:lnTo>
                <a:lnTo>
                  <a:pt x="0" y="290220"/>
                </a:lnTo>
                <a:lnTo>
                  <a:pt x="177" y="287934"/>
                </a:lnTo>
                <a:lnTo>
                  <a:pt x="10274" y="280339"/>
                </a:lnTo>
                <a:lnTo>
                  <a:pt x="12522" y="280796"/>
                </a:lnTo>
                <a:lnTo>
                  <a:pt x="44254" y="330980"/>
                </a:lnTo>
                <a:lnTo>
                  <a:pt x="44094" y="366191"/>
                </a:lnTo>
                <a:lnTo>
                  <a:pt x="64646" y="366280"/>
                </a:lnTo>
                <a:lnTo>
                  <a:pt x="53530" y="385140"/>
                </a:lnTo>
                <a:close/>
              </a:path>
              <a:path w="107950" h="385445">
                <a:moveTo>
                  <a:pt x="64646" y="366280"/>
                </a:moveTo>
                <a:lnTo>
                  <a:pt x="63144" y="366280"/>
                </a:lnTo>
                <a:lnTo>
                  <a:pt x="63230" y="347336"/>
                </a:lnTo>
                <a:lnTo>
                  <a:pt x="90208" y="285407"/>
                </a:lnTo>
                <a:lnTo>
                  <a:pt x="97726" y="280746"/>
                </a:lnTo>
                <a:lnTo>
                  <a:pt x="100025" y="280847"/>
                </a:lnTo>
                <a:lnTo>
                  <a:pt x="107924" y="290715"/>
                </a:lnTo>
                <a:lnTo>
                  <a:pt x="107530" y="292976"/>
                </a:lnTo>
                <a:lnTo>
                  <a:pt x="106616" y="295071"/>
                </a:lnTo>
                <a:lnTo>
                  <a:pt x="64646" y="366280"/>
                </a:lnTo>
                <a:close/>
              </a:path>
              <a:path w="107950" h="385445">
                <a:moveTo>
                  <a:pt x="63144" y="366280"/>
                </a:moveTo>
                <a:lnTo>
                  <a:pt x="44094" y="366191"/>
                </a:lnTo>
                <a:lnTo>
                  <a:pt x="44254" y="330980"/>
                </a:lnTo>
                <a:lnTo>
                  <a:pt x="53696" y="347336"/>
                </a:lnTo>
                <a:lnTo>
                  <a:pt x="45402" y="361403"/>
                </a:lnTo>
                <a:lnTo>
                  <a:pt x="63166" y="361480"/>
                </a:lnTo>
                <a:lnTo>
                  <a:pt x="63144" y="366280"/>
                </a:lnTo>
                <a:close/>
              </a:path>
              <a:path w="107950" h="385445">
                <a:moveTo>
                  <a:pt x="63166" y="361480"/>
                </a:moveTo>
                <a:lnTo>
                  <a:pt x="61861" y="361480"/>
                </a:lnTo>
                <a:lnTo>
                  <a:pt x="53696" y="347336"/>
                </a:lnTo>
                <a:lnTo>
                  <a:pt x="63304" y="331039"/>
                </a:lnTo>
                <a:lnTo>
                  <a:pt x="63166" y="361480"/>
                </a:lnTo>
                <a:close/>
              </a:path>
              <a:path w="107950" h="385445">
                <a:moveTo>
                  <a:pt x="61861" y="361480"/>
                </a:moveTo>
                <a:lnTo>
                  <a:pt x="45402" y="361403"/>
                </a:lnTo>
                <a:lnTo>
                  <a:pt x="53696" y="347336"/>
                </a:lnTo>
                <a:lnTo>
                  <a:pt x="61861" y="361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795196" y="313669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88707" y="3354323"/>
            <a:ext cx="309880" cy="425450"/>
          </a:xfrm>
          <a:custGeom>
            <a:avLst/>
            <a:gdLst/>
            <a:ahLst/>
            <a:cxnLst/>
            <a:rect l="l" t="t" r="r" b="b"/>
            <a:pathLst>
              <a:path w="309879" h="425450">
                <a:moveTo>
                  <a:pt x="0" y="0"/>
                </a:moveTo>
                <a:lnTo>
                  <a:pt x="309372" y="0"/>
                </a:lnTo>
                <a:lnTo>
                  <a:pt x="309372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495031" y="3249167"/>
            <a:ext cx="109727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85659" y="3249167"/>
            <a:ext cx="419100" cy="1082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82522" y="3245510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16" y="1854"/>
                </a:lnTo>
                <a:lnTo>
                  <a:pt x="405638" y="10833"/>
                </a:lnTo>
                <a:lnTo>
                  <a:pt x="114033" y="10833"/>
                </a:lnTo>
                <a:lnTo>
                  <a:pt x="109537" y="12700"/>
                </a:lnTo>
                <a:lnTo>
                  <a:pt x="112166" y="12700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29" y="105041"/>
                </a:moveTo>
                <a:lnTo>
                  <a:pt x="414616" y="1854"/>
                </a:lnTo>
                <a:lnTo>
                  <a:pt x="419112" y="6350"/>
                </a:lnTo>
                <a:lnTo>
                  <a:pt x="412750" y="6350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29" y="105041"/>
                </a:lnTo>
                <a:close/>
              </a:path>
              <a:path w="425450" h="541020">
                <a:moveTo>
                  <a:pt x="412750" y="428434"/>
                </a:moveTo>
                <a:lnTo>
                  <a:pt x="412750" y="21678"/>
                </a:lnTo>
                <a:lnTo>
                  <a:pt x="423595" y="10833"/>
                </a:lnTo>
                <a:lnTo>
                  <a:pt x="414616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16" y="426567"/>
                </a:lnTo>
                <a:lnTo>
                  <a:pt x="412750" y="428434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28" y="12700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12" y="6350"/>
                </a:lnTo>
                <a:lnTo>
                  <a:pt x="423595" y="10833"/>
                </a:lnTo>
                <a:lnTo>
                  <a:pt x="421728" y="12700"/>
                </a:lnTo>
                <a:close/>
              </a:path>
              <a:path w="425450" h="541020">
                <a:moveTo>
                  <a:pt x="112166" y="12700"/>
                </a:moveTo>
                <a:lnTo>
                  <a:pt x="109537" y="12700"/>
                </a:lnTo>
                <a:lnTo>
                  <a:pt x="114033" y="10833"/>
                </a:lnTo>
                <a:lnTo>
                  <a:pt x="112166" y="12700"/>
                </a:lnTo>
                <a:close/>
              </a:path>
              <a:path w="425450" h="541020">
                <a:moveTo>
                  <a:pt x="403771" y="12700"/>
                </a:moveTo>
                <a:lnTo>
                  <a:pt x="112166" y="12700"/>
                </a:lnTo>
                <a:lnTo>
                  <a:pt x="114033" y="10833"/>
                </a:lnTo>
                <a:lnTo>
                  <a:pt x="405638" y="10833"/>
                </a:lnTo>
                <a:lnTo>
                  <a:pt x="403771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45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83" y="103187"/>
                </a:lnTo>
                <a:lnTo>
                  <a:pt x="311429" y="105041"/>
                </a:lnTo>
                <a:lnTo>
                  <a:pt x="329387" y="105041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7" y="105041"/>
                </a:moveTo>
                <a:lnTo>
                  <a:pt x="311429" y="105041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87" y="105041"/>
                </a:lnTo>
                <a:close/>
              </a:path>
              <a:path w="425450" h="541020">
                <a:moveTo>
                  <a:pt x="10845" y="114020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45" y="114020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22"/>
                </a:lnTo>
                <a:lnTo>
                  <a:pt x="311429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45" y="114020"/>
                </a:lnTo>
                <a:lnTo>
                  <a:pt x="12700" y="112166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34"/>
                </a:lnTo>
                <a:lnTo>
                  <a:pt x="414616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16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22"/>
                </a:lnTo>
                <a:lnTo>
                  <a:pt x="412750" y="428434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29" y="529755"/>
                </a:moveTo>
                <a:lnTo>
                  <a:pt x="322262" y="518922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29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29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47928" y="340394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88707" y="2923032"/>
            <a:ext cx="309880" cy="424180"/>
          </a:xfrm>
          <a:custGeom>
            <a:avLst/>
            <a:gdLst/>
            <a:ahLst/>
            <a:cxnLst/>
            <a:rect l="l" t="t" r="r" b="b"/>
            <a:pathLst>
              <a:path w="309879" h="424179">
                <a:moveTo>
                  <a:pt x="0" y="0"/>
                </a:moveTo>
                <a:lnTo>
                  <a:pt x="309372" y="0"/>
                </a:lnTo>
                <a:lnTo>
                  <a:pt x="309372" y="423672"/>
                </a:lnTo>
                <a:lnTo>
                  <a:pt x="0" y="423672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95031" y="2816351"/>
            <a:ext cx="109727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85659" y="2816351"/>
            <a:ext cx="419100" cy="1097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82522" y="2812795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16" y="1854"/>
                </a:lnTo>
                <a:lnTo>
                  <a:pt x="405638" y="10833"/>
                </a:lnTo>
                <a:lnTo>
                  <a:pt x="114033" y="10833"/>
                </a:lnTo>
                <a:lnTo>
                  <a:pt x="109537" y="12699"/>
                </a:lnTo>
                <a:lnTo>
                  <a:pt x="112166" y="12699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29" y="105041"/>
                </a:moveTo>
                <a:lnTo>
                  <a:pt x="414616" y="1854"/>
                </a:lnTo>
                <a:lnTo>
                  <a:pt x="419112" y="6349"/>
                </a:lnTo>
                <a:lnTo>
                  <a:pt x="412750" y="6349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29" y="105041"/>
                </a:lnTo>
                <a:close/>
              </a:path>
              <a:path w="425450" h="541020">
                <a:moveTo>
                  <a:pt x="412750" y="428434"/>
                </a:moveTo>
                <a:lnTo>
                  <a:pt x="412750" y="21678"/>
                </a:lnTo>
                <a:lnTo>
                  <a:pt x="423595" y="10833"/>
                </a:lnTo>
                <a:lnTo>
                  <a:pt x="414616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16" y="426567"/>
                </a:lnTo>
                <a:lnTo>
                  <a:pt x="412750" y="428434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49"/>
                </a:lnTo>
                <a:lnTo>
                  <a:pt x="419100" y="12699"/>
                </a:lnTo>
                <a:lnTo>
                  <a:pt x="421728" y="12699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699"/>
                </a:moveTo>
                <a:lnTo>
                  <a:pt x="419100" y="12699"/>
                </a:lnTo>
                <a:lnTo>
                  <a:pt x="412750" y="6349"/>
                </a:lnTo>
                <a:lnTo>
                  <a:pt x="419112" y="6349"/>
                </a:lnTo>
                <a:lnTo>
                  <a:pt x="423595" y="10833"/>
                </a:lnTo>
                <a:lnTo>
                  <a:pt x="421728" y="12699"/>
                </a:lnTo>
                <a:close/>
              </a:path>
              <a:path w="425450" h="541020">
                <a:moveTo>
                  <a:pt x="112166" y="12699"/>
                </a:moveTo>
                <a:lnTo>
                  <a:pt x="109537" y="12699"/>
                </a:lnTo>
                <a:lnTo>
                  <a:pt x="114033" y="10833"/>
                </a:lnTo>
                <a:lnTo>
                  <a:pt x="112166" y="12699"/>
                </a:lnTo>
                <a:close/>
              </a:path>
              <a:path w="425450" h="541020">
                <a:moveTo>
                  <a:pt x="403771" y="12699"/>
                </a:moveTo>
                <a:lnTo>
                  <a:pt x="112166" y="12699"/>
                </a:lnTo>
                <a:lnTo>
                  <a:pt x="114033" y="10833"/>
                </a:lnTo>
                <a:lnTo>
                  <a:pt x="405638" y="10833"/>
                </a:lnTo>
                <a:lnTo>
                  <a:pt x="403771" y="12699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45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83" y="103187"/>
                </a:lnTo>
                <a:lnTo>
                  <a:pt x="311429" y="105041"/>
                </a:lnTo>
                <a:lnTo>
                  <a:pt x="329387" y="105041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7" y="105041"/>
                </a:moveTo>
                <a:lnTo>
                  <a:pt x="311429" y="105041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87" y="105041"/>
                </a:lnTo>
                <a:close/>
              </a:path>
              <a:path w="425450" h="541020">
                <a:moveTo>
                  <a:pt x="10845" y="114020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45" y="114020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22"/>
                </a:lnTo>
                <a:lnTo>
                  <a:pt x="311429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45" y="114020"/>
                </a:lnTo>
                <a:lnTo>
                  <a:pt x="12700" y="112166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34"/>
                </a:lnTo>
                <a:lnTo>
                  <a:pt x="414616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16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22"/>
                </a:lnTo>
                <a:lnTo>
                  <a:pt x="412750" y="428434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29" y="529755"/>
                </a:moveTo>
                <a:lnTo>
                  <a:pt x="322262" y="518922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29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29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66978" y="29712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11779" y="2802635"/>
            <a:ext cx="3715512" cy="26106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20611" y="3906811"/>
            <a:ext cx="1660639" cy="12007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035351" y="4107802"/>
            <a:ext cx="190500" cy="647065"/>
          </a:xfrm>
          <a:custGeom>
            <a:avLst/>
            <a:gdLst/>
            <a:ahLst/>
            <a:cxnLst/>
            <a:rect l="l" t="t" r="r" b="b"/>
            <a:pathLst>
              <a:path w="190500" h="647064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647064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647064">
                <a:moveTo>
                  <a:pt x="190500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647064">
                <a:moveTo>
                  <a:pt x="114300" y="646531"/>
                </a:moveTo>
                <a:lnTo>
                  <a:pt x="76200" y="646531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646531"/>
                </a:lnTo>
                <a:close/>
              </a:path>
              <a:path w="190500" h="647064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3395" y="2085022"/>
            <a:ext cx="7009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思考：实验中如何分辨感应电流的方向呢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64932" y="3126016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53708" y="347334"/>
                </a:moveTo>
                <a:lnTo>
                  <a:pt x="44255" y="330960"/>
                </a:lnTo>
                <a:lnTo>
                  <a:pt x="45770" y="0"/>
                </a:lnTo>
                <a:lnTo>
                  <a:pt x="64820" y="88"/>
                </a:lnTo>
                <a:lnTo>
                  <a:pt x="63305" y="331050"/>
                </a:lnTo>
                <a:lnTo>
                  <a:pt x="53708" y="347334"/>
                </a:lnTo>
                <a:close/>
              </a:path>
              <a:path w="107950" h="385445">
                <a:moveTo>
                  <a:pt x="53530" y="385140"/>
                </a:moveTo>
                <a:lnTo>
                  <a:pt x="1270" y="294601"/>
                </a:lnTo>
                <a:lnTo>
                  <a:pt x="368" y="292480"/>
                </a:lnTo>
                <a:lnTo>
                  <a:pt x="0" y="290220"/>
                </a:lnTo>
                <a:lnTo>
                  <a:pt x="190" y="287934"/>
                </a:lnTo>
                <a:lnTo>
                  <a:pt x="10286" y="280339"/>
                </a:lnTo>
                <a:lnTo>
                  <a:pt x="12534" y="280796"/>
                </a:lnTo>
                <a:lnTo>
                  <a:pt x="44255" y="330960"/>
                </a:lnTo>
                <a:lnTo>
                  <a:pt x="44094" y="366191"/>
                </a:lnTo>
                <a:lnTo>
                  <a:pt x="64648" y="366280"/>
                </a:lnTo>
                <a:lnTo>
                  <a:pt x="53530" y="385140"/>
                </a:lnTo>
                <a:close/>
              </a:path>
              <a:path w="107950" h="385445">
                <a:moveTo>
                  <a:pt x="64648" y="366280"/>
                </a:moveTo>
                <a:lnTo>
                  <a:pt x="63144" y="366280"/>
                </a:lnTo>
                <a:lnTo>
                  <a:pt x="63305" y="331050"/>
                </a:lnTo>
                <a:lnTo>
                  <a:pt x="90208" y="285407"/>
                </a:lnTo>
                <a:lnTo>
                  <a:pt x="97739" y="280746"/>
                </a:lnTo>
                <a:lnTo>
                  <a:pt x="100025" y="280847"/>
                </a:lnTo>
                <a:lnTo>
                  <a:pt x="107937" y="290715"/>
                </a:lnTo>
                <a:lnTo>
                  <a:pt x="107543" y="292976"/>
                </a:lnTo>
                <a:lnTo>
                  <a:pt x="106629" y="295071"/>
                </a:lnTo>
                <a:lnTo>
                  <a:pt x="64648" y="366280"/>
                </a:lnTo>
                <a:close/>
              </a:path>
              <a:path w="107950" h="385445">
                <a:moveTo>
                  <a:pt x="63144" y="366280"/>
                </a:moveTo>
                <a:lnTo>
                  <a:pt x="44094" y="366191"/>
                </a:lnTo>
                <a:lnTo>
                  <a:pt x="44255" y="330960"/>
                </a:lnTo>
                <a:lnTo>
                  <a:pt x="53708" y="347334"/>
                </a:lnTo>
                <a:lnTo>
                  <a:pt x="45415" y="361403"/>
                </a:lnTo>
                <a:lnTo>
                  <a:pt x="63166" y="361480"/>
                </a:lnTo>
                <a:lnTo>
                  <a:pt x="63144" y="366280"/>
                </a:lnTo>
                <a:close/>
              </a:path>
              <a:path w="107950" h="385445">
                <a:moveTo>
                  <a:pt x="63166" y="361480"/>
                </a:moveTo>
                <a:lnTo>
                  <a:pt x="61874" y="361480"/>
                </a:lnTo>
                <a:lnTo>
                  <a:pt x="53708" y="347334"/>
                </a:lnTo>
                <a:lnTo>
                  <a:pt x="63305" y="331050"/>
                </a:lnTo>
                <a:lnTo>
                  <a:pt x="63166" y="361480"/>
                </a:lnTo>
                <a:close/>
              </a:path>
              <a:path w="107950" h="385445">
                <a:moveTo>
                  <a:pt x="61874" y="361480"/>
                </a:moveTo>
                <a:lnTo>
                  <a:pt x="45415" y="361403"/>
                </a:lnTo>
                <a:lnTo>
                  <a:pt x="53708" y="347334"/>
                </a:lnTo>
                <a:lnTo>
                  <a:pt x="61874" y="361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482840" y="3249167"/>
            <a:ext cx="108203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71943" y="3249167"/>
            <a:ext cx="419100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69277" y="3245510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33" y="10833"/>
                </a:lnTo>
                <a:lnTo>
                  <a:pt x="109537" y="12700"/>
                </a:lnTo>
                <a:lnTo>
                  <a:pt x="112166" y="12700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6" y="6350"/>
                </a:lnTo>
                <a:lnTo>
                  <a:pt x="412750" y="6350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78"/>
                </a:lnTo>
                <a:lnTo>
                  <a:pt x="423595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28" y="12700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6" y="6350"/>
                </a:lnTo>
                <a:lnTo>
                  <a:pt x="423595" y="10833"/>
                </a:lnTo>
                <a:lnTo>
                  <a:pt x="421728" y="12700"/>
                </a:lnTo>
                <a:close/>
              </a:path>
              <a:path w="425450" h="541020">
                <a:moveTo>
                  <a:pt x="112166" y="12700"/>
                </a:moveTo>
                <a:lnTo>
                  <a:pt x="109537" y="12700"/>
                </a:lnTo>
                <a:lnTo>
                  <a:pt x="114033" y="10833"/>
                </a:lnTo>
                <a:lnTo>
                  <a:pt x="112166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66" y="12700"/>
                </a:lnTo>
                <a:lnTo>
                  <a:pt x="114033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45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7" y="105041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7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87" y="105041"/>
                </a:lnTo>
                <a:close/>
              </a:path>
              <a:path w="425450" h="541020">
                <a:moveTo>
                  <a:pt x="10845" y="114020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45" y="114020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45" y="114020"/>
                </a:lnTo>
                <a:lnTo>
                  <a:pt x="12700" y="112166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47381" y="3441534"/>
            <a:ext cx="165100" cy="253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64"/>
              </a:lnSpc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82840" y="2816351"/>
            <a:ext cx="108203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71943" y="2816351"/>
            <a:ext cx="419100" cy="1097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69277" y="2812795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908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33" y="10833"/>
                </a:lnTo>
                <a:lnTo>
                  <a:pt x="109537" y="12699"/>
                </a:lnTo>
                <a:lnTo>
                  <a:pt x="112166" y="12699"/>
                </a:lnTo>
                <a:lnTo>
                  <a:pt x="21678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6" y="6349"/>
                </a:lnTo>
                <a:lnTo>
                  <a:pt x="412750" y="6349"/>
                </a:lnTo>
                <a:lnTo>
                  <a:pt x="412750" y="21678"/>
                </a:lnTo>
                <a:lnTo>
                  <a:pt x="331241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78"/>
                </a:lnTo>
                <a:lnTo>
                  <a:pt x="423595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78"/>
                </a:moveTo>
                <a:lnTo>
                  <a:pt x="412750" y="6349"/>
                </a:lnTo>
                <a:lnTo>
                  <a:pt x="419100" y="12699"/>
                </a:lnTo>
                <a:lnTo>
                  <a:pt x="421728" y="12699"/>
                </a:lnTo>
                <a:lnTo>
                  <a:pt x="412750" y="21678"/>
                </a:lnTo>
                <a:close/>
              </a:path>
              <a:path w="425450" h="541020">
                <a:moveTo>
                  <a:pt x="421728" y="12699"/>
                </a:moveTo>
                <a:lnTo>
                  <a:pt x="419100" y="12699"/>
                </a:lnTo>
                <a:lnTo>
                  <a:pt x="412750" y="6349"/>
                </a:lnTo>
                <a:lnTo>
                  <a:pt x="419106" y="6349"/>
                </a:lnTo>
                <a:lnTo>
                  <a:pt x="423595" y="10833"/>
                </a:lnTo>
                <a:lnTo>
                  <a:pt x="421728" y="12699"/>
                </a:lnTo>
                <a:close/>
              </a:path>
              <a:path w="425450" h="541020">
                <a:moveTo>
                  <a:pt x="112166" y="12699"/>
                </a:moveTo>
                <a:lnTo>
                  <a:pt x="109537" y="12699"/>
                </a:lnTo>
                <a:lnTo>
                  <a:pt x="114033" y="10833"/>
                </a:lnTo>
                <a:lnTo>
                  <a:pt x="112166" y="12699"/>
                </a:lnTo>
                <a:close/>
              </a:path>
              <a:path w="425450" h="541020">
                <a:moveTo>
                  <a:pt x="403758" y="12699"/>
                </a:moveTo>
                <a:lnTo>
                  <a:pt x="112166" y="12699"/>
                </a:lnTo>
                <a:lnTo>
                  <a:pt x="114033" y="10833"/>
                </a:lnTo>
                <a:lnTo>
                  <a:pt x="405625" y="10833"/>
                </a:lnTo>
                <a:lnTo>
                  <a:pt x="403758" y="12699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78" y="103187"/>
                </a:lnTo>
                <a:lnTo>
                  <a:pt x="15328" y="109537"/>
                </a:lnTo>
                <a:lnTo>
                  <a:pt x="12700" y="109537"/>
                </a:lnTo>
                <a:lnTo>
                  <a:pt x="10845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66"/>
                </a:lnTo>
                <a:lnTo>
                  <a:pt x="21678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7" y="105041"/>
                </a:lnTo>
                <a:lnTo>
                  <a:pt x="324891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7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41" y="103187"/>
                </a:lnTo>
                <a:lnTo>
                  <a:pt x="329387" y="105041"/>
                </a:lnTo>
                <a:close/>
              </a:path>
              <a:path w="425450" h="541020">
                <a:moveTo>
                  <a:pt x="10845" y="114020"/>
                </a:moveTo>
                <a:lnTo>
                  <a:pt x="12700" y="109537"/>
                </a:lnTo>
                <a:lnTo>
                  <a:pt x="12700" y="112166"/>
                </a:lnTo>
                <a:lnTo>
                  <a:pt x="10845" y="114020"/>
                </a:lnTo>
                <a:close/>
              </a:path>
              <a:path w="425450" h="541020">
                <a:moveTo>
                  <a:pt x="12700" y="112166"/>
                </a:moveTo>
                <a:lnTo>
                  <a:pt x="12700" y="109537"/>
                </a:lnTo>
                <a:lnTo>
                  <a:pt x="15328" y="109537"/>
                </a:lnTo>
                <a:lnTo>
                  <a:pt x="12700" y="112166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6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6"/>
                </a:moveTo>
                <a:lnTo>
                  <a:pt x="322262" y="109537"/>
                </a:lnTo>
                <a:lnTo>
                  <a:pt x="324891" y="109537"/>
                </a:lnTo>
                <a:lnTo>
                  <a:pt x="322262" y="112166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45" y="114020"/>
                </a:lnTo>
                <a:lnTo>
                  <a:pt x="12700" y="112166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6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266431" y="3008820"/>
            <a:ext cx="127635" cy="253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64"/>
              </a:lnSpc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99588" y="2802635"/>
            <a:ext cx="3715512" cy="2610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01041" y="3354323"/>
            <a:ext cx="1525269" cy="17302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79792" y="3249167"/>
            <a:ext cx="108203" cy="533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68895" y="3249167"/>
            <a:ext cx="419100" cy="1082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66178" y="3245510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700"/>
                </a:lnTo>
                <a:lnTo>
                  <a:pt x="112153" y="12700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50"/>
                </a:lnTo>
                <a:lnTo>
                  <a:pt x="412750" y="6350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50"/>
                </a:lnTo>
                <a:lnTo>
                  <a:pt x="419100" y="12700"/>
                </a:lnTo>
                <a:lnTo>
                  <a:pt x="421716" y="12700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700"/>
                </a:moveTo>
                <a:lnTo>
                  <a:pt x="419100" y="12700"/>
                </a:lnTo>
                <a:lnTo>
                  <a:pt x="412750" y="6350"/>
                </a:lnTo>
                <a:lnTo>
                  <a:pt x="419100" y="6350"/>
                </a:lnTo>
                <a:lnTo>
                  <a:pt x="423583" y="10833"/>
                </a:lnTo>
                <a:lnTo>
                  <a:pt x="421716" y="12700"/>
                </a:lnTo>
                <a:close/>
              </a:path>
              <a:path w="425450" h="541020">
                <a:moveTo>
                  <a:pt x="112153" y="12700"/>
                </a:moveTo>
                <a:lnTo>
                  <a:pt x="109537" y="12700"/>
                </a:lnTo>
                <a:lnTo>
                  <a:pt x="114020" y="10833"/>
                </a:lnTo>
                <a:lnTo>
                  <a:pt x="112153" y="12700"/>
                </a:lnTo>
                <a:close/>
              </a:path>
              <a:path w="425450" h="541020">
                <a:moveTo>
                  <a:pt x="403758" y="12700"/>
                </a:moveTo>
                <a:lnTo>
                  <a:pt x="112153" y="12700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700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231583" y="340394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71943" y="2923032"/>
            <a:ext cx="311150" cy="424180"/>
          </a:xfrm>
          <a:custGeom>
            <a:avLst/>
            <a:gdLst/>
            <a:ahLst/>
            <a:cxnLst/>
            <a:rect l="l" t="t" r="r" b="b"/>
            <a:pathLst>
              <a:path w="311150" h="424179">
                <a:moveTo>
                  <a:pt x="0" y="0"/>
                </a:moveTo>
                <a:lnTo>
                  <a:pt x="310896" y="0"/>
                </a:lnTo>
                <a:lnTo>
                  <a:pt x="310896" y="423672"/>
                </a:lnTo>
                <a:lnTo>
                  <a:pt x="0" y="423672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79792" y="2816351"/>
            <a:ext cx="108203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68895" y="2816351"/>
            <a:ext cx="419100" cy="1097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66178" y="2812795"/>
            <a:ext cx="425450" cy="541020"/>
          </a:xfrm>
          <a:custGeom>
            <a:avLst/>
            <a:gdLst/>
            <a:ahLst/>
            <a:cxnLst/>
            <a:rect l="l" t="t" r="r" b="b"/>
            <a:pathLst>
              <a:path w="425450" h="541020">
                <a:moveTo>
                  <a:pt x="318541" y="540600"/>
                </a:moveTo>
                <a:lnTo>
                  <a:pt x="0" y="540600"/>
                </a:lnTo>
                <a:lnTo>
                  <a:pt x="0" y="106908"/>
                </a:lnTo>
                <a:lnTo>
                  <a:pt x="106895" y="0"/>
                </a:lnTo>
                <a:lnTo>
                  <a:pt x="425450" y="0"/>
                </a:lnTo>
                <a:lnTo>
                  <a:pt x="425450" y="1854"/>
                </a:lnTo>
                <a:lnTo>
                  <a:pt x="414604" y="1854"/>
                </a:lnTo>
                <a:lnTo>
                  <a:pt x="405625" y="10833"/>
                </a:lnTo>
                <a:lnTo>
                  <a:pt x="114020" y="10833"/>
                </a:lnTo>
                <a:lnTo>
                  <a:pt x="109537" y="12699"/>
                </a:lnTo>
                <a:lnTo>
                  <a:pt x="112153" y="12699"/>
                </a:lnTo>
                <a:lnTo>
                  <a:pt x="21666" y="103187"/>
                </a:lnTo>
                <a:lnTo>
                  <a:pt x="6350" y="103187"/>
                </a:lnTo>
                <a:lnTo>
                  <a:pt x="6350" y="115887"/>
                </a:lnTo>
                <a:lnTo>
                  <a:pt x="12700" y="115887"/>
                </a:lnTo>
                <a:lnTo>
                  <a:pt x="12700" y="527900"/>
                </a:lnTo>
                <a:lnTo>
                  <a:pt x="6350" y="527900"/>
                </a:lnTo>
                <a:lnTo>
                  <a:pt x="12700" y="534250"/>
                </a:lnTo>
                <a:lnTo>
                  <a:pt x="324891" y="534250"/>
                </a:lnTo>
                <a:lnTo>
                  <a:pt x="318541" y="540600"/>
                </a:lnTo>
                <a:close/>
              </a:path>
              <a:path w="425450" h="541020">
                <a:moveTo>
                  <a:pt x="311416" y="105041"/>
                </a:moveTo>
                <a:lnTo>
                  <a:pt x="414604" y="1854"/>
                </a:lnTo>
                <a:lnTo>
                  <a:pt x="419100" y="6349"/>
                </a:lnTo>
                <a:lnTo>
                  <a:pt x="412750" y="6349"/>
                </a:lnTo>
                <a:lnTo>
                  <a:pt x="412750" y="21667"/>
                </a:lnTo>
                <a:lnTo>
                  <a:pt x="331239" y="103187"/>
                </a:lnTo>
                <a:lnTo>
                  <a:pt x="315912" y="103187"/>
                </a:lnTo>
                <a:lnTo>
                  <a:pt x="311416" y="105041"/>
                </a:lnTo>
                <a:close/>
              </a:path>
              <a:path w="425450" h="541020">
                <a:moveTo>
                  <a:pt x="412750" y="428421"/>
                </a:moveTo>
                <a:lnTo>
                  <a:pt x="412750" y="21667"/>
                </a:lnTo>
                <a:lnTo>
                  <a:pt x="423583" y="10833"/>
                </a:lnTo>
                <a:lnTo>
                  <a:pt x="414604" y="1854"/>
                </a:lnTo>
                <a:lnTo>
                  <a:pt x="425450" y="1854"/>
                </a:lnTo>
                <a:lnTo>
                  <a:pt x="425450" y="426567"/>
                </a:lnTo>
                <a:lnTo>
                  <a:pt x="414604" y="426567"/>
                </a:lnTo>
                <a:lnTo>
                  <a:pt x="412750" y="428421"/>
                </a:lnTo>
                <a:close/>
              </a:path>
              <a:path w="425450" h="541020">
                <a:moveTo>
                  <a:pt x="412750" y="21667"/>
                </a:moveTo>
                <a:lnTo>
                  <a:pt x="412750" y="6349"/>
                </a:lnTo>
                <a:lnTo>
                  <a:pt x="419100" y="12699"/>
                </a:lnTo>
                <a:lnTo>
                  <a:pt x="421716" y="12699"/>
                </a:lnTo>
                <a:lnTo>
                  <a:pt x="412750" y="21667"/>
                </a:lnTo>
                <a:close/>
              </a:path>
              <a:path w="425450" h="541020">
                <a:moveTo>
                  <a:pt x="421716" y="12699"/>
                </a:moveTo>
                <a:lnTo>
                  <a:pt x="419100" y="12699"/>
                </a:lnTo>
                <a:lnTo>
                  <a:pt x="412750" y="6349"/>
                </a:lnTo>
                <a:lnTo>
                  <a:pt x="419100" y="6349"/>
                </a:lnTo>
                <a:lnTo>
                  <a:pt x="423583" y="10833"/>
                </a:lnTo>
                <a:lnTo>
                  <a:pt x="421716" y="12699"/>
                </a:lnTo>
                <a:close/>
              </a:path>
              <a:path w="425450" h="541020">
                <a:moveTo>
                  <a:pt x="112153" y="12699"/>
                </a:moveTo>
                <a:lnTo>
                  <a:pt x="109537" y="12699"/>
                </a:lnTo>
                <a:lnTo>
                  <a:pt x="114020" y="10833"/>
                </a:lnTo>
                <a:lnTo>
                  <a:pt x="112153" y="12699"/>
                </a:lnTo>
                <a:close/>
              </a:path>
              <a:path w="425450" h="541020">
                <a:moveTo>
                  <a:pt x="403758" y="12699"/>
                </a:moveTo>
                <a:lnTo>
                  <a:pt x="112153" y="12699"/>
                </a:lnTo>
                <a:lnTo>
                  <a:pt x="114020" y="10833"/>
                </a:lnTo>
                <a:lnTo>
                  <a:pt x="405625" y="10833"/>
                </a:lnTo>
                <a:lnTo>
                  <a:pt x="403758" y="12699"/>
                </a:lnTo>
                <a:close/>
              </a:path>
              <a:path w="425450" h="541020">
                <a:moveTo>
                  <a:pt x="12700" y="115887"/>
                </a:moveTo>
                <a:lnTo>
                  <a:pt x="6350" y="115887"/>
                </a:lnTo>
                <a:lnTo>
                  <a:pt x="6350" y="103187"/>
                </a:lnTo>
                <a:lnTo>
                  <a:pt x="21666" y="103187"/>
                </a:lnTo>
                <a:lnTo>
                  <a:pt x="15316" y="109537"/>
                </a:lnTo>
                <a:lnTo>
                  <a:pt x="12700" y="109537"/>
                </a:lnTo>
                <a:lnTo>
                  <a:pt x="10833" y="114020"/>
                </a:lnTo>
                <a:lnTo>
                  <a:pt x="12700" y="114020"/>
                </a:lnTo>
                <a:lnTo>
                  <a:pt x="12700" y="115887"/>
                </a:lnTo>
                <a:close/>
              </a:path>
              <a:path w="425450" h="541020">
                <a:moveTo>
                  <a:pt x="309562" y="115887"/>
                </a:moveTo>
                <a:lnTo>
                  <a:pt x="12700" y="115887"/>
                </a:lnTo>
                <a:lnTo>
                  <a:pt x="12700" y="112153"/>
                </a:lnTo>
                <a:lnTo>
                  <a:pt x="21666" y="103187"/>
                </a:lnTo>
                <a:lnTo>
                  <a:pt x="313270" y="103187"/>
                </a:lnTo>
                <a:lnTo>
                  <a:pt x="311416" y="105041"/>
                </a:lnTo>
                <a:lnTo>
                  <a:pt x="329385" y="105041"/>
                </a:lnTo>
                <a:lnTo>
                  <a:pt x="324890" y="109537"/>
                </a:lnTo>
                <a:lnTo>
                  <a:pt x="309562" y="109537"/>
                </a:lnTo>
                <a:lnTo>
                  <a:pt x="309562" y="115887"/>
                </a:lnTo>
                <a:close/>
              </a:path>
              <a:path w="425450" h="541020">
                <a:moveTo>
                  <a:pt x="329385" y="105041"/>
                </a:moveTo>
                <a:lnTo>
                  <a:pt x="311416" y="105041"/>
                </a:lnTo>
                <a:lnTo>
                  <a:pt x="315912" y="103187"/>
                </a:lnTo>
                <a:lnTo>
                  <a:pt x="331239" y="103187"/>
                </a:lnTo>
                <a:lnTo>
                  <a:pt x="329385" y="105041"/>
                </a:lnTo>
                <a:close/>
              </a:path>
              <a:path w="425450" h="541020">
                <a:moveTo>
                  <a:pt x="10833" y="114020"/>
                </a:moveTo>
                <a:lnTo>
                  <a:pt x="12700" y="109537"/>
                </a:lnTo>
                <a:lnTo>
                  <a:pt x="12687" y="112165"/>
                </a:lnTo>
                <a:lnTo>
                  <a:pt x="10833" y="114020"/>
                </a:lnTo>
                <a:close/>
              </a:path>
              <a:path w="425450" h="541020">
                <a:moveTo>
                  <a:pt x="12700" y="112153"/>
                </a:moveTo>
                <a:lnTo>
                  <a:pt x="12700" y="109537"/>
                </a:lnTo>
                <a:lnTo>
                  <a:pt x="15316" y="109537"/>
                </a:lnTo>
                <a:lnTo>
                  <a:pt x="12700" y="112153"/>
                </a:lnTo>
                <a:close/>
              </a:path>
              <a:path w="425450" h="541020">
                <a:moveTo>
                  <a:pt x="322262" y="534250"/>
                </a:moveTo>
                <a:lnTo>
                  <a:pt x="309562" y="534250"/>
                </a:lnTo>
                <a:lnTo>
                  <a:pt x="309562" y="109537"/>
                </a:lnTo>
                <a:lnTo>
                  <a:pt x="322262" y="109537"/>
                </a:lnTo>
                <a:lnTo>
                  <a:pt x="322262" y="112165"/>
                </a:lnTo>
                <a:lnTo>
                  <a:pt x="318541" y="115887"/>
                </a:lnTo>
                <a:lnTo>
                  <a:pt x="322262" y="115887"/>
                </a:lnTo>
                <a:lnTo>
                  <a:pt x="322262" y="518909"/>
                </a:lnTo>
                <a:lnTo>
                  <a:pt x="311416" y="529755"/>
                </a:lnTo>
                <a:lnTo>
                  <a:pt x="322262" y="529755"/>
                </a:lnTo>
                <a:lnTo>
                  <a:pt x="322262" y="534250"/>
                </a:lnTo>
                <a:close/>
              </a:path>
              <a:path w="425450" h="541020">
                <a:moveTo>
                  <a:pt x="322262" y="112165"/>
                </a:moveTo>
                <a:lnTo>
                  <a:pt x="322262" y="109537"/>
                </a:lnTo>
                <a:lnTo>
                  <a:pt x="324890" y="109537"/>
                </a:lnTo>
                <a:lnTo>
                  <a:pt x="322262" y="112165"/>
                </a:lnTo>
                <a:close/>
              </a:path>
              <a:path w="425450" h="541020">
                <a:moveTo>
                  <a:pt x="12700" y="114020"/>
                </a:moveTo>
                <a:lnTo>
                  <a:pt x="10833" y="114020"/>
                </a:lnTo>
                <a:lnTo>
                  <a:pt x="12700" y="112153"/>
                </a:lnTo>
                <a:lnTo>
                  <a:pt x="12700" y="114020"/>
                </a:lnTo>
                <a:close/>
              </a:path>
              <a:path w="425450" h="541020">
                <a:moveTo>
                  <a:pt x="322262" y="115887"/>
                </a:moveTo>
                <a:lnTo>
                  <a:pt x="318541" y="115887"/>
                </a:lnTo>
                <a:lnTo>
                  <a:pt x="322262" y="112165"/>
                </a:lnTo>
                <a:lnTo>
                  <a:pt x="322262" y="115887"/>
                </a:lnTo>
                <a:close/>
              </a:path>
              <a:path w="425450" h="541020">
                <a:moveTo>
                  <a:pt x="412750" y="431063"/>
                </a:moveTo>
                <a:lnTo>
                  <a:pt x="412750" y="428421"/>
                </a:lnTo>
                <a:lnTo>
                  <a:pt x="414604" y="426567"/>
                </a:lnTo>
                <a:lnTo>
                  <a:pt x="412750" y="431063"/>
                </a:lnTo>
                <a:close/>
              </a:path>
              <a:path w="425450" h="541020">
                <a:moveTo>
                  <a:pt x="425450" y="431063"/>
                </a:moveTo>
                <a:lnTo>
                  <a:pt x="412750" y="431063"/>
                </a:lnTo>
                <a:lnTo>
                  <a:pt x="414604" y="426567"/>
                </a:lnTo>
                <a:lnTo>
                  <a:pt x="425450" y="426567"/>
                </a:lnTo>
                <a:lnTo>
                  <a:pt x="425450" y="431063"/>
                </a:lnTo>
                <a:close/>
              </a:path>
              <a:path w="425450" h="541020">
                <a:moveTo>
                  <a:pt x="324891" y="534250"/>
                </a:moveTo>
                <a:lnTo>
                  <a:pt x="322262" y="534250"/>
                </a:lnTo>
                <a:lnTo>
                  <a:pt x="322262" y="518909"/>
                </a:lnTo>
                <a:lnTo>
                  <a:pt x="412750" y="428421"/>
                </a:lnTo>
                <a:lnTo>
                  <a:pt x="412750" y="431063"/>
                </a:lnTo>
                <a:lnTo>
                  <a:pt x="425450" y="431063"/>
                </a:lnTo>
                <a:lnTo>
                  <a:pt x="425450" y="433692"/>
                </a:lnTo>
                <a:lnTo>
                  <a:pt x="324891" y="534250"/>
                </a:lnTo>
                <a:close/>
              </a:path>
              <a:path w="425450" h="541020">
                <a:moveTo>
                  <a:pt x="311416" y="529755"/>
                </a:moveTo>
                <a:lnTo>
                  <a:pt x="322262" y="518909"/>
                </a:lnTo>
                <a:lnTo>
                  <a:pt x="322262" y="527900"/>
                </a:lnTo>
                <a:lnTo>
                  <a:pt x="315912" y="527900"/>
                </a:lnTo>
                <a:lnTo>
                  <a:pt x="311416" y="529755"/>
                </a:lnTo>
                <a:close/>
              </a:path>
              <a:path w="425450" h="541020">
                <a:moveTo>
                  <a:pt x="12700" y="534250"/>
                </a:moveTo>
                <a:lnTo>
                  <a:pt x="6350" y="527900"/>
                </a:lnTo>
                <a:lnTo>
                  <a:pt x="12700" y="527900"/>
                </a:lnTo>
                <a:lnTo>
                  <a:pt x="12700" y="534250"/>
                </a:lnTo>
                <a:close/>
              </a:path>
              <a:path w="425450" h="541020">
                <a:moveTo>
                  <a:pt x="309562" y="534250"/>
                </a:moveTo>
                <a:lnTo>
                  <a:pt x="12700" y="534250"/>
                </a:lnTo>
                <a:lnTo>
                  <a:pt x="12700" y="527900"/>
                </a:lnTo>
                <a:lnTo>
                  <a:pt x="309562" y="527900"/>
                </a:lnTo>
                <a:lnTo>
                  <a:pt x="309562" y="534250"/>
                </a:lnTo>
                <a:close/>
              </a:path>
              <a:path w="425450" h="541020">
                <a:moveTo>
                  <a:pt x="322262" y="529755"/>
                </a:moveTo>
                <a:lnTo>
                  <a:pt x="311416" y="529755"/>
                </a:lnTo>
                <a:lnTo>
                  <a:pt x="315912" y="527900"/>
                </a:lnTo>
                <a:lnTo>
                  <a:pt x="322262" y="527900"/>
                </a:lnTo>
                <a:lnTo>
                  <a:pt x="322262" y="52975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250633" y="29712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61833" y="3126016"/>
            <a:ext cx="107950" cy="385445"/>
          </a:xfrm>
          <a:custGeom>
            <a:avLst/>
            <a:gdLst/>
            <a:ahLst/>
            <a:cxnLst/>
            <a:rect l="l" t="t" r="r" b="b"/>
            <a:pathLst>
              <a:path w="107950" h="385445">
                <a:moveTo>
                  <a:pt x="53702" y="347342"/>
                </a:moveTo>
                <a:lnTo>
                  <a:pt x="44254" y="330971"/>
                </a:lnTo>
                <a:lnTo>
                  <a:pt x="45758" y="0"/>
                </a:lnTo>
                <a:lnTo>
                  <a:pt x="64808" y="88"/>
                </a:lnTo>
                <a:lnTo>
                  <a:pt x="63304" y="331052"/>
                </a:lnTo>
                <a:lnTo>
                  <a:pt x="53702" y="347342"/>
                </a:lnTo>
                <a:close/>
              </a:path>
              <a:path w="107950" h="385445">
                <a:moveTo>
                  <a:pt x="53530" y="385140"/>
                </a:moveTo>
                <a:lnTo>
                  <a:pt x="1270" y="294601"/>
                </a:lnTo>
                <a:lnTo>
                  <a:pt x="368" y="292480"/>
                </a:lnTo>
                <a:lnTo>
                  <a:pt x="0" y="290220"/>
                </a:lnTo>
                <a:lnTo>
                  <a:pt x="177" y="287934"/>
                </a:lnTo>
                <a:lnTo>
                  <a:pt x="10287" y="280339"/>
                </a:lnTo>
                <a:lnTo>
                  <a:pt x="12534" y="280796"/>
                </a:lnTo>
                <a:lnTo>
                  <a:pt x="44254" y="330971"/>
                </a:lnTo>
                <a:lnTo>
                  <a:pt x="44094" y="366191"/>
                </a:lnTo>
                <a:lnTo>
                  <a:pt x="64646" y="366280"/>
                </a:lnTo>
                <a:lnTo>
                  <a:pt x="53530" y="385140"/>
                </a:lnTo>
                <a:close/>
              </a:path>
              <a:path w="107950" h="385445">
                <a:moveTo>
                  <a:pt x="64646" y="366280"/>
                </a:moveTo>
                <a:lnTo>
                  <a:pt x="63144" y="366280"/>
                </a:lnTo>
                <a:lnTo>
                  <a:pt x="63230" y="347342"/>
                </a:lnTo>
                <a:lnTo>
                  <a:pt x="90208" y="285407"/>
                </a:lnTo>
                <a:lnTo>
                  <a:pt x="97726" y="280746"/>
                </a:lnTo>
                <a:lnTo>
                  <a:pt x="100025" y="280847"/>
                </a:lnTo>
                <a:lnTo>
                  <a:pt x="107924" y="290715"/>
                </a:lnTo>
                <a:lnTo>
                  <a:pt x="107543" y="292976"/>
                </a:lnTo>
                <a:lnTo>
                  <a:pt x="106616" y="295071"/>
                </a:lnTo>
                <a:lnTo>
                  <a:pt x="64646" y="366280"/>
                </a:lnTo>
                <a:close/>
              </a:path>
              <a:path w="107950" h="385445">
                <a:moveTo>
                  <a:pt x="63144" y="366280"/>
                </a:moveTo>
                <a:lnTo>
                  <a:pt x="44094" y="366191"/>
                </a:lnTo>
                <a:lnTo>
                  <a:pt x="44254" y="330971"/>
                </a:lnTo>
                <a:lnTo>
                  <a:pt x="53702" y="347342"/>
                </a:lnTo>
                <a:lnTo>
                  <a:pt x="45415" y="361403"/>
                </a:lnTo>
                <a:lnTo>
                  <a:pt x="63166" y="361480"/>
                </a:lnTo>
                <a:lnTo>
                  <a:pt x="63144" y="366280"/>
                </a:lnTo>
                <a:close/>
              </a:path>
              <a:path w="107950" h="385445">
                <a:moveTo>
                  <a:pt x="63166" y="361480"/>
                </a:moveTo>
                <a:lnTo>
                  <a:pt x="61861" y="361480"/>
                </a:lnTo>
                <a:lnTo>
                  <a:pt x="53702" y="347342"/>
                </a:lnTo>
                <a:lnTo>
                  <a:pt x="63304" y="331052"/>
                </a:lnTo>
                <a:lnTo>
                  <a:pt x="63166" y="361480"/>
                </a:lnTo>
                <a:close/>
              </a:path>
              <a:path w="107950" h="385445">
                <a:moveTo>
                  <a:pt x="61861" y="361480"/>
                </a:moveTo>
                <a:lnTo>
                  <a:pt x="45415" y="361403"/>
                </a:lnTo>
                <a:lnTo>
                  <a:pt x="53702" y="347342"/>
                </a:lnTo>
                <a:lnTo>
                  <a:pt x="61861" y="361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778839" y="313669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03719" y="4742688"/>
            <a:ext cx="920496" cy="20269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21937" y="4561865"/>
            <a:ext cx="735330" cy="419100"/>
          </a:xfrm>
          <a:custGeom>
            <a:avLst/>
            <a:gdLst/>
            <a:ahLst/>
            <a:cxnLst/>
            <a:rect l="l" t="t" r="r" b="b"/>
            <a:pathLst>
              <a:path w="735329" h="419100">
                <a:moveTo>
                  <a:pt x="434536" y="367029"/>
                </a:moveTo>
                <a:lnTo>
                  <a:pt x="346856" y="367029"/>
                </a:lnTo>
                <a:lnTo>
                  <a:pt x="336327" y="365760"/>
                </a:lnTo>
                <a:lnTo>
                  <a:pt x="325913" y="365760"/>
                </a:lnTo>
                <a:lnTo>
                  <a:pt x="315614" y="364489"/>
                </a:lnTo>
                <a:lnTo>
                  <a:pt x="305441" y="364489"/>
                </a:lnTo>
                <a:lnTo>
                  <a:pt x="266096" y="359410"/>
                </a:lnTo>
                <a:lnTo>
                  <a:pt x="256609" y="356870"/>
                </a:lnTo>
                <a:lnTo>
                  <a:pt x="247288" y="355600"/>
                </a:lnTo>
                <a:lnTo>
                  <a:pt x="209962" y="345439"/>
                </a:lnTo>
                <a:lnTo>
                  <a:pt x="200602" y="341629"/>
                </a:lnTo>
                <a:lnTo>
                  <a:pt x="191268" y="339089"/>
                </a:lnTo>
                <a:lnTo>
                  <a:pt x="172739" y="331470"/>
                </a:lnTo>
                <a:lnTo>
                  <a:pt x="163569" y="328929"/>
                </a:lnTo>
                <a:lnTo>
                  <a:pt x="154489" y="323850"/>
                </a:lnTo>
                <a:lnTo>
                  <a:pt x="136632" y="316229"/>
                </a:lnTo>
                <a:lnTo>
                  <a:pt x="102787" y="298450"/>
                </a:lnTo>
                <a:lnTo>
                  <a:pt x="65144" y="275589"/>
                </a:lnTo>
                <a:lnTo>
                  <a:pt x="58413" y="270510"/>
                </a:lnTo>
                <a:lnTo>
                  <a:pt x="51974" y="266700"/>
                </a:lnTo>
                <a:lnTo>
                  <a:pt x="45853" y="261620"/>
                </a:lnTo>
                <a:lnTo>
                  <a:pt x="40049" y="256539"/>
                </a:lnTo>
                <a:lnTo>
                  <a:pt x="34613" y="252729"/>
                </a:lnTo>
                <a:lnTo>
                  <a:pt x="29521" y="247650"/>
                </a:lnTo>
                <a:lnTo>
                  <a:pt x="24809" y="242570"/>
                </a:lnTo>
                <a:lnTo>
                  <a:pt x="20491" y="238760"/>
                </a:lnTo>
                <a:lnTo>
                  <a:pt x="16567" y="233679"/>
                </a:lnTo>
                <a:lnTo>
                  <a:pt x="13061" y="229870"/>
                </a:lnTo>
                <a:lnTo>
                  <a:pt x="10001" y="224789"/>
                </a:lnTo>
                <a:lnTo>
                  <a:pt x="7372" y="219710"/>
                </a:lnTo>
                <a:lnTo>
                  <a:pt x="5149" y="215900"/>
                </a:lnTo>
                <a:lnTo>
                  <a:pt x="3308" y="210820"/>
                </a:lnTo>
                <a:lnTo>
                  <a:pt x="0" y="191077"/>
                </a:lnTo>
                <a:lnTo>
                  <a:pt x="120" y="186689"/>
                </a:lnTo>
                <a:lnTo>
                  <a:pt x="628" y="181610"/>
                </a:lnTo>
                <a:lnTo>
                  <a:pt x="1492" y="176529"/>
                </a:lnTo>
                <a:lnTo>
                  <a:pt x="2686" y="172720"/>
                </a:lnTo>
                <a:lnTo>
                  <a:pt x="4222" y="167639"/>
                </a:lnTo>
                <a:lnTo>
                  <a:pt x="6051" y="162560"/>
                </a:lnTo>
                <a:lnTo>
                  <a:pt x="8197" y="157479"/>
                </a:lnTo>
                <a:lnTo>
                  <a:pt x="10610" y="153670"/>
                </a:lnTo>
                <a:lnTo>
                  <a:pt x="13315" y="148589"/>
                </a:lnTo>
                <a:lnTo>
                  <a:pt x="16275" y="144779"/>
                </a:lnTo>
                <a:lnTo>
                  <a:pt x="19488" y="139700"/>
                </a:lnTo>
                <a:lnTo>
                  <a:pt x="22942" y="135889"/>
                </a:lnTo>
                <a:lnTo>
                  <a:pt x="26650" y="130810"/>
                </a:lnTo>
                <a:lnTo>
                  <a:pt x="30575" y="127000"/>
                </a:lnTo>
                <a:lnTo>
                  <a:pt x="34728" y="123189"/>
                </a:lnTo>
                <a:lnTo>
                  <a:pt x="39096" y="119379"/>
                </a:lnTo>
                <a:lnTo>
                  <a:pt x="43668" y="114300"/>
                </a:lnTo>
                <a:lnTo>
                  <a:pt x="48456" y="110489"/>
                </a:lnTo>
                <a:lnTo>
                  <a:pt x="53473" y="106679"/>
                </a:lnTo>
                <a:lnTo>
                  <a:pt x="63938" y="99060"/>
                </a:lnTo>
                <a:lnTo>
                  <a:pt x="75152" y="92710"/>
                </a:lnTo>
                <a:lnTo>
                  <a:pt x="87039" y="85089"/>
                </a:lnTo>
                <a:lnTo>
                  <a:pt x="100018" y="78739"/>
                </a:lnTo>
                <a:lnTo>
                  <a:pt x="114496" y="71120"/>
                </a:lnTo>
                <a:lnTo>
                  <a:pt x="130333" y="64770"/>
                </a:lnTo>
                <a:lnTo>
                  <a:pt x="147377" y="57150"/>
                </a:lnTo>
                <a:lnTo>
                  <a:pt x="165500" y="50800"/>
                </a:lnTo>
                <a:lnTo>
                  <a:pt x="184575" y="44450"/>
                </a:lnTo>
                <a:lnTo>
                  <a:pt x="204450" y="36829"/>
                </a:lnTo>
                <a:lnTo>
                  <a:pt x="224974" y="31750"/>
                </a:lnTo>
                <a:lnTo>
                  <a:pt x="246030" y="25400"/>
                </a:lnTo>
                <a:lnTo>
                  <a:pt x="310864" y="10160"/>
                </a:lnTo>
                <a:lnTo>
                  <a:pt x="321735" y="8889"/>
                </a:lnTo>
                <a:lnTo>
                  <a:pt x="332568" y="6350"/>
                </a:lnTo>
                <a:lnTo>
                  <a:pt x="385705" y="0"/>
                </a:lnTo>
                <a:lnTo>
                  <a:pt x="457892" y="0"/>
                </a:lnTo>
                <a:lnTo>
                  <a:pt x="478783" y="2539"/>
                </a:lnTo>
                <a:lnTo>
                  <a:pt x="489273" y="2539"/>
                </a:lnTo>
                <a:lnTo>
                  <a:pt x="520896" y="6350"/>
                </a:lnTo>
                <a:lnTo>
                  <a:pt x="591834" y="19050"/>
                </a:lnTo>
                <a:lnTo>
                  <a:pt x="387127" y="19050"/>
                </a:lnTo>
                <a:lnTo>
                  <a:pt x="376878" y="20320"/>
                </a:lnTo>
                <a:lnTo>
                  <a:pt x="377069" y="20320"/>
                </a:lnTo>
                <a:lnTo>
                  <a:pt x="366693" y="21589"/>
                </a:lnTo>
                <a:lnTo>
                  <a:pt x="366858" y="21589"/>
                </a:lnTo>
                <a:lnTo>
                  <a:pt x="356381" y="22860"/>
                </a:lnTo>
                <a:lnTo>
                  <a:pt x="356546" y="22860"/>
                </a:lnTo>
                <a:lnTo>
                  <a:pt x="345967" y="24129"/>
                </a:lnTo>
                <a:lnTo>
                  <a:pt x="346119" y="24129"/>
                </a:lnTo>
                <a:lnTo>
                  <a:pt x="335476" y="25400"/>
                </a:lnTo>
                <a:lnTo>
                  <a:pt x="335616" y="25400"/>
                </a:lnTo>
                <a:lnTo>
                  <a:pt x="324923" y="27939"/>
                </a:lnTo>
                <a:lnTo>
                  <a:pt x="314318" y="29210"/>
                </a:lnTo>
                <a:lnTo>
                  <a:pt x="303701" y="31750"/>
                </a:lnTo>
                <a:lnTo>
                  <a:pt x="293071" y="33020"/>
                </a:lnTo>
                <a:lnTo>
                  <a:pt x="293249" y="33020"/>
                </a:lnTo>
                <a:lnTo>
                  <a:pt x="271811" y="38100"/>
                </a:lnTo>
                <a:lnTo>
                  <a:pt x="272040" y="38100"/>
                </a:lnTo>
                <a:lnTo>
                  <a:pt x="250831" y="43179"/>
                </a:lnTo>
                <a:lnTo>
                  <a:pt x="251034" y="43179"/>
                </a:lnTo>
                <a:lnTo>
                  <a:pt x="230193" y="49529"/>
                </a:lnTo>
                <a:lnTo>
                  <a:pt x="230397" y="49529"/>
                </a:lnTo>
                <a:lnTo>
                  <a:pt x="210077" y="55879"/>
                </a:lnTo>
                <a:lnTo>
                  <a:pt x="210267" y="55879"/>
                </a:lnTo>
                <a:lnTo>
                  <a:pt x="190607" y="62229"/>
                </a:lnTo>
                <a:lnTo>
                  <a:pt x="190811" y="62229"/>
                </a:lnTo>
                <a:lnTo>
                  <a:pt x="171938" y="68579"/>
                </a:lnTo>
                <a:lnTo>
                  <a:pt x="172154" y="68579"/>
                </a:lnTo>
                <a:lnTo>
                  <a:pt x="154235" y="74929"/>
                </a:lnTo>
                <a:lnTo>
                  <a:pt x="154463" y="74929"/>
                </a:lnTo>
                <a:lnTo>
                  <a:pt x="137648" y="82550"/>
                </a:lnTo>
                <a:lnTo>
                  <a:pt x="137890" y="82550"/>
                </a:lnTo>
                <a:lnTo>
                  <a:pt x="122320" y="88900"/>
                </a:lnTo>
                <a:lnTo>
                  <a:pt x="122599" y="88900"/>
                </a:lnTo>
                <a:lnTo>
                  <a:pt x="108426" y="95250"/>
                </a:lnTo>
                <a:lnTo>
                  <a:pt x="108743" y="95250"/>
                </a:lnTo>
                <a:lnTo>
                  <a:pt x="96107" y="101600"/>
                </a:lnTo>
                <a:lnTo>
                  <a:pt x="96462" y="101600"/>
                </a:lnTo>
                <a:lnTo>
                  <a:pt x="84956" y="107950"/>
                </a:lnTo>
                <a:lnTo>
                  <a:pt x="85337" y="107950"/>
                </a:lnTo>
                <a:lnTo>
                  <a:pt x="74504" y="115570"/>
                </a:lnTo>
                <a:lnTo>
                  <a:pt x="74885" y="115570"/>
                </a:lnTo>
                <a:lnTo>
                  <a:pt x="64776" y="121920"/>
                </a:lnTo>
                <a:lnTo>
                  <a:pt x="65081" y="121920"/>
                </a:lnTo>
                <a:lnTo>
                  <a:pt x="60305" y="125729"/>
                </a:lnTo>
                <a:lnTo>
                  <a:pt x="60521" y="125729"/>
                </a:lnTo>
                <a:lnTo>
                  <a:pt x="55949" y="129539"/>
                </a:lnTo>
                <a:lnTo>
                  <a:pt x="56165" y="129539"/>
                </a:lnTo>
                <a:lnTo>
                  <a:pt x="51809" y="133350"/>
                </a:lnTo>
                <a:lnTo>
                  <a:pt x="52025" y="133350"/>
                </a:lnTo>
                <a:lnTo>
                  <a:pt x="47885" y="137160"/>
                </a:lnTo>
                <a:lnTo>
                  <a:pt x="48101" y="137160"/>
                </a:lnTo>
                <a:lnTo>
                  <a:pt x="45485" y="139700"/>
                </a:lnTo>
                <a:lnTo>
                  <a:pt x="44418" y="139700"/>
                </a:lnTo>
                <a:lnTo>
                  <a:pt x="41646" y="143510"/>
                </a:lnTo>
                <a:lnTo>
                  <a:pt x="40951" y="143510"/>
                </a:lnTo>
                <a:lnTo>
                  <a:pt x="38360" y="147320"/>
                </a:lnTo>
                <a:lnTo>
                  <a:pt x="37725" y="147320"/>
                </a:lnTo>
                <a:lnTo>
                  <a:pt x="35315" y="151129"/>
                </a:lnTo>
                <a:lnTo>
                  <a:pt x="34753" y="151129"/>
                </a:lnTo>
                <a:lnTo>
                  <a:pt x="31781" y="154939"/>
                </a:lnTo>
                <a:lnTo>
                  <a:pt x="32023" y="154939"/>
                </a:lnTo>
                <a:lnTo>
                  <a:pt x="29305" y="158750"/>
                </a:lnTo>
                <a:lnTo>
                  <a:pt x="29559" y="158750"/>
                </a:lnTo>
                <a:lnTo>
                  <a:pt x="27095" y="162560"/>
                </a:lnTo>
                <a:lnTo>
                  <a:pt x="27336" y="162560"/>
                </a:lnTo>
                <a:lnTo>
                  <a:pt x="25152" y="166370"/>
                </a:lnTo>
                <a:lnTo>
                  <a:pt x="25380" y="166370"/>
                </a:lnTo>
                <a:lnTo>
                  <a:pt x="23475" y="170179"/>
                </a:lnTo>
                <a:lnTo>
                  <a:pt x="23691" y="170179"/>
                </a:lnTo>
                <a:lnTo>
                  <a:pt x="22066" y="173989"/>
                </a:lnTo>
                <a:lnTo>
                  <a:pt x="22256" y="173989"/>
                </a:lnTo>
                <a:lnTo>
                  <a:pt x="21367" y="176529"/>
                </a:lnTo>
                <a:lnTo>
                  <a:pt x="21088" y="176529"/>
                </a:lnTo>
                <a:lnTo>
                  <a:pt x="20307" y="180339"/>
                </a:lnTo>
                <a:lnTo>
                  <a:pt x="19437" y="184150"/>
                </a:lnTo>
                <a:lnTo>
                  <a:pt x="19107" y="187960"/>
                </a:lnTo>
                <a:lnTo>
                  <a:pt x="19030" y="190500"/>
                </a:lnTo>
                <a:lnTo>
                  <a:pt x="19157" y="194310"/>
                </a:lnTo>
                <a:lnTo>
                  <a:pt x="19234" y="195579"/>
                </a:lnTo>
                <a:lnTo>
                  <a:pt x="19691" y="198120"/>
                </a:lnTo>
                <a:lnTo>
                  <a:pt x="20440" y="201929"/>
                </a:lnTo>
                <a:lnTo>
                  <a:pt x="20652" y="201929"/>
                </a:lnTo>
                <a:lnTo>
                  <a:pt x="21456" y="204470"/>
                </a:lnTo>
                <a:lnTo>
                  <a:pt x="21215" y="204470"/>
                </a:lnTo>
                <a:lnTo>
                  <a:pt x="22777" y="208279"/>
                </a:lnTo>
                <a:lnTo>
                  <a:pt x="22964" y="208279"/>
                </a:lnTo>
                <a:lnTo>
                  <a:pt x="24403" y="212089"/>
                </a:lnTo>
                <a:lnTo>
                  <a:pt x="24822" y="212089"/>
                </a:lnTo>
                <a:lnTo>
                  <a:pt x="26346" y="214629"/>
                </a:lnTo>
                <a:lnTo>
                  <a:pt x="25977" y="214629"/>
                </a:lnTo>
                <a:lnTo>
                  <a:pt x="28682" y="218439"/>
                </a:lnTo>
                <a:lnTo>
                  <a:pt x="28340" y="218439"/>
                </a:lnTo>
                <a:lnTo>
                  <a:pt x="31502" y="222250"/>
                </a:lnTo>
                <a:lnTo>
                  <a:pt x="31184" y="222250"/>
                </a:lnTo>
                <a:lnTo>
                  <a:pt x="34804" y="226060"/>
                </a:lnTo>
                <a:lnTo>
                  <a:pt x="34512" y="226060"/>
                </a:lnTo>
                <a:lnTo>
                  <a:pt x="38550" y="229870"/>
                </a:lnTo>
                <a:lnTo>
                  <a:pt x="38296" y="229870"/>
                </a:lnTo>
                <a:lnTo>
                  <a:pt x="42754" y="233679"/>
                </a:lnTo>
                <a:lnTo>
                  <a:pt x="42513" y="233679"/>
                </a:lnTo>
                <a:lnTo>
                  <a:pt x="47364" y="238760"/>
                </a:lnTo>
                <a:lnTo>
                  <a:pt x="48444" y="238760"/>
                </a:lnTo>
                <a:lnTo>
                  <a:pt x="52368" y="242570"/>
                </a:lnTo>
                <a:lnTo>
                  <a:pt x="52165" y="242570"/>
                </a:lnTo>
                <a:lnTo>
                  <a:pt x="57753" y="246379"/>
                </a:lnTo>
                <a:lnTo>
                  <a:pt x="57562" y="246379"/>
                </a:lnTo>
                <a:lnTo>
                  <a:pt x="63506" y="251460"/>
                </a:lnTo>
                <a:lnTo>
                  <a:pt x="63328" y="251460"/>
                </a:lnTo>
                <a:lnTo>
                  <a:pt x="69589" y="255270"/>
                </a:lnTo>
                <a:lnTo>
                  <a:pt x="69411" y="255270"/>
                </a:lnTo>
                <a:lnTo>
                  <a:pt x="75990" y="260350"/>
                </a:lnTo>
                <a:lnTo>
                  <a:pt x="75825" y="260350"/>
                </a:lnTo>
                <a:lnTo>
                  <a:pt x="82696" y="264160"/>
                </a:lnTo>
                <a:lnTo>
                  <a:pt x="82454" y="264160"/>
                </a:lnTo>
                <a:lnTo>
                  <a:pt x="96996" y="273050"/>
                </a:lnTo>
                <a:lnTo>
                  <a:pt x="96704" y="273050"/>
                </a:lnTo>
                <a:lnTo>
                  <a:pt x="112198" y="281939"/>
                </a:lnTo>
                <a:lnTo>
                  <a:pt x="111918" y="281939"/>
                </a:lnTo>
                <a:lnTo>
                  <a:pt x="128238" y="290829"/>
                </a:lnTo>
                <a:lnTo>
                  <a:pt x="127958" y="290829"/>
                </a:lnTo>
                <a:lnTo>
                  <a:pt x="144964" y="299720"/>
                </a:lnTo>
                <a:lnTo>
                  <a:pt x="144748" y="299720"/>
                </a:lnTo>
                <a:lnTo>
                  <a:pt x="153460" y="303529"/>
                </a:lnTo>
                <a:lnTo>
                  <a:pt x="153320" y="303529"/>
                </a:lnTo>
                <a:lnTo>
                  <a:pt x="162147" y="307339"/>
                </a:lnTo>
                <a:lnTo>
                  <a:pt x="162007" y="307339"/>
                </a:lnTo>
                <a:lnTo>
                  <a:pt x="170935" y="311150"/>
                </a:lnTo>
                <a:lnTo>
                  <a:pt x="170795" y="311150"/>
                </a:lnTo>
                <a:lnTo>
                  <a:pt x="179812" y="314960"/>
                </a:lnTo>
                <a:lnTo>
                  <a:pt x="182687" y="314960"/>
                </a:lnTo>
                <a:lnTo>
                  <a:pt x="188741" y="317500"/>
                </a:lnTo>
                <a:lnTo>
                  <a:pt x="188575" y="317500"/>
                </a:lnTo>
                <a:lnTo>
                  <a:pt x="197707" y="321310"/>
                </a:lnTo>
                <a:lnTo>
                  <a:pt x="197554" y="321310"/>
                </a:lnTo>
                <a:lnTo>
                  <a:pt x="206711" y="323850"/>
                </a:lnTo>
                <a:lnTo>
                  <a:pt x="206546" y="323850"/>
                </a:lnTo>
                <a:lnTo>
                  <a:pt x="215728" y="327660"/>
                </a:lnTo>
                <a:lnTo>
                  <a:pt x="218598" y="327660"/>
                </a:lnTo>
                <a:lnTo>
                  <a:pt x="224720" y="330200"/>
                </a:lnTo>
                <a:lnTo>
                  <a:pt x="224529" y="330200"/>
                </a:lnTo>
                <a:lnTo>
                  <a:pt x="233686" y="332739"/>
                </a:lnTo>
                <a:lnTo>
                  <a:pt x="233483" y="332739"/>
                </a:lnTo>
                <a:lnTo>
                  <a:pt x="242601" y="334010"/>
                </a:lnTo>
                <a:lnTo>
                  <a:pt x="242398" y="334010"/>
                </a:lnTo>
                <a:lnTo>
                  <a:pt x="251453" y="336550"/>
                </a:lnTo>
                <a:lnTo>
                  <a:pt x="251237" y="336550"/>
                </a:lnTo>
                <a:lnTo>
                  <a:pt x="260356" y="337820"/>
                </a:lnTo>
                <a:lnTo>
                  <a:pt x="260153" y="337820"/>
                </a:lnTo>
                <a:lnTo>
                  <a:pt x="269424" y="340360"/>
                </a:lnTo>
                <a:lnTo>
                  <a:pt x="269233" y="340360"/>
                </a:lnTo>
                <a:lnTo>
                  <a:pt x="278669" y="341629"/>
                </a:lnTo>
                <a:lnTo>
                  <a:pt x="278491" y="341629"/>
                </a:lnTo>
                <a:lnTo>
                  <a:pt x="288080" y="342900"/>
                </a:lnTo>
                <a:lnTo>
                  <a:pt x="287902" y="342900"/>
                </a:lnTo>
                <a:lnTo>
                  <a:pt x="297643" y="344170"/>
                </a:lnTo>
                <a:lnTo>
                  <a:pt x="297478" y="344170"/>
                </a:lnTo>
                <a:lnTo>
                  <a:pt x="307371" y="345439"/>
                </a:lnTo>
                <a:lnTo>
                  <a:pt x="317087" y="345439"/>
                </a:lnTo>
                <a:lnTo>
                  <a:pt x="327247" y="346710"/>
                </a:lnTo>
                <a:lnTo>
                  <a:pt x="337254" y="346710"/>
                </a:lnTo>
                <a:lnTo>
                  <a:pt x="347656" y="347979"/>
                </a:lnTo>
                <a:lnTo>
                  <a:pt x="529830" y="347979"/>
                </a:lnTo>
                <a:lnTo>
                  <a:pt x="532872" y="350520"/>
                </a:lnTo>
                <a:lnTo>
                  <a:pt x="524018" y="360964"/>
                </a:lnTo>
                <a:lnTo>
                  <a:pt x="503332" y="363220"/>
                </a:lnTo>
                <a:lnTo>
                  <a:pt x="434536" y="367029"/>
                </a:lnTo>
                <a:close/>
              </a:path>
              <a:path w="735329" h="419100">
                <a:moveTo>
                  <a:pt x="730472" y="71120"/>
                </a:moveTo>
                <a:lnTo>
                  <a:pt x="687470" y="60960"/>
                </a:lnTo>
                <a:lnTo>
                  <a:pt x="644620" y="50800"/>
                </a:lnTo>
                <a:lnTo>
                  <a:pt x="623335" y="45720"/>
                </a:lnTo>
                <a:lnTo>
                  <a:pt x="602100" y="40639"/>
                </a:lnTo>
                <a:lnTo>
                  <a:pt x="580942" y="36829"/>
                </a:lnTo>
                <a:lnTo>
                  <a:pt x="581082" y="36829"/>
                </a:lnTo>
                <a:lnTo>
                  <a:pt x="559898" y="31750"/>
                </a:lnTo>
                <a:lnTo>
                  <a:pt x="560063" y="31750"/>
                </a:lnTo>
                <a:lnTo>
                  <a:pt x="538968" y="29210"/>
                </a:lnTo>
                <a:lnTo>
                  <a:pt x="539159" y="29210"/>
                </a:lnTo>
                <a:lnTo>
                  <a:pt x="518166" y="25400"/>
                </a:lnTo>
                <a:lnTo>
                  <a:pt x="518382" y="25400"/>
                </a:lnTo>
                <a:lnTo>
                  <a:pt x="497503" y="22860"/>
                </a:lnTo>
                <a:lnTo>
                  <a:pt x="497681" y="22860"/>
                </a:lnTo>
                <a:lnTo>
                  <a:pt x="487292" y="21589"/>
                </a:lnTo>
                <a:lnTo>
                  <a:pt x="477056" y="20320"/>
                </a:lnTo>
                <a:lnTo>
                  <a:pt x="467010" y="20320"/>
                </a:lnTo>
                <a:lnTo>
                  <a:pt x="456723" y="19050"/>
                </a:lnTo>
                <a:lnTo>
                  <a:pt x="591834" y="19050"/>
                </a:lnTo>
                <a:lnTo>
                  <a:pt x="606101" y="21589"/>
                </a:lnTo>
                <a:lnTo>
                  <a:pt x="692054" y="41910"/>
                </a:lnTo>
                <a:lnTo>
                  <a:pt x="735107" y="53339"/>
                </a:lnTo>
                <a:lnTo>
                  <a:pt x="730472" y="71120"/>
                </a:lnTo>
                <a:close/>
              </a:path>
              <a:path w="735329" h="419100">
                <a:moveTo>
                  <a:pt x="44176" y="140970"/>
                </a:moveTo>
                <a:lnTo>
                  <a:pt x="44418" y="139700"/>
                </a:lnTo>
                <a:lnTo>
                  <a:pt x="45485" y="139700"/>
                </a:lnTo>
                <a:lnTo>
                  <a:pt x="44176" y="140970"/>
                </a:lnTo>
                <a:close/>
              </a:path>
              <a:path w="735329" h="419100">
                <a:moveTo>
                  <a:pt x="40722" y="144779"/>
                </a:moveTo>
                <a:lnTo>
                  <a:pt x="40951" y="143510"/>
                </a:lnTo>
                <a:lnTo>
                  <a:pt x="41646" y="143510"/>
                </a:lnTo>
                <a:lnTo>
                  <a:pt x="40722" y="144779"/>
                </a:lnTo>
                <a:close/>
              </a:path>
              <a:path w="735329" h="419100">
                <a:moveTo>
                  <a:pt x="37496" y="148589"/>
                </a:moveTo>
                <a:lnTo>
                  <a:pt x="37725" y="147320"/>
                </a:lnTo>
                <a:lnTo>
                  <a:pt x="38360" y="147320"/>
                </a:lnTo>
                <a:lnTo>
                  <a:pt x="37496" y="148589"/>
                </a:lnTo>
                <a:close/>
              </a:path>
              <a:path w="735329" h="419100">
                <a:moveTo>
                  <a:pt x="34512" y="152400"/>
                </a:moveTo>
                <a:lnTo>
                  <a:pt x="34753" y="151129"/>
                </a:lnTo>
                <a:lnTo>
                  <a:pt x="35315" y="151129"/>
                </a:lnTo>
                <a:lnTo>
                  <a:pt x="34512" y="152400"/>
                </a:lnTo>
                <a:close/>
              </a:path>
              <a:path w="735329" h="419100">
                <a:moveTo>
                  <a:pt x="20923" y="177800"/>
                </a:moveTo>
                <a:lnTo>
                  <a:pt x="21088" y="176529"/>
                </a:lnTo>
                <a:lnTo>
                  <a:pt x="21367" y="176529"/>
                </a:lnTo>
                <a:lnTo>
                  <a:pt x="20923" y="177800"/>
                </a:lnTo>
                <a:close/>
              </a:path>
              <a:path w="735329" h="419100">
                <a:moveTo>
                  <a:pt x="20046" y="181610"/>
                </a:moveTo>
                <a:lnTo>
                  <a:pt x="20186" y="180339"/>
                </a:lnTo>
                <a:lnTo>
                  <a:pt x="20046" y="181610"/>
                </a:lnTo>
                <a:close/>
              </a:path>
              <a:path w="735329" h="419100">
                <a:moveTo>
                  <a:pt x="19054" y="191077"/>
                </a:moveTo>
                <a:lnTo>
                  <a:pt x="19030" y="190500"/>
                </a:lnTo>
                <a:lnTo>
                  <a:pt x="19054" y="191077"/>
                </a:lnTo>
                <a:close/>
              </a:path>
              <a:path w="735329" h="419100">
                <a:moveTo>
                  <a:pt x="19081" y="191770"/>
                </a:moveTo>
                <a:lnTo>
                  <a:pt x="19054" y="191077"/>
                </a:lnTo>
                <a:lnTo>
                  <a:pt x="19081" y="191770"/>
                </a:lnTo>
                <a:close/>
              </a:path>
              <a:path w="735329" h="419100">
                <a:moveTo>
                  <a:pt x="19193" y="194563"/>
                </a:moveTo>
                <a:lnTo>
                  <a:pt x="19157" y="194310"/>
                </a:lnTo>
                <a:lnTo>
                  <a:pt x="19193" y="194563"/>
                </a:lnTo>
                <a:close/>
              </a:path>
              <a:path w="735329" h="419100">
                <a:moveTo>
                  <a:pt x="19335" y="195579"/>
                </a:moveTo>
                <a:lnTo>
                  <a:pt x="19193" y="194563"/>
                </a:lnTo>
                <a:lnTo>
                  <a:pt x="19335" y="195579"/>
                </a:lnTo>
                <a:close/>
              </a:path>
              <a:path w="735329" h="419100">
                <a:moveTo>
                  <a:pt x="20652" y="201929"/>
                </a:moveTo>
                <a:lnTo>
                  <a:pt x="20440" y="201929"/>
                </a:lnTo>
                <a:lnTo>
                  <a:pt x="20250" y="200660"/>
                </a:lnTo>
                <a:lnTo>
                  <a:pt x="20652" y="201929"/>
                </a:lnTo>
                <a:close/>
              </a:path>
              <a:path w="735329" h="419100">
                <a:moveTo>
                  <a:pt x="22964" y="208279"/>
                </a:moveTo>
                <a:lnTo>
                  <a:pt x="22777" y="208279"/>
                </a:lnTo>
                <a:lnTo>
                  <a:pt x="22485" y="207010"/>
                </a:lnTo>
                <a:lnTo>
                  <a:pt x="22964" y="208279"/>
                </a:lnTo>
                <a:close/>
              </a:path>
              <a:path w="735329" h="419100">
                <a:moveTo>
                  <a:pt x="24822" y="212089"/>
                </a:moveTo>
                <a:lnTo>
                  <a:pt x="24403" y="212089"/>
                </a:lnTo>
                <a:lnTo>
                  <a:pt x="24060" y="210820"/>
                </a:lnTo>
                <a:lnTo>
                  <a:pt x="24822" y="212089"/>
                </a:lnTo>
                <a:close/>
              </a:path>
              <a:path w="735329" h="419100">
                <a:moveTo>
                  <a:pt x="48444" y="238760"/>
                </a:moveTo>
                <a:lnTo>
                  <a:pt x="47364" y="238760"/>
                </a:lnTo>
                <a:lnTo>
                  <a:pt x="47136" y="237489"/>
                </a:lnTo>
                <a:lnTo>
                  <a:pt x="48444" y="238760"/>
                </a:lnTo>
                <a:close/>
              </a:path>
              <a:path w="735329" h="419100">
                <a:moveTo>
                  <a:pt x="522569" y="341918"/>
                </a:moveTo>
                <a:lnTo>
                  <a:pt x="464419" y="293370"/>
                </a:lnTo>
                <a:lnTo>
                  <a:pt x="583304" y="340360"/>
                </a:lnTo>
                <a:lnTo>
                  <a:pt x="547922" y="340360"/>
                </a:lnTo>
                <a:lnTo>
                  <a:pt x="525125" y="341629"/>
                </a:lnTo>
                <a:lnTo>
                  <a:pt x="522569" y="341918"/>
                </a:lnTo>
                <a:close/>
              </a:path>
              <a:path w="735329" h="419100">
                <a:moveTo>
                  <a:pt x="182687" y="314960"/>
                </a:moveTo>
                <a:lnTo>
                  <a:pt x="179812" y="314960"/>
                </a:lnTo>
                <a:lnTo>
                  <a:pt x="179660" y="313689"/>
                </a:lnTo>
                <a:lnTo>
                  <a:pt x="182687" y="314960"/>
                </a:lnTo>
                <a:close/>
              </a:path>
              <a:path w="735329" h="419100">
                <a:moveTo>
                  <a:pt x="218598" y="327660"/>
                </a:moveTo>
                <a:lnTo>
                  <a:pt x="215728" y="327660"/>
                </a:lnTo>
                <a:lnTo>
                  <a:pt x="215538" y="326389"/>
                </a:lnTo>
                <a:lnTo>
                  <a:pt x="218598" y="327660"/>
                </a:lnTo>
                <a:close/>
              </a:path>
              <a:path w="735329" h="419100">
                <a:moveTo>
                  <a:pt x="524018" y="360964"/>
                </a:moveTo>
                <a:lnTo>
                  <a:pt x="532872" y="350520"/>
                </a:lnTo>
                <a:lnTo>
                  <a:pt x="522569" y="341918"/>
                </a:lnTo>
                <a:lnTo>
                  <a:pt x="525202" y="341629"/>
                </a:lnTo>
                <a:lnTo>
                  <a:pt x="547922" y="340360"/>
                </a:lnTo>
                <a:lnTo>
                  <a:pt x="549459" y="359410"/>
                </a:lnTo>
                <a:lnTo>
                  <a:pt x="526624" y="360679"/>
                </a:lnTo>
                <a:lnTo>
                  <a:pt x="524018" y="360964"/>
                </a:lnTo>
                <a:close/>
              </a:path>
              <a:path w="735329" h="419100">
                <a:moveTo>
                  <a:pt x="474732" y="419100"/>
                </a:moveTo>
                <a:lnTo>
                  <a:pt x="524018" y="360964"/>
                </a:lnTo>
                <a:lnTo>
                  <a:pt x="526624" y="360679"/>
                </a:lnTo>
                <a:lnTo>
                  <a:pt x="549459" y="359410"/>
                </a:lnTo>
                <a:lnTo>
                  <a:pt x="547922" y="340360"/>
                </a:lnTo>
                <a:lnTo>
                  <a:pt x="583304" y="340360"/>
                </a:lnTo>
                <a:lnTo>
                  <a:pt x="596157" y="345439"/>
                </a:lnTo>
                <a:lnTo>
                  <a:pt x="474732" y="419100"/>
                </a:lnTo>
                <a:close/>
              </a:path>
              <a:path w="735329" h="419100">
                <a:moveTo>
                  <a:pt x="529830" y="347979"/>
                </a:moveTo>
                <a:lnTo>
                  <a:pt x="433774" y="347979"/>
                </a:lnTo>
                <a:lnTo>
                  <a:pt x="456355" y="346710"/>
                </a:lnTo>
                <a:lnTo>
                  <a:pt x="479088" y="345439"/>
                </a:lnTo>
                <a:lnTo>
                  <a:pt x="502050" y="344170"/>
                </a:lnTo>
                <a:lnTo>
                  <a:pt x="522569" y="341918"/>
                </a:lnTo>
                <a:lnTo>
                  <a:pt x="529830" y="3479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9195" y="5768340"/>
            <a:ext cx="8213090" cy="542925"/>
          </a:xfrm>
          <a:custGeom>
            <a:avLst/>
            <a:gdLst/>
            <a:ahLst/>
            <a:cxnLst/>
            <a:rect l="l" t="t" r="r" b="b"/>
            <a:pathLst>
              <a:path w="8213090" h="542925">
                <a:moveTo>
                  <a:pt x="0" y="0"/>
                </a:moveTo>
                <a:lnTo>
                  <a:pt x="8212835" y="0"/>
                </a:lnTo>
                <a:lnTo>
                  <a:pt x="8212835" y="542543"/>
                </a:lnTo>
                <a:lnTo>
                  <a:pt x="0" y="54254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43138" y="5762625"/>
            <a:ext cx="8226425" cy="554990"/>
          </a:xfrm>
          <a:custGeom>
            <a:avLst/>
            <a:gdLst/>
            <a:ahLst/>
            <a:cxnLst/>
            <a:rect l="l" t="t" r="r" b="b"/>
            <a:pathLst>
              <a:path w="8226425" h="554989">
                <a:moveTo>
                  <a:pt x="8225967" y="554812"/>
                </a:moveTo>
                <a:lnTo>
                  <a:pt x="0" y="554812"/>
                </a:lnTo>
                <a:lnTo>
                  <a:pt x="0" y="0"/>
                </a:lnTo>
                <a:lnTo>
                  <a:pt x="8225967" y="0"/>
                </a:lnTo>
                <a:lnTo>
                  <a:pt x="822596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42112"/>
                </a:lnTo>
                <a:lnTo>
                  <a:pt x="6350" y="542112"/>
                </a:lnTo>
                <a:lnTo>
                  <a:pt x="12700" y="548462"/>
                </a:lnTo>
                <a:lnTo>
                  <a:pt x="8225967" y="548462"/>
                </a:lnTo>
                <a:lnTo>
                  <a:pt x="8225967" y="554812"/>
                </a:lnTo>
                <a:close/>
              </a:path>
              <a:path w="8226425" h="55498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226425" h="554989">
                <a:moveTo>
                  <a:pt x="821326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213267" y="6350"/>
                </a:lnTo>
                <a:lnTo>
                  <a:pt x="8213267" y="12700"/>
                </a:lnTo>
                <a:close/>
              </a:path>
              <a:path w="8226425" h="554989">
                <a:moveTo>
                  <a:pt x="8213267" y="548462"/>
                </a:moveTo>
                <a:lnTo>
                  <a:pt x="8213267" y="6350"/>
                </a:lnTo>
                <a:lnTo>
                  <a:pt x="8219617" y="12700"/>
                </a:lnTo>
                <a:lnTo>
                  <a:pt x="8225967" y="12700"/>
                </a:lnTo>
                <a:lnTo>
                  <a:pt x="8225967" y="542112"/>
                </a:lnTo>
                <a:lnTo>
                  <a:pt x="8219617" y="542112"/>
                </a:lnTo>
                <a:lnTo>
                  <a:pt x="8213267" y="548462"/>
                </a:lnTo>
                <a:close/>
              </a:path>
              <a:path w="8226425" h="554989">
                <a:moveTo>
                  <a:pt x="8225967" y="12700"/>
                </a:moveTo>
                <a:lnTo>
                  <a:pt x="8219617" y="12700"/>
                </a:lnTo>
                <a:lnTo>
                  <a:pt x="8213267" y="6350"/>
                </a:lnTo>
                <a:lnTo>
                  <a:pt x="8225967" y="6350"/>
                </a:lnTo>
                <a:lnTo>
                  <a:pt x="8225967" y="12700"/>
                </a:lnTo>
                <a:close/>
              </a:path>
              <a:path w="8226425" h="554989">
                <a:moveTo>
                  <a:pt x="12700" y="548462"/>
                </a:moveTo>
                <a:lnTo>
                  <a:pt x="6350" y="542112"/>
                </a:lnTo>
                <a:lnTo>
                  <a:pt x="12700" y="542112"/>
                </a:lnTo>
                <a:lnTo>
                  <a:pt x="12700" y="548462"/>
                </a:lnTo>
                <a:close/>
              </a:path>
              <a:path w="8226425" h="554989">
                <a:moveTo>
                  <a:pt x="8213267" y="548462"/>
                </a:moveTo>
                <a:lnTo>
                  <a:pt x="12700" y="548462"/>
                </a:lnTo>
                <a:lnTo>
                  <a:pt x="12700" y="542112"/>
                </a:lnTo>
                <a:lnTo>
                  <a:pt x="8213267" y="542112"/>
                </a:lnTo>
                <a:lnTo>
                  <a:pt x="8213267" y="548462"/>
                </a:lnTo>
                <a:close/>
              </a:path>
              <a:path w="8226425" h="554989">
                <a:moveTo>
                  <a:pt x="8225967" y="548462"/>
                </a:moveTo>
                <a:lnTo>
                  <a:pt x="8213267" y="548462"/>
                </a:lnTo>
                <a:lnTo>
                  <a:pt x="8219617" y="542112"/>
                </a:lnTo>
                <a:lnTo>
                  <a:pt x="8225967" y="542112"/>
                </a:lnTo>
                <a:lnTo>
                  <a:pt x="8225967" y="54846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32532" y="2552700"/>
            <a:ext cx="6681216" cy="3758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3395" y="2057082"/>
            <a:ext cx="15754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进行实</a:t>
            </a:r>
            <a:r>
              <a:rPr dirty="0" sz="2600" spc="5" i="1">
                <a:latin typeface="华文楷体"/>
                <a:cs typeface="华文楷体"/>
              </a:rPr>
              <a:t>验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494927" y="2233929"/>
          <a:ext cx="6995159" cy="3564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705"/>
                <a:gridCol w="1447800"/>
                <a:gridCol w="1445895"/>
                <a:gridCol w="1449704"/>
                <a:gridCol w="1564004"/>
              </a:tblGrid>
              <a:tr h="1449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153035" marR="146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磁体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磁 </a:t>
                      </a:r>
                      <a:r>
                        <a:rPr dirty="0" sz="2000" spc="-5" i="1">
                          <a:latin typeface="华文楷体"/>
                          <a:cs typeface="华文楷体"/>
                        </a:rPr>
                        <a:t>场方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向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153035" marR="146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磁通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量 </a:t>
                      </a: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的变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化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153035" marR="146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感应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电 </a:t>
                      </a:r>
                      <a:r>
                        <a:rPr dirty="0" sz="2000" spc="-5" i="1">
                          <a:latin typeface="华文楷体"/>
                          <a:cs typeface="华文楷体"/>
                        </a:rPr>
                        <a:t>流方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向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02344" y="1780857"/>
            <a:ext cx="22358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实验现象记</a:t>
            </a:r>
            <a:r>
              <a:rPr dirty="0" sz="2600" spc="5" i="1">
                <a:latin typeface="华文楷体"/>
                <a:cs typeface="华文楷体"/>
              </a:rPr>
              <a:t>录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7645" y="5236222"/>
            <a:ext cx="918827" cy="405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23093" y="376373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2" y="484710"/>
                </a:moveTo>
                <a:lnTo>
                  <a:pt x="44437" y="468381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381"/>
                </a:lnTo>
                <a:lnTo>
                  <a:pt x="53962" y="48471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82" y="432206"/>
                </a:lnTo>
                <a:lnTo>
                  <a:pt x="381" y="430098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84" y="418363"/>
                </a:lnTo>
                <a:lnTo>
                  <a:pt x="44437" y="468381"/>
                </a:lnTo>
                <a:lnTo>
                  <a:pt x="44437" y="503605"/>
                </a:lnTo>
                <a:lnTo>
                  <a:pt x="64993" y="503605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93" y="503605"/>
                </a:moveTo>
                <a:lnTo>
                  <a:pt x="63487" y="503605"/>
                </a:lnTo>
                <a:lnTo>
                  <a:pt x="63487" y="468381"/>
                </a:lnTo>
                <a:lnTo>
                  <a:pt x="90182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24" y="427837"/>
                </a:lnTo>
                <a:lnTo>
                  <a:pt x="107556" y="430098"/>
                </a:lnTo>
                <a:lnTo>
                  <a:pt x="106641" y="432206"/>
                </a:lnTo>
                <a:lnTo>
                  <a:pt x="64993" y="503605"/>
                </a:lnTo>
                <a:close/>
              </a:path>
              <a:path w="107950" h="522604">
                <a:moveTo>
                  <a:pt x="63487" y="503605"/>
                </a:moveTo>
                <a:lnTo>
                  <a:pt x="44437" y="503605"/>
                </a:lnTo>
                <a:lnTo>
                  <a:pt x="44437" y="468381"/>
                </a:lnTo>
                <a:lnTo>
                  <a:pt x="53962" y="484710"/>
                </a:lnTo>
                <a:lnTo>
                  <a:pt x="45732" y="498817"/>
                </a:lnTo>
                <a:lnTo>
                  <a:pt x="63487" y="498817"/>
                </a:lnTo>
                <a:lnTo>
                  <a:pt x="63487" y="503605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2" y="484710"/>
                </a:lnTo>
                <a:lnTo>
                  <a:pt x="63487" y="468381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32" y="498817"/>
                </a:lnTo>
                <a:lnTo>
                  <a:pt x="53962" y="48471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49112" y="376373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75" y="484697"/>
                </a:moveTo>
                <a:lnTo>
                  <a:pt x="44450" y="468368"/>
                </a:lnTo>
                <a:lnTo>
                  <a:pt x="44450" y="0"/>
                </a:lnTo>
                <a:lnTo>
                  <a:pt x="63500" y="0"/>
                </a:lnTo>
                <a:lnTo>
                  <a:pt x="63500" y="468368"/>
                </a:lnTo>
                <a:lnTo>
                  <a:pt x="53975" y="484697"/>
                </a:lnTo>
                <a:close/>
              </a:path>
              <a:path w="107950" h="522604">
                <a:moveTo>
                  <a:pt x="53975" y="522516"/>
                </a:moveTo>
                <a:lnTo>
                  <a:pt x="1295" y="432206"/>
                </a:lnTo>
                <a:lnTo>
                  <a:pt x="380" y="430098"/>
                </a:lnTo>
                <a:lnTo>
                  <a:pt x="0" y="427837"/>
                </a:lnTo>
                <a:lnTo>
                  <a:pt x="177" y="425551"/>
                </a:lnTo>
                <a:lnTo>
                  <a:pt x="10248" y="417918"/>
                </a:lnTo>
                <a:lnTo>
                  <a:pt x="12496" y="418363"/>
                </a:lnTo>
                <a:lnTo>
                  <a:pt x="44449" y="468368"/>
                </a:lnTo>
                <a:lnTo>
                  <a:pt x="44450" y="503605"/>
                </a:lnTo>
                <a:lnTo>
                  <a:pt x="65005" y="503605"/>
                </a:lnTo>
                <a:lnTo>
                  <a:pt x="53975" y="522516"/>
                </a:lnTo>
                <a:close/>
              </a:path>
              <a:path w="107950" h="522604">
                <a:moveTo>
                  <a:pt x="65005" y="503605"/>
                </a:moveTo>
                <a:lnTo>
                  <a:pt x="63500" y="503605"/>
                </a:lnTo>
                <a:lnTo>
                  <a:pt x="63500" y="468368"/>
                </a:lnTo>
                <a:lnTo>
                  <a:pt x="90195" y="422605"/>
                </a:lnTo>
                <a:lnTo>
                  <a:pt x="97701" y="417918"/>
                </a:lnTo>
                <a:lnTo>
                  <a:pt x="99987" y="418020"/>
                </a:lnTo>
                <a:lnTo>
                  <a:pt x="107937" y="427837"/>
                </a:lnTo>
                <a:lnTo>
                  <a:pt x="107556" y="430098"/>
                </a:lnTo>
                <a:lnTo>
                  <a:pt x="106654" y="432206"/>
                </a:lnTo>
                <a:lnTo>
                  <a:pt x="65005" y="503605"/>
                </a:lnTo>
                <a:close/>
              </a:path>
              <a:path w="107950" h="522604">
                <a:moveTo>
                  <a:pt x="63500" y="503605"/>
                </a:moveTo>
                <a:lnTo>
                  <a:pt x="44450" y="503605"/>
                </a:lnTo>
                <a:lnTo>
                  <a:pt x="44450" y="468368"/>
                </a:lnTo>
                <a:lnTo>
                  <a:pt x="53975" y="484697"/>
                </a:lnTo>
                <a:lnTo>
                  <a:pt x="45745" y="498805"/>
                </a:lnTo>
                <a:lnTo>
                  <a:pt x="63500" y="498805"/>
                </a:lnTo>
                <a:lnTo>
                  <a:pt x="63500" y="503605"/>
                </a:lnTo>
                <a:close/>
              </a:path>
              <a:path w="107950" h="522604">
                <a:moveTo>
                  <a:pt x="63500" y="498805"/>
                </a:moveTo>
                <a:lnTo>
                  <a:pt x="62204" y="498805"/>
                </a:lnTo>
                <a:lnTo>
                  <a:pt x="53975" y="484697"/>
                </a:lnTo>
                <a:lnTo>
                  <a:pt x="63500" y="468368"/>
                </a:lnTo>
                <a:lnTo>
                  <a:pt x="63500" y="498805"/>
                </a:lnTo>
                <a:close/>
              </a:path>
              <a:path w="107950" h="522604">
                <a:moveTo>
                  <a:pt x="62204" y="498805"/>
                </a:moveTo>
                <a:lnTo>
                  <a:pt x="45745" y="498805"/>
                </a:lnTo>
                <a:lnTo>
                  <a:pt x="53975" y="484697"/>
                </a:lnTo>
                <a:lnTo>
                  <a:pt x="62204" y="4988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51344" y="376373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36" y="104597"/>
                </a:moveTo>
                <a:lnTo>
                  <a:pt x="0" y="94678"/>
                </a:lnTo>
                <a:lnTo>
                  <a:pt x="381" y="92405"/>
                </a:lnTo>
                <a:lnTo>
                  <a:pt x="1295" y="90296"/>
                </a:lnTo>
                <a:lnTo>
                  <a:pt x="53962" y="0"/>
                </a:lnTo>
                <a:lnTo>
                  <a:pt x="64987" y="18897"/>
                </a:lnTo>
                <a:lnTo>
                  <a:pt x="44437" y="18897"/>
                </a:lnTo>
                <a:lnTo>
                  <a:pt x="44437" y="54134"/>
                </a:lnTo>
                <a:lnTo>
                  <a:pt x="17741" y="99898"/>
                </a:lnTo>
                <a:lnTo>
                  <a:pt x="16357" y="101726"/>
                </a:lnTo>
                <a:lnTo>
                  <a:pt x="14566" y="103174"/>
                </a:lnTo>
                <a:lnTo>
                  <a:pt x="12496" y="104152"/>
                </a:lnTo>
                <a:lnTo>
                  <a:pt x="10236" y="104597"/>
                </a:lnTo>
                <a:close/>
              </a:path>
              <a:path w="107950" h="522604">
                <a:moveTo>
                  <a:pt x="44437" y="54134"/>
                </a:moveTo>
                <a:lnTo>
                  <a:pt x="44437" y="18897"/>
                </a:lnTo>
                <a:lnTo>
                  <a:pt x="63487" y="18897"/>
                </a:lnTo>
                <a:lnTo>
                  <a:pt x="63487" y="23698"/>
                </a:lnTo>
                <a:lnTo>
                  <a:pt x="45745" y="23698"/>
                </a:lnTo>
                <a:lnTo>
                  <a:pt x="53968" y="37795"/>
                </a:lnTo>
                <a:lnTo>
                  <a:pt x="44437" y="54134"/>
                </a:lnTo>
                <a:close/>
              </a:path>
              <a:path w="107950" h="522604">
                <a:moveTo>
                  <a:pt x="97688" y="104597"/>
                </a:moveTo>
                <a:lnTo>
                  <a:pt x="63500" y="54134"/>
                </a:lnTo>
                <a:lnTo>
                  <a:pt x="63487" y="18897"/>
                </a:lnTo>
                <a:lnTo>
                  <a:pt x="64987" y="18897"/>
                </a:lnTo>
                <a:lnTo>
                  <a:pt x="106641" y="90296"/>
                </a:lnTo>
                <a:lnTo>
                  <a:pt x="107556" y="92405"/>
                </a:lnTo>
                <a:lnTo>
                  <a:pt x="107937" y="94678"/>
                </a:lnTo>
                <a:lnTo>
                  <a:pt x="107759" y="96964"/>
                </a:lnTo>
                <a:lnTo>
                  <a:pt x="97688" y="104597"/>
                </a:lnTo>
                <a:close/>
              </a:path>
              <a:path w="107950" h="522604">
                <a:moveTo>
                  <a:pt x="53968" y="37795"/>
                </a:moveTo>
                <a:lnTo>
                  <a:pt x="45745" y="23698"/>
                </a:lnTo>
                <a:lnTo>
                  <a:pt x="62191" y="23698"/>
                </a:lnTo>
                <a:lnTo>
                  <a:pt x="53968" y="37795"/>
                </a:lnTo>
                <a:close/>
              </a:path>
              <a:path w="107950" h="522604">
                <a:moveTo>
                  <a:pt x="63487" y="54112"/>
                </a:moveTo>
                <a:lnTo>
                  <a:pt x="53968" y="37795"/>
                </a:lnTo>
                <a:lnTo>
                  <a:pt x="62191" y="23698"/>
                </a:lnTo>
                <a:lnTo>
                  <a:pt x="63487" y="23698"/>
                </a:lnTo>
                <a:lnTo>
                  <a:pt x="63487" y="54112"/>
                </a:lnTo>
                <a:close/>
              </a:path>
              <a:path w="107950" h="522604">
                <a:moveTo>
                  <a:pt x="63487" y="522516"/>
                </a:moveTo>
                <a:lnTo>
                  <a:pt x="44437" y="522516"/>
                </a:lnTo>
                <a:lnTo>
                  <a:pt x="44450" y="54112"/>
                </a:lnTo>
                <a:lnTo>
                  <a:pt x="53968" y="37795"/>
                </a:lnTo>
                <a:lnTo>
                  <a:pt x="63487" y="54112"/>
                </a:lnTo>
                <a:lnTo>
                  <a:pt x="63487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34526" y="376373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36" y="104597"/>
                </a:moveTo>
                <a:lnTo>
                  <a:pt x="0" y="94678"/>
                </a:lnTo>
                <a:lnTo>
                  <a:pt x="380" y="92405"/>
                </a:lnTo>
                <a:lnTo>
                  <a:pt x="1282" y="90296"/>
                </a:lnTo>
                <a:lnTo>
                  <a:pt x="53962" y="0"/>
                </a:lnTo>
                <a:lnTo>
                  <a:pt x="64987" y="18897"/>
                </a:lnTo>
                <a:lnTo>
                  <a:pt x="44437" y="18897"/>
                </a:lnTo>
                <a:lnTo>
                  <a:pt x="44437" y="54134"/>
                </a:lnTo>
                <a:lnTo>
                  <a:pt x="17741" y="99898"/>
                </a:lnTo>
                <a:lnTo>
                  <a:pt x="16357" y="101726"/>
                </a:lnTo>
                <a:lnTo>
                  <a:pt x="14566" y="103174"/>
                </a:lnTo>
                <a:lnTo>
                  <a:pt x="12496" y="104152"/>
                </a:lnTo>
                <a:lnTo>
                  <a:pt x="10236" y="104597"/>
                </a:lnTo>
                <a:close/>
              </a:path>
              <a:path w="107950" h="522604">
                <a:moveTo>
                  <a:pt x="44437" y="54134"/>
                </a:moveTo>
                <a:lnTo>
                  <a:pt x="44437" y="18897"/>
                </a:lnTo>
                <a:lnTo>
                  <a:pt x="63487" y="18897"/>
                </a:lnTo>
                <a:lnTo>
                  <a:pt x="63487" y="23698"/>
                </a:lnTo>
                <a:lnTo>
                  <a:pt x="45732" y="23698"/>
                </a:lnTo>
                <a:lnTo>
                  <a:pt x="53962" y="37806"/>
                </a:lnTo>
                <a:lnTo>
                  <a:pt x="44437" y="54134"/>
                </a:lnTo>
                <a:close/>
              </a:path>
              <a:path w="107950" h="522604">
                <a:moveTo>
                  <a:pt x="97688" y="104597"/>
                </a:moveTo>
                <a:lnTo>
                  <a:pt x="63487" y="54134"/>
                </a:lnTo>
                <a:lnTo>
                  <a:pt x="63487" y="18897"/>
                </a:lnTo>
                <a:lnTo>
                  <a:pt x="64987" y="18897"/>
                </a:lnTo>
                <a:lnTo>
                  <a:pt x="106641" y="90296"/>
                </a:lnTo>
                <a:lnTo>
                  <a:pt x="107556" y="92405"/>
                </a:lnTo>
                <a:lnTo>
                  <a:pt x="107937" y="94678"/>
                </a:lnTo>
                <a:lnTo>
                  <a:pt x="107759" y="96964"/>
                </a:lnTo>
                <a:lnTo>
                  <a:pt x="97688" y="104597"/>
                </a:lnTo>
                <a:close/>
              </a:path>
              <a:path w="107950" h="522604">
                <a:moveTo>
                  <a:pt x="53962" y="37806"/>
                </a:moveTo>
                <a:lnTo>
                  <a:pt x="45732" y="23698"/>
                </a:lnTo>
                <a:lnTo>
                  <a:pt x="62191" y="23698"/>
                </a:lnTo>
                <a:lnTo>
                  <a:pt x="53962" y="37806"/>
                </a:lnTo>
                <a:close/>
              </a:path>
              <a:path w="107950" h="522604">
                <a:moveTo>
                  <a:pt x="63487" y="54134"/>
                </a:moveTo>
                <a:lnTo>
                  <a:pt x="53962" y="37806"/>
                </a:lnTo>
                <a:lnTo>
                  <a:pt x="62191" y="23698"/>
                </a:lnTo>
                <a:lnTo>
                  <a:pt x="63487" y="23698"/>
                </a:lnTo>
                <a:lnTo>
                  <a:pt x="63487" y="54134"/>
                </a:lnTo>
                <a:close/>
              </a:path>
              <a:path w="107950" h="522604">
                <a:moveTo>
                  <a:pt x="63487" y="522516"/>
                </a:moveTo>
                <a:lnTo>
                  <a:pt x="44437" y="522516"/>
                </a:lnTo>
                <a:lnTo>
                  <a:pt x="44437" y="54134"/>
                </a:lnTo>
                <a:lnTo>
                  <a:pt x="53962" y="37806"/>
                </a:lnTo>
                <a:lnTo>
                  <a:pt x="63487" y="54134"/>
                </a:lnTo>
                <a:lnTo>
                  <a:pt x="63487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11321" y="5236222"/>
            <a:ext cx="918836" cy="405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72418" y="5236222"/>
            <a:ext cx="918836" cy="405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29079" y="5236222"/>
            <a:ext cx="918837" cy="4051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05784" y="2351532"/>
            <a:ext cx="1383791" cy="12512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45964" y="2380488"/>
            <a:ext cx="1383791" cy="12512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959852" y="2351532"/>
            <a:ext cx="1456944" cy="13213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99859" y="2382011"/>
            <a:ext cx="1380743" cy="12633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620325" y="1285430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3241" y="1893785"/>
            <a:ext cx="22358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实验现象分</a:t>
            </a:r>
            <a:r>
              <a:rPr dirty="0" sz="2600" spc="5" i="1">
                <a:latin typeface="华文楷体"/>
                <a:cs typeface="华文楷体"/>
              </a:rPr>
              <a:t>析</a:t>
            </a:r>
            <a:endParaRPr sz="2600">
              <a:latin typeface="华文楷体"/>
              <a:cs typeface="华文楷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43937" y="2362276"/>
          <a:ext cx="6995159" cy="2523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705"/>
                <a:gridCol w="1447800"/>
                <a:gridCol w="1445895"/>
                <a:gridCol w="1449704"/>
                <a:gridCol w="1564004"/>
              </a:tblGrid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152400" marR="146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磁体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磁 </a:t>
                      </a:r>
                      <a:r>
                        <a:rPr dirty="0" sz="2000" spc="-5" i="1">
                          <a:latin typeface="华文楷体"/>
                          <a:cs typeface="华文楷体"/>
                        </a:rPr>
                        <a:t>场方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向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152400" marR="146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磁通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量 </a:t>
                      </a:r>
                      <a:r>
                        <a:rPr dirty="0" sz="2000" spc="-5" i="1">
                          <a:latin typeface="华文楷体"/>
                          <a:cs typeface="华文楷体"/>
                        </a:rPr>
                        <a:t>的变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化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86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152400" marR="146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5" i="1">
                          <a:latin typeface="华文楷体"/>
                          <a:cs typeface="华文楷体"/>
                        </a:rPr>
                        <a:t>感应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电 </a:t>
                      </a:r>
                      <a:r>
                        <a:rPr dirty="0" sz="2000" spc="-5" i="1">
                          <a:latin typeface="华文楷体"/>
                          <a:cs typeface="华文楷体"/>
                        </a:rPr>
                        <a:t>流方</a:t>
                      </a:r>
                      <a:r>
                        <a:rPr dirty="0" sz="2000" i="1">
                          <a:latin typeface="华文楷体"/>
                          <a:cs typeface="华文楷体"/>
                        </a:rPr>
                        <a:t>向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91143" y="4338154"/>
            <a:ext cx="918825" cy="405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96588" y="286565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8" y="484720"/>
                </a:moveTo>
                <a:lnTo>
                  <a:pt x="44449" y="468403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403"/>
                </a:lnTo>
                <a:lnTo>
                  <a:pt x="53968" y="48472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95" y="432219"/>
                </a:lnTo>
                <a:lnTo>
                  <a:pt x="381" y="430110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96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7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7" y="503618"/>
                </a:moveTo>
                <a:lnTo>
                  <a:pt x="63487" y="503618"/>
                </a:lnTo>
                <a:lnTo>
                  <a:pt x="63499" y="468381"/>
                </a:lnTo>
                <a:lnTo>
                  <a:pt x="90195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37" y="427837"/>
                </a:lnTo>
                <a:lnTo>
                  <a:pt x="107556" y="430110"/>
                </a:lnTo>
                <a:lnTo>
                  <a:pt x="106641" y="432219"/>
                </a:lnTo>
                <a:lnTo>
                  <a:pt x="64987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8" y="484720"/>
                </a:lnTo>
                <a:lnTo>
                  <a:pt x="45745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8" y="484720"/>
                </a:lnTo>
                <a:lnTo>
                  <a:pt x="63487" y="468403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45" y="498817"/>
                </a:lnTo>
                <a:lnTo>
                  <a:pt x="53968" y="48472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22620" y="286565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2" y="484710"/>
                </a:moveTo>
                <a:lnTo>
                  <a:pt x="44437" y="468381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381"/>
                </a:lnTo>
                <a:lnTo>
                  <a:pt x="53962" y="48471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82" y="432219"/>
                </a:lnTo>
                <a:lnTo>
                  <a:pt x="380" y="430110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84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7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7" y="503618"/>
                </a:moveTo>
                <a:lnTo>
                  <a:pt x="63487" y="503618"/>
                </a:lnTo>
                <a:lnTo>
                  <a:pt x="63487" y="468381"/>
                </a:lnTo>
                <a:lnTo>
                  <a:pt x="90182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24" y="427837"/>
                </a:lnTo>
                <a:lnTo>
                  <a:pt x="107556" y="430110"/>
                </a:lnTo>
                <a:lnTo>
                  <a:pt x="106641" y="432219"/>
                </a:lnTo>
                <a:lnTo>
                  <a:pt x="64987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2" y="484710"/>
                </a:lnTo>
                <a:lnTo>
                  <a:pt x="45732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2" y="484710"/>
                </a:lnTo>
                <a:lnTo>
                  <a:pt x="63487" y="468381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32" y="498817"/>
                </a:lnTo>
                <a:lnTo>
                  <a:pt x="53962" y="48471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24852" y="286565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36" y="104597"/>
                </a:moveTo>
                <a:lnTo>
                  <a:pt x="0" y="94678"/>
                </a:lnTo>
                <a:lnTo>
                  <a:pt x="368" y="92417"/>
                </a:lnTo>
                <a:lnTo>
                  <a:pt x="1282" y="90309"/>
                </a:lnTo>
                <a:lnTo>
                  <a:pt x="53962" y="0"/>
                </a:lnTo>
                <a:lnTo>
                  <a:pt x="64993" y="18910"/>
                </a:lnTo>
                <a:lnTo>
                  <a:pt x="44437" y="18910"/>
                </a:lnTo>
                <a:lnTo>
                  <a:pt x="44437" y="54134"/>
                </a:lnTo>
                <a:lnTo>
                  <a:pt x="17741" y="99898"/>
                </a:lnTo>
                <a:lnTo>
                  <a:pt x="16344" y="101739"/>
                </a:lnTo>
                <a:lnTo>
                  <a:pt x="14566" y="103174"/>
                </a:lnTo>
                <a:lnTo>
                  <a:pt x="12484" y="104152"/>
                </a:lnTo>
                <a:lnTo>
                  <a:pt x="10236" y="104597"/>
                </a:lnTo>
                <a:close/>
              </a:path>
              <a:path w="107950" h="522604">
                <a:moveTo>
                  <a:pt x="44437" y="54134"/>
                </a:moveTo>
                <a:lnTo>
                  <a:pt x="44437" y="18910"/>
                </a:lnTo>
                <a:lnTo>
                  <a:pt x="63487" y="18910"/>
                </a:lnTo>
                <a:lnTo>
                  <a:pt x="63487" y="23698"/>
                </a:lnTo>
                <a:lnTo>
                  <a:pt x="45732" y="23698"/>
                </a:lnTo>
                <a:lnTo>
                  <a:pt x="53962" y="37806"/>
                </a:lnTo>
                <a:lnTo>
                  <a:pt x="44437" y="54134"/>
                </a:lnTo>
                <a:close/>
              </a:path>
              <a:path w="107950" h="522604">
                <a:moveTo>
                  <a:pt x="97688" y="104597"/>
                </a:moveTo>
                <a:lnTo>
                  <a:pt x="63487" y="54134"/>
                </a:lnTo>
                <a:lnTo>
                  <a:pt x="63487" y="18910"/>
                </a:lnTo>
                <a:lnTo>
                  <a:pt x="64993" y="18910"/>
                </a:lnTo>
                <a:lnTo>
                  <a:pt x="106641" y="90309"/>
                </a:lnTo>
                <a:lnTo>
                  <a:pt x="107543" y="92417"/>
                </a:lnTo>
                <a:lnTo>
                  <a:pt x="107924" y="94678"/>
                </a:lnTo>
                <a:lnTo>
                  <a:pt x="107746" y="96964"/>
                </a:lnTo>
                <a:lnTo>
                  <a:pt x="97688" y="104597"/>
                </a:lnTo>
                <a:close/>
              </a:path>
              <a:path w="107950" h="522604">
                <a:moveTo>
                  <a:pt x="53962" y="37806"/>
                </a:moveTo>
                <a:lnTo>
                  <a:pt x="45732" y="23698"/>
                </a:lnTo>
                <a:lnTo>
                  <a:pt x="62191" y="23698"/>
                </a:lnTo>
                <a:lnTo>
                  <a:pt x="53962" y="37806"/>
                </a:lnTo>
                <a:close/>
              </a:path>
              <a:path w="107950" h="522604">
                <a:moveTo>
                  <a:pt x="63487" y="54134"/>
                </a:moveTo>
                <a:lnTo>
                  <a:pt x="53962" y="37806"/>
                </a:lnTo>
                <a:lnTo>
                  <a:pt x="62191" y="23698"/>
                </a:lnTo>
                <a:lnTo>
                  <a:pt x="63487" y="23698"/>
                </a:lnTo>
                <a:lnTo>
                  <a:pt x="63487" y="54134"/>
                </a:lnTo>
                <a:close/>
              </a:path>
              <a:path w="107950" h="522604">
                <a:moveTo>
                  <a:pt x="63487" y="522516"/>
                </a:moveTo>
                <a:lnTo>
                  <a:pt x="44437" y="522516"/>
                </a:lnTo>
                <a:lnTo>
                  <a:pt x="44437" y="54134"/>
                </a:lnTo>
                <a:lnTo>
                  <a:pt x="53962" y="37806"/>
                </a:lnTo>
                <a:lnTo>
                  <a:pt x="63487" y="54134"/>
                </a:lnTo>
                <a:lnTo>
                  <a:pt x="63487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08021" y="2865653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48" y="104597"/>
                </a:moveTo>
                <a:lnTo>
                  <a:pt x="0" y="94678"/>
                </a:lnTo>
                <a:lnTo>
                  <a:pt x="380" y="92417"/>
                </a:lnTo>
                <a:lnTo>
                  <a:pt x="1295" y="90309"/>
                </a:lnTo>
                <a:lnTo>
                  <a:pt x="53975" y="0"/>
                </a:lnTo>
                <a:lnTo>
                  <a:pt x="65003" y="18910"/>
                </a:lnTo>
                <a:lnTo>
                  <a:pt x="44450" y="18910"/>
                </a:lnTo>
                <a:lnTo>
                  <a:pt x="44437" y="54134"/>
                </a:lnTo>
                <a:lnTo>
                  <a:pt x="17741" y="99898"/>
                </a:lnTo>
                <a:lnTo>
                  <a:pt x="16357" y="101739"/>
                </a:lnTo>
                <a:lnTo>
                  <a:pt x="14579" y="103174"/>
                </a:lnTo>
                <a:lnTo>
                  <a:pt x="12496" y="104152"/>
                </a:lnTo>
                <a:lnTo>
                  <a:pt x="10248" y="104597"/>
                </a:lnTo>
                <a:close/>
              </a:path>
              <a:path w="107950" h="522604">
                <a:moveTo>
                  <a:pt x="44450" y="54112"/>
                </a:moveTo>
                <a:lnTo>
                  <a:pt x="44450" y="18910"/>
                </a:lnTo>
                <a:lnTo>
                  <a:pt x="63500" y="18910"/>
                </a:lnTo>
                <a:lnTo>
                  <a:pt x="63500" y="23698"/>
                </a:lnTo>
                <a:lnTo>
                  <a:pt x="45745" y="23698"/>
                </a:lnTo>
                <a:lnTo>
                  <a:pt x="53968" y="37795"/>
                </a:lnTo>
                <a:lnTo>
                  <a:pt x="44450" y="54112"/>
                </a:lnTo>
                <a:close/>
              </a:path>
              <a:path w="107950" h="522604">
                <a:moveTo>
                  <a:pt x="97701" y="104597"/>
                </a:moveTo>
                <a:lnTo>
                  <a:pt x="63500" y="54134"/>
                </a:lnTo>
                <a:lnTo>
                  <a:pt x="63500" y="18910"/>
                </a:lnTo>
                <a:lnTo>
                  <a:pt x="65003" y="18910"/>
                </a:lnTo>
                <a:lnTo>
                  <a:pt x="106641" y="90309"/>
                </a:lnTo>
                <a:lnTo>
                  <a:pt x="107556" y="92417"/>
                </a:lnTo>
                <a:lnTo>
                  <a:pt x="107937" y="94678"/>
                </a:lnTo>
                <a:lnTo>
                  <a:pt x="107759" y="96964"/>
                </a:lnTo>
                <a:lnTo>
                  <a:pt x="97701" y="104597"/>
                </a:lnTo>
                <a:close/>
              </a:path>
              <a:path w="107950" h="522604">
                <a:moveTo>
                  <a:pt x="53968" y="37795"/>
                </a:moveTo>
                <a:lnTo>
                  <a:pt x="45745" y="23698"/>
                </a:lnTo>
                <a:lnTo>
                  <a:pt x="62191" y="23698"/>
                </a:lnTo>
                <a:lnTo>
                  <a:pt x="53968" y="37795"/>
                </a:lnTo>
                <a:close/>
              </a:path>
              <a:path w="107950" h="522604">
                <a:moveTo>
                  <a:pt x="63500" y="54134"/>
                </a:moveTo>
                <a:lnTo>
                  <a:pt x="53968" y="37795"/>
                </a:lnTo>
                <a:lnTo>
                  <a:pt x="62191" y="23698"/>
                </a:lnTo>
                <a:lnTo>
                  <a:pt x="63500" y="23698"/>
                </a:lnTo>
                <a:lnTo>
                  <a:pt x="63500" y="54134"/>
                </a:lnTo>
                <a:close/>
              </a:path>
              <a:path w="107950" h="522604">
                <a:moveTo>
                  <a:pt x="63500" y="522516"/>
                </a:moveTo>
                <a:lnTo>
                  <a:pt x="44450" y="522516"/>
                </a:lnTo>
                <a:lnTo>
                  <a:pt x="44450" y="54112"/>
                </a:lnTo>
                <a:lnTo>
                  <a:pt x="53968" y="37795"/>
                </a:lnTo>
                <a:lnTo>
                  <a:pt x="63487" y="54112"/>
                </a:lnTo>
                <a:lnTo>
                  <a:pt x="63500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84825" y="4338154"/>
            <a:ext cx="918819" cy="405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45923" y="4338154"/>
            <a:ext cx="918819" cy="405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02577" y="4338154"/>
            <a:ext cx="918825" cy="4051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87723" y="3979164"/>
            <a:ext cx="652272" cy="9265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09615" y="4424171"/>
            <a:ext cx="621791" cy="8808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71131" y="4416552"/>
            <a:ext cx="621792" cy="8808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336280" y="3979164"/>
            <a:ext cx="652272" cy="9265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37197" y="4432134"/>
            <a:ext cx="829944" cy="269240"/>
          </a:xfrm>
          <a:custGeom>
            <a:avLst/>
            <a:gdLst/>
            <a:ahLst/>
            <a:cxnLst/>
            <a:rect l="l" t="t" r="r" b="b"/>
            <a:pathLst>
              <a:path w="829945" h="269239">
                <a:moveTo>
                  <a:pt x="772852" y="99060"/>
                </a:moveTo>
                <a:lnTo>
                  <a:pt x="768305" y="99060"/>
                </a:lnTo>
                <a:lnTo>
                  <a:pt x="766159" y="97789"/>
                </a:lnTo>
                <a:lnTo>
                  <a:pt x="764266" y="96520"/>
                </a:lnTo>
                <a:lnTo>
                  <a:pt x="762742" y="95250"/>
                </a:lnTo>
                <a:lnTo>
                  <a:pt x="703446" y="8889"/>
                </a:lnTo>
                <a:lnTo>
                  <a:pt x="807586" y="0"/>
                </a:lnTo>
                <a:lnTo>
                  <a:pt x="812095" y="0"/>
                </a:lnTo>
                <a:lnTo>
                  <a:pt x="814089" y="1270"/>
                </a:lnTo>
                <a:lnTo>
                  <a:pt x="815752" y="2539"/>
                </a:lnTo>
                <a:lnTo>
                  <a:pt x="816997" y="5079"/>
                </a:lnTo>
                <a:lnTo>
                  <a:pt x="817746" y="6350"/>
                </a:lnTo>
                <a:lnTo>
                  <a:pt x="817848" y="7620"/>
                </a:lnTo>
                <a:lnTo>
                  <a:pt x="724604" y="7620"/>
                </a:lnTo>
                <a:lnTo>
                  <a:pt x="716502" y="25400"/>
                </a:lnTo>
                <a:lnTo>
                  <a:pt x="718953" y="26670"/>
                </a:lnTo>
                <a:lnTo>
                  <a:pt x="737889" y="35560"/>
                </a:lnTo>
                <a:lnTo>
                  <a:pt x="737723" y="35560"/>
                </a:lnTo>
                <a:lnTo>
                  <a:pt x="746906" y="40639"/>
                </a:lnTo>
                <a:lnTo>
                  <a:pt x="746740" y="40639"/>
                </a:lnTo>
                <a:lnTo>
                  <a:pt x="749368" y="41769"/>
                </a:lnTo>
                <a:lnTo>
                  <a:pt x="778427" y="83820"/>
                </a:lnTo>
                <a:lnTo>
                  <a:pt x="780040" y="87629"/>
                </a:lnTo>
                <a:lnTo>
                  <a:pt x="780040" y="90170"/>
                </a:lnTo>
                <a:lnTo>
                  <a:pt x="779494" y="92710"/>
                </a:lnTo>
                <a:lnTo>
                  <a:pt x="778427" y="95250"/>
                </a:lnTo>
                <a:lnTo>
                  <a:pt x="776903" y="96520"/>
                </a:lnTo>
                <a:lnTo>
                  <a:pt x="775011" y="97789"/>
                </a:lnTo>
                <a:lnTo>
                  <a:pt x="772852" y="99060"/>
                </a:lnTo>
                <a:close/>
              </a:path>
              <a:path w="829945" h="269239">
                <a:moveTo>
                  <a:pt x="721391" y="26670"/>
                </a:moveTo>
                <a:lnTo>
                  <a:pt x="718953" y="26670"/>
                </a:lnTo>
                <a:lnTo>
                  <a:pt x="716502" y="25400"/>
                </a:lnTo>
                <a:lnTo>
                  <a:pt x="724604" y="7620"/>
                </a:lnTo>
                <a:lnTo>
                  <a:pt x="727119" y="8889"/>
                </a:lnTo>
                <a:lnTo>
                  <a:pt x="731923" y="11429"/>
                </a:lnTo>
                <a:lnTo>
                  <a:pt x="728402" y="11429"/>
                </a:lnTo>
                <a:lnTo>
                  <a:pt x="721391" y="26670"/>
                </a:lnTo>
                <a:close/>
              </a:path>
              <a:path w="829945" h="269239">
                <a:moveTo>
                  <a:pt x="756196" y="23148"/>
                </a:moveTo>
                <a:lnTo>
                  <a:pt x="755681" y="22860"/>
                </a:lnTo>
                <a:lnTo>
                  <a:pt x="746334" y="19050"/>
                </a:lnTo>
                <a:lnTo>
                  <a:pt x="727119" y="8889"/>
                </a:lnTo>
                <a:lnTo>
                  <a:pt x="724604" y="7620"/>
                </a:lnTo>
                <a:lnTo>
                  <a:pt x="817848" y="7620"/>
                </a:lnTo>
                <a:lnTo>
                  <a:pt x="817949" y="8889"/>
                </a:lnTo>
                <a:lnTo>
                  <a:pt x="817594" y="11429"/>
                </a:lnTo>
                <a:lnTo>
                  <a:pt x="816717" y="13970"/>
                </a:lnTo>
                <a:lnTo>
                  <a:pt x="815346" y="15239"/>
                </a:lnTo>
                <a:lnTo>
                  <a:pt x="813581" y="16510"/>
                </a:lnTo>
                <a:lnTo>
                  <a:pt x="811510" y="17779"/>
                </a:lnTo>
                <a:lnTo>
                  <a:pt x="809263" y="17779"/>
                </a:lnTo>
                <a:lnTo>
                  <a:pt x="756196" y="23148"/>
                </a:lnTo>
                <a:close/>
              </a:path>
              <a:path w="829945" h="269239">
                <a:moveTo>
                  <a:pt x="721391" y="26670"/>
                </a:moveTo>
                <a:lnTo>
                  <a:pt x="728402" y="11429"/>
                </a:lnTo>
                <a:lnTo>
                  <a:pt x="737787" y="25011"/>
                </a:lnTo>
                <a:lnTo>
                  <a:pt x="721391" y="26670"/>
                </a:lnTo>
                <a:close/>
              </a:path>
              <a:path w="829945" h="269239">
                <a:moveTo>
                  <a:pt x="737787" y="25011"/>
                </a:moveTo>
                <a:lnTo>
                  <a:pt x="728402" y="11429"/>
                </a:lnTo>
                <a:lnTo>
                  <a:pt x="731923" y="11429"/>
                </a:lnTo>
                <a:lnTo>
                  <a:pt x="746334" y="19050"/>
                </a:lnTo>
                <a:lnTo>
                  <a:pt x="755681" y="22860"/>
                </a:lnTo>
                <a:lnTo>
                  <a:pt x="756196" y="23148"/>
                </a:lnTo>
                <a:lnTo>
                  <a:pt x="737787" y="25011"/>
                </a:lnTo>
                <a:close/>
              </a:path>
              <a:path w="829945" h="269239">
                <a:moveTo>
                  <a:pt x="778948" y="59689"/>
                </a:moveTo>
                <a:lnTo>
                  <a:pt x="771391" y="54610"/>
                </a:lnTo>
                <a:lnTo>
                  <a:pt x="771696" y="54610"/>
                </a:lnTo>
                <a:lnTo>
                  <a:pt x="763644" y="49529"/>
                </a:lnTo>
                <a:lnTo>
                  <a:pt x="763898" y="49529"/>
                </a:lnTo>
                <a:lnTo>
                  <a:pt x="755402" y="44450"/>
                </a:lnTo>
                <a:lnTo>
                  <a:pt x="755605" y="44450"/>
                </a:lnTo>
                <a:lnTo>
                  <a:pt x="749368" y="41769"/>
                </a:lnTo>
                <a:lnTo>
                  <a:pt x="737787" y="25011"/>
                </a:lnTo>
                <a:lnTo>
                  <a:pt x="756196" y="23148"/>
                </a:lnTo>
                <a:lnTo>
                  <a:pt x="789679" y="43179"/>
                </a:lnTo>
                <a:lnTo>
                  <a:pt x="797071" y="49529"/>
                </a:lnTo>
                <a:lnTo>
                  <a:pt x="803890" y="54610"/>
                </a:lnTo>
                <a:lnTo>
                  <a:pt x="807563" y="58420"/>
                </a:lnTo>
                <a:lnTo>
                  <a:pt x="778579" y="58420"/>
                </a:lnTo>
                <a:lnTo>
                  <a:pt x="778948" y="59689"/>
                </a:lnTo>
                <a:close/>
              </a:path>
              <a:path w="829945" h="269239">
                <a:moveTo>
                  <a:pt x="749368" y="41769"/>
                </a:moveTo>
                <a:lnTo>
                  <a:pt x="746740" y="40639"/>
                </a:lnTo>
                <a:lnTo>
                  <a:pt x="746906" y="40639"/>
                </a:lnTo>
                <a:lnTo>
                  <a:pt x="737723" y="35560"/>
                </a:lnTo>
                <a:lnTo>
                  <a:pt x="737889" y="35560"/>
                </a:lnTo>
                <a:lnTo>
                  <a:pt x="718839" y="26670"/>
                </a:lnTo>
                <a:lnTo>
                  <a:pt x="721391" y="26670"/>
                </a:lnTo>
                <a:lnTo>
                  <a:pt x="737787" y="25011"/>
                </a:lnTo>
                <a:lnTo>
                  <a:pt x="749368" y="41769"/>
                </a:lnTo>
                <a:close/>
              </a:path>
              <a:path w="829945" h="269239">
                <a:moveTo>
                  <a:pt x="455250" y="269239"/>
                </a:moveTo>
                <a:lnTo>
                  <a:pt x="372941" y="269239"/>
                </a:lnTo>
                <a:lnTo>
                  <a:pt x="340620" y="266700"/>
                </a:lnTo>
                <a:lnTo>
                  <a:pt x="324796" y="266700"/>
                </a:lnTo>
                <a:lnTo>
                  <a:pt x="309264" y="264160"/>
                </a:lnTo>
                <a:lnTo>
                  <a:pt x="278987" y="261620"/>
                </a:lnTo>
                <a:lnTo>
                  <a:pt x="232479" y="254000"/>
                </a:lnTo>
                <a:lnTo>
                  <a:pt x="216871" y="250189"/>
                </a:lnTo>
                <a:lnTo>
                  <a:pt x="201352" y="247650"/>
                </a:lnTo>
                <a:lnTo>
                  <a:pt x="186023" y="243839"/>
                </a:lnTo>
                <a:lnTo>
                  <a:pt x="141979" y="232410"/>
                </a:lnTo>
                <a:lnTo>
                  <a:pt x="128238" y="228600"/>
                </a:lnTo>
                <a:lnTo>
                  <a:pt x="115093" y="223520"/>
                </a:lnTo>
                <a:lnTo>
                  <a:pt x="102647" y="219710"/>
                </a:lnTo>
                <a:lnTo>
                  <a:pt x="65576" y="201929"/>
                </a:lnTo>
                <a:lnTo>
                  <a:pt x="52584" y="193039"/>
                </a:lnTo>
                <a:lnTo>
                  <a:pt x="44951" y="186689"/>
                </a:lnTo>
                <a:lnTo>
                  <a:pt x="37953" y="180339"/>
                </a:lnTo>
                <a:lnTo>
                  <a:pt x="31629" y="173989"/>
                </a:lnTo>
                <a:lnTo>
                  <a:pt x="25965" y="166370"/>
                </a:lnTo>
                <a:lnTo>
                  <a:pt x="20935" y="160020"/>
                </a:lnTo>
                <a:lnTo>
                  <a:pt x="16516" y="152400"/>
                </a:lnTo>
                <a:lnTo>
                  <a:pt x="12693" y="146050"/>
                </a:lnTo>
                <a:lnTo>
                  <a:pt x="9417" y="138429"/>
                </a:lnTo>
                <a:lnTo>
                  <a:pt x="88" y="100329"/>
                </a:lnTo>
                <a:lnTo>
                  <a:pt x="0" y="93979"/>
                </a:lnTo>
                <a:lnTo>
                  <a:pt x="82" y="92710"/>
                </a:lnTo>
                <a:lnTo>
                  <a:pt x="476" y="88900"/>
                </a:lnTo>
                <a:lnTo>
                  <a:pt x="1060" y="86360"/>
                </a:lnTo>
                <a:lnTo>
                  <a:pt x="1847" y="83820"/>
                </a:lnTo>
                <a:lnTo>
                  <a:pt x="2851" y="80010"/>
                </a:lnTo>
                <a:lnTo>
                  <a:pt x="24491" y="52070"/>
                </a:lnTo>
                <a:lnTo>
                  <a:pt x="29330" y="46989"/>
                </a:lnTo>
                <a:lnTo>
                  <a:pt x="34385" y="43179"/>
                </a:lnTo>
                <a:lnTo>
                  <a:pt x="39655" y="39370"/>
                </a:lnTo>
                <a:lnTo>
                  <a:pt x="50412" y="31750"/>
                </a:lnTo>
                <a:lnTo>
                  <a:pt x="61410" y="25400"/>
                </a:lnTo>
                <a:lnTo>
                  <a:pt x="71862" y="40639"/>
                </a:lnTo>
                <a:lnTo>
                  <a:pt x="60953" y="48260"/>
                </a:lnTo>
                <a:lnTo>
                  <a:pt x="61118" y="48260"/>
                </a:lnTo>
                <a:lnTo>
                  <a:pt x="52323" y="54610"/>
                </a:lnTo>
                <a:lnTo>
                  <a:pt x="50806" y="54610"/>
                </a:lnTo>
                <a:lnTo>
                  <a:pt x="45777" y="58420"/>
                </a:lnTo>
                <a:lnTo>
                  <a:pt x="46005" y="58420"/>
                </a:lnTo>
                <a:lnTo>
                  <a:pt x="41192" y="62229"/>
                </a:lnTo>
                <a:lnTo>
                  <a:pt x="41471" y="62229"/>
                </a:lnTo>
                <a:lnTo>
                  <a:pt x="36937" y="66039"/>
                </a:lnTo>
                <a:lnTo>
                  <a:pt x="37268" y="66039"/>
                </a:lnTo>
                <a:lnTo>
                  <a:pt x="33051" y="69850"/>
                </a:lnTo>
                <a:lnTo>
                  <a:pt x="33432" y="69850"/>
                </a:lnTo>
                <a:lnTo>
                  <a:pt x="30858" y="72389"/>
                </a:lnTo>
                <a:lnTo>
                  <a:pt x="30003" y="72389"/>
                </a:lnTo>
                <a:lnTo>
                  <a:pt x="27403" y="76200"/>
                </a:lnTo>
                <a:lnTo>
                  <a:pt x="27019" y="76200"/>
                </a:lnTo>
                <a:lnTo>
                  <a:pt x="24009" y="80010"/>
                </a:lnTo>
                <a:lnTo>
                  <a:pt x="24491" y="80010"/>
                </a:lnTo>
                <a:lnTo>
                  <a:pt x="21977" y="83820"/>
                </a:lnTo>
                <a:lnTo>
                  <a:pt x="22447" y="83820"/>
                </a:lnTo>
                <a:lnTo>
                  <a:pt x="21126" y="86360"/>
                </a:lnTo>
                <a:lnTo>
                  <a:pt x="20770" y="86360"/>
                </a:lnTo>
                <a:lnTo>
                  <a:pt x="20008" y="88900"/>
                </a:lnTo>
                <a:lnTo>
                  <a:pt x="20173" y="88900"/>
                </a:lnTo>
                <a:lnTo>
                  <a:pt x="19862" y="90170"/>
                </a:lnTo>
                <a:lnTo>
                  <a:pt x="19704" y="90170"/>
                </a:lnTo>
                <a:lnTo>
                  <a:pt x="19234" y="92710"/>
                </a:lnTo>
                <a:lnTo>
                  <a:pt x="19030" y="93979"/>
                </a:lnTo>
                <a:lnTo>
                  <a:pt x="18967" y="95250"/>
                </a:lnTo>
                <a:lnTo>
                  <a:pt x="18980" y="97789"/>
                </a:lnTo>
                <a:lnTo>
                  <a:pt x="19303" y="101600"/>
                </a:lnTo>
                <a:lnTo>
                  <a:pt x="19348" y="102870"/>
                </a:lnTo>
                <a:lnTo>
                  <a:pt x="20161" y="107950"/>
                </a:lnTo>
                <a:lnTo>
                  <a:pt x="21266" y="113029"/>
                </a:lnTo>
                <a:lnTo>
                  <a:pt x="22777" y="119379"/>
                </a:lnTo>
                <a:lnTo>
                  <a:pt x="23041" y="119379"/>
                </a:lnTo>
                <a:lnTo>
                  <a:pt x="24707" y="124460"/>
                </a:lnTo>
                <a:lnTo>
                  <a:pt x="24517" y="124460"/>
                </a:lnTo>
                <a:lnTo>
                  <a:pt x="27070" y="130810"/>
                </a:lnTo>
                <a:lnTo>
                  <a:pt x="26854" y="130810"/>
                </a:lnTo>
                <a:lnTo>
                  <a:pt x="29902" y="137160"/>
                </a:lnTo>
                <a:lnTo>
                  <a:pt x="29648" y="137160"/>
                </a:lnTo>
                <a:lnTo>
                  <a:pt x="33204" y="143510"/>
                </a:lnTo>
                <a:lnTo>
                  <a:pt x="32912" y="143510"/>
                </a:lnTo>
                <a:lnTo>
                  <a:pt x="37014" y="149860"/>
                </a:lnTo>
                <a:lnTo>
                  <a:pt x="37450" y="149860"/>
                </a:lnTo>
                <a:lnTo>
                  <a:pt x="41344" y="156210"/>
                </a:lnTo>
                <a:lnTo>
                  <a:pt x="42015" y="156210"/>
                </a:lnTo>
                <a:lnTo>
                  <a:pt x="46221" y="161289"/>
                </a:lnTo>
                <a:lnTo>
                  <a:pt x="45789" y="161289"/>
                </a:lnTo>
                <a:lnTo>
                  <a:pt x="51669" y="167639"/>
                </a:lnTo>
                <a:lnTo>
                  <a:pt x="51187" y="167639"/>
                </a:lnTo>
                <a:lnTo>
                  <a:pt x="57702" y="172720"/>
                </a:lnTo>
                <a:lnTo>
                  <a:pt x="57194" y="172720"/>
                </a:lnTo>
                <a:lnTo>
                  <a:pt x="64357" y="179070"/>
                </a:lnTo>
                <a:lnTo>
                  <a:pt x="65868" y="179070"/>
                </a:lnTo>
                <a:lnTo>
                  <a:pt x="67786" y="180339"/>
                </a:lnTo>
                <a:lnTo>
                  <a:pt x="67506" y="180339"/>
                </a:lnTo>
                <a:lnTo>
                  <a:pt x="71520" y="182879"/>
                </a:lnTo>
                <a:lnTo>
                  <a:pt x="71227" y="182879"/>
                </a:lnTo>
                <a:lnTo>
                  <a:pt x="75418" y="185420"/>
                </a:lnTo>
                <a:lnTo>
                  <a:pt x="75126" y="185420"/>
                </a:lnTo>
                <a:lnTo>
                  <a:pt x="79495" y="187960"/>
                </a:lnTo>
                <a:lnTo>
                  <a:pt x="79101" y="187960"/>
                </a:lnTo>
                <a:lnTo>
                  <a:pt x="88563" y="193039"/>
                </a:lnTo>
                <a:lnTo>
                  <a:pt x="88157" y="193039"/>
                </a:lnTo>
                <a:lnTo>
                  <a:pt x="98609" y="196850"/>
                </a:lnTo>
                <a:lnTo>
                  <a:pt x="98266" y="196850"/>
                </a:lnTo>
                <a:lnTo>
                  <a:pt x="109620" y="201929"/>
                </a:lnTo>
                <a:lnTo>
                  <a:pt x="109327" y="201929"/>
                </a:lnTo>
                <a:lnTo>
                  <a:pt x="121494" y="205739"/>
                </a:lnTo>
                <a:lnTo>
                  <a:pt x="121240" y="205739"/>
                </a:lnTo>
                <a:lnTo>
                  <a:pt x="134143" y="209550"/>
                </a:lnTo>
                <a:lnTo>
                  <a:pt x="133915" y="209550"/>
                </a:lnTo>
                <a:lnTo>
                  <a:pt x="147453" y="214629"/>
                </a:lnTo>
                <a:lnTo>
                  <a:pt x="147250" y="214629"/>
                </a:lnTo>
                <a:lnTo>
                  <a:pt x="161334" y="218439"/>
                </a:lnTo>
                <a:lnTo>
                  <a:pt x="161143" y="218439"/>
                </a:lnTo>
                <a:lnTo>
                  <a:pt x="175685" y="222250"/>
                </a:lnTo>
                <a:lnTo>
                  <a:pt x="175520" y="222250"/>
                </a:lnTo>
                <a:lnTo>
                  <a:pt x="190417" y="224789"/>
                </a:lnTo>
                <a:lnTo>
                  <a:pt x="190265" y="224789"/>
                </a:lnTo>
                <a:lnTo>
                  <a:pt x="205441" y="228600"/>
                </a:lnTo>
                <a:lnTo>
                  <a:pt x="205289" y="228600"/>
                </a:lnTo>
                <a:lnTo>
                  <a:pt x="220656" y="232410"/>
                </a:lnTo>
                <a:lnTo>
                  <a:pt x="220516" y="232410"/>
                </a:lnTo>
                <a:lnTo>
                  <a:pt x="235985" y="234950"/>
                </a:lnTo>
                <a:lnTo>
                  <a:pt x="235845" y="234950"/>
                </a:lnTo>
                <a:lnTo>
                  <a:pt x="251313" y="237489"/>
                </a:lnTo>
                <a:lnTo>
                  <a:pt x="251174" y="237489"/>
                </a:lnTo>
                <a:lnTo>
                  <a:pt x="266566" y="240029"/>
                </a:lnTo>
                <a:lnTo>
                  <a:pt x="266426" y="240029"/>
                </a:lnTo>
                <a:lnTo>
                  <a:pt x="281641" y="242570"/>
                </a:lnTo>
                <a:lnTo>
                  <a:pt x="281489" y="242570"/>
                </a:lnTo>
                <a:lnTo>
                  <a:pt x="296449" y="243839"/>
                </a:lnTo>
                <a:lnTo>
                  <a:pt x="296284" y="243839"/>
                </a:lnTo>
                <a:lnTo>
                  <a:pt x="311283" y="245110"/>
                </a:lnTo>
                <a:lnTo>
                  <a:pt x="311105" y="245110"/>
                </a:lnTo>
                <a:lnTo>
                  <a:pt x="326459" y="247650"/>
                </a:lnTo>
                <a:lnTo>
                  <a:pt x="341801" y="247650"/>
                </a:lnTo>
                <a:lnTo>
                  <a:pt x="357727" y="248920"/>
                </a:lnTo>
                <a:lnTo>
                  <a:pt x="357574" y="248920"/>
                </a:lnTo>
                <a:lnTo>
                  <a:pt x="373691" y="250189"/>
                </a:lnTo>
                <a:lnTo>
                  <a:pt x="646734" y="250189"/>
                </a:lnTo>
                <a:lnTo>
                  <a:pt x="624351" y="254000"/>
                </a:lnTo>
                <a:lnTo>
                  <a:pt x="609238" y="255270"/>
                </a:lnTo>
                <a:lnTo>
                  <a:pt x="594112" y="257810"/>
                </a:lnTo>
                <a:lnTo>
                  <a:pt x="578999" y="259079"/>
                </a:lnTo>
                <a:lnTo>
                  <a:pt x="549332" y="262889"/>
                </a:lnTo>
                <a:lnTo>
                  <a:pt x="487660" y="267970"/>
                </a:lnTo>
                <a:lnTo>
                  <a:pt x="471544" y="267970"/>
                </a:lnTo>
                <a:lnTo>
                  <a:pt x="455250" y="269239"/>
                </a:lnTo>
                <a:close/>
              </a:path>
              <a:path w="829945" h="269239">
                <a:moveTo>
                  <a:pt x="50565" y="55879"/>
                </a:moveTo>
                <a:lnTo>
                  <a:pt x="50806" y="54610"/>
                </a:lnTo>
                <a:lnTo>
                  <a:pt x="52323" y="54610"/>
                </a:lnTo>
                <a:lnTo>
                  <a:pt x="50565" y="55879"/>
                </a:lnTo>
                <a:close/>
              </a:path>
              <a:path w="829945" h="269239">
                <a:moveTo>
                  <a:pt x="785577" y="64770"/>
                </a:moveTo>
                <a:lnTo>
                  <a:pt x="778579" y="58420"/>
                </a:lnTo>
                <a:lnTo>
                  <a:pt x="807563" y="58420"/>
                </a:lnTo>
                <a:lnTo>
                  <a:pt x="810012" y="60960"/>
                </a:lnTo>
                <a:lnTo>
                  <a:pt x="812920" y="63500"/>
                </a:lnTo>
                <a:lnTo>
                  <a:pt x="785145" y="63500"/>
                </a:lnTo>
                <a:lnTo>
                  <a:pt x="785577" y="64770"/>
                </a:lnTo>
                <a:close/>
              </a:path>
              <a:path w="829945" h="269239">
                <a:moveTo>
                  <a:pt x="805783" y="86360"/>
                </a:moveTo>
                <a:lnTo>
                  <a:pt x="804056" y="83820"/>
                </a:lnTo>
                <a:lnTo>
                  <a:pt x="804373" y="83820"/>
                </a:lnTo>
                <a:lnTo>
                  <a:pt x="802430" y="81279"/>
                </a:lnTo>
                <a:lnTo>
                  <a:pt x="802735" y="81279"/>
                </a:lnTo>
                <a:lnTo>
                  <a:pt x="800588" y="78739"/>
                </a:lnTo>
                <a:lnTo>
                  <a:pt x="800893" y="78739"/>
                </a:lnTo>
                <a:lnTo>
                  <a:pt x="798531" y="76200"/>
                </a:lnTo>
                <a:lnTo>
                  <a:pt x="798823" y="76200"/>
                </a:lnTo>
                <a:lnTo>
                  <a:pt x="796270" y="73660"/>
                </a:lnTo>
                <a:lnTo>
                  <a:pt x="796677" y="73660"/>
                </a:lnTo>
                <a:lnTo>
                  <a:pt x="791013" y="68579"/>
                </a:lnTo>
                <a:lnTo>
                  <a:pt x="791508" y="68579"/>
                </a:lnTo>
                <a:lnTo>
                  <a:pt x="785145" y="63500"/>
                </a:lnTo>
                <a:lnTo>
                  <a:pt x="812920" y="63500"/>
                </a:lnTo>
                <a:lnTo>
                  <a:pt x="815574" y="67310"/>
                </a:lnTo>
                <a:lnTo>
                  <a:pt x="818038" y="69850"/>
                </a:lnTo>
                <a:lnTo>
                  <a:pt x="820299" y="73660"/>
                </a:lnTo>
                <a:lnTo>
                  <a:pt x="822331" y="76200"/>
                </a:lnTo>
                <a:lnTo>
                  <a:pt x="824122" y="80010"/>
                </a:lnTo>
                <a:lnTo>
                  <a:pt x="825646" y="83820"/>
                </a:lnTo>
                <a:lnTo>
                  <a:pt x="826060" y="85089"/>
                </a:lnTo>
                <a:lnTo>
                  <a:pt x="805478" y="85089"/>
                </a:lnTo>
                <a:lnTo>
                  <a:pt x="805783" y="86360"/>
                </a:lnTo>
                <a:close/>
              </a:path>
              <a:path w="829945" h="269239">
                <a:moveTo>
                  <a:pt x="29571" y="73660"/>
                </a:moveTo>
                <a:lnTo>
                  <a:pt x="30003" y="72389"/>
                </a:lnTo>
                <a:lnTo>
                  <a:pt x="30858" y="72389"/>
                </a:lnTo>
                <a:lnTo>
                  <a:pt x="29571" y="73660"/>
                </a:lnTo>
                <a:close/>
              </a:path>
              <a:path w="829945" h="269239">
                <a:moveTo>
                  <a:pt x="26536" y="77470"/>
                </a:moveTo>
                <a:lnTo>
                  <a:pt x="27019" y="76200"/>
                </a:lnTo>
                <a:lnTo>
                  <a:pt x="27403" y="76200"/>
                </a:lnTo>
                <a:lnTo>
                  <a:pt x="26536" y="77470"/>
                </a:lnTo>
                <a:close/>
              </a:path>
              <a:path w="829945" h="269239">
                <a:moveTo>
                  <a:pt x="806977" y="88900"/>
                </a:moveTo>
                <a:lnTo>
                  <a:pt x="805478" y="85089"/>
                </a:lnTo>
                <a:lnTo>
                  <a:pt x="826060" y="85089"/>
                </a:lnTo>
                <a:lnTo>
                  <a:pt x="826890" y="87629"/>
                </a:lnTo>
                <a:lnTo>
                  <a:pt x="806697" y="87629"/>
                </a:lnTo>
                <a:lnTo>
                  <a:pt x="806977" y="88900"/>
                </a:lnTo>
                <a:close/>
              </a:path>
              <a:path w="829945" h="269239">
                <a:moveTo>
                  <a:pt x="20466" y="87629"/>
                </a:moveTo>
                <a:lnTo>
                  <a:pt x="20770" y="86360"/>
                </a:lnTo>
                <a:lnTo>
                  <a:pt x="21126" y="86360"/>
                </a:lnTo>
                <a:lnTo>
                  <a:pt x="20466" y="87629"/>
                </a:lnTo>
                <a:close/>
              </a:path>
              <a:path w="829945" h="269239">
                <a:moveTo>
                  <a:pt x="807954" y="91439"/>
                </a:moveTo>
                <a:lnTo>
                  <a:pt x="806697" y="87629"/>
                </a:lnTo>
                <a:lnTo>
                  <a:pt x="826890" y="87629"/>
                </a:lnTo>
                <a:lnTo>
                  <a:pt x="827534" y="90170"/>
                </a:lnTo>
                <a:lnTo>
                  <a:pt x="807700" y="90170"/>
                </a:lnTo>
                <a:lnTo>
                  <a:pt x="807954" y="91439"/>
                </a:lnTo>
                <a:close/>
              </a:path>
              <a:path w="829945" h="269239">
                <a:moveTo>
                  <a:pt x="19551" y="91439"/>
                </a:moveTo>
                <a:lnTo>
                  <a:pt x="19704" y="90170"/>
                </a:lnTo>
                <a:lnTo>
                  <a:pt x="19862" y="90170"/>
                </a:lnTo>
                <a:lnTo>
                  <a:pt x="19551" y="91439"/>
                </a:lnTo>
                <a:close/>
              </a:path>
              <a:path w="829945" h="269239">
                <a:moveTo>
                  <a:pt x="828368" y="120650"/>
                </a:moveTo>
                <a:lnTo>
                  <a:pt x="809136" y="120650"/>
                </a:lnTo>
                <a:lnTo>
                  <a:pt x="809745" y="116839"/>
                </a:lnTo>
                <a:lnTo>
                  <a:pt x="810126" y="113029"/>
                </a:lnTo>
                <a:lnTo>
                  <a:pt x="810355" y="110489"/>
                </a:lnTo>
                <a:lnTo>
                  <a:pt x="810342" y="104139"/>
                </a:lnTo>
                <a:lnTo>
                  <a:pt x="810113" y="100329"/>
                </a:lnTo>
                <a:lnTo>
                  <a:pt x="809720" y="97789"/>
                </a:lnTo>
                <a:lnTo>
                  <a:pt x="809199" y="95250"/>
                </a:lnTo>
                <a:lnTo>
                  <a:pt x="808526" y="92710"/>
                </a:lnTo>
                <a:lnTo>
                  <a:pt x="808716" y="92710"/>
                </a:lnTo>
                <a:lnTo>
                  <a:pt x="807700" y="90170"/>
                </a:lnTo>
                <a:lnTo>
                  <a:pt x="827534" y="90170"/>
                </a:lnTo>
                <a:lnTo>
                  <a:pt x="827855" y="91439"/>
                </a:lnTo>
                <a:lnTo>
                  <a:pt x="828579" y="95250"/>
                </a:lnTo>
                <a:lnTo>
                  <a:pt x="829087" y="99060"/>
                </a:lnTo>
                <a:lnTo>
                  <a:pt x="829379" y="102870"/>
                </a:lnTo>
                <a:lnTo>
                  <a:pt x="829379" y="110489"/>
                </a:lnTo>
                <a:lnTo>
                  <a:pt x="829075" y="115570"/>
                </a:lnTo>
                <a:lnTo>
                  <a:pt x="828592" y="119379"/>
                </a:lnTo>
                <a:lnTo>
                  <a:pt x="828368" y="120650"/>
                </a:lnTo>
                <a:close/>
              </a:path>
              <a:path w="829945" h="269239">
                <a:moveTo>
                  <a:pt x="18979" y="96066"/>
                </a:moveTo>
                <a:lnTo>
                  <a:pt x="18967" y="95250"/>
                </a:lnTo>
                <a:lnTo>
                  <a:pt x="18979" y="96066"/>
                </a:lnTo>
                <a:close/>
              </a:path>
              <a:path w="829945" h="269239">
                <a:moveTo>
                  <a:pt x="18986" y="96520"/>
                </a:moveTo>
                <a:lnTo>
                  <a:pt x="18979" y="96066"/>
                </a:lnTo>
                <a:lnTo>
                  <a:pt x="18986" y="96520"/>
                </a:lnTo>
                <a:close/>
              </a:path>
              <a:path w="829945" h="269239">
                <a:moveTo>
                  <a:pt x="810164" y="101600"/>
                </a:moveTo>
                <a:lnTo>
                  <a:pt x="810016" y="100329"/>
                </a:lnTo>
                <a:lnTo>
                  <a:pt x="810164" y="101600"/>
                </a:lnTo>
                <a:close/>
              </a:path>
              <a:path w="829945" h="269239">
                <a:moveTo>
                  <a:pt x="23041" y="119379"/>
                </a:moveTo>
                <a:lnTo>
                  <a:pt x="22777" y="119379"/>
                </a:lnTo>
                <a:lnTo>
                  <a:pt x="22625" y="118110"/>
                </a:lnTo>
                <a:lnTo>
                  <a:pt x="23041" y="119379"/>
                </a:lnTo>
                <a:close/>
              </a:path>
              <a:path w="829945" h="269239">
                <a:moveTo>
                  <a:pt x="827703" y="124460"/>
                </a:moveTo>
                <a:lnTo>
                  <a:pt x="808424" y="124460"/>
                </a:lnTo>
                <a:lnTo>
                  <a:pt x="809199" y="119379"/>
                </a:lnTo>
                <a:lnTo>
                  <a:pt x="809136" y="120650"/>
                </a:lnTo>
                <a:lnTo>
                  <a:pt x="828368" y="120650"/>
                </a:lnTo>
                <a:lnTo>
                  <a:pt x="827703" y="124460"/>
                </a:lnTo>
                <a:close/>
              </a:path>
              <a:path w="829945" h="269239">
                <a:moveTo>
                  <a:pt x="824109" y="138429"/>
                </a:moveTo>
                <a:lnTo>
                  <a:pt x="804017" y="138429"/>
                </a:lnTo>
                <a:lnTo>
                  <a:pt x="805465" y="134620"/>
                </a:lnTo>
                <a:lnTo>
                  <a:pt x="806634" y="130810"/>
                </a:lnTo>
                <a:lnTo>
                  <a:pt x="807650" y="127000"/>
                </a:lnTo>
                <a:lnTo>
                  <a:pt x="808501" y="123189"/>
                </a:lnTo>
                <a:lnTo>
                  <a:pt x="808424" y="124460"/>
                </a:lnTo>
                <a:lnTo>
                  <a:pt x="827703" y="124460"/>
                </a:lnTo>
                <a:lnTo>
                  <a:pt x="827055" y="128270"/>
                </a:lnTo>
                <a:lnTo>
                  <a:pt x="826027" y="132079"/>
                </a:lnTo>
                <a:lnTo>
                  <a:pt x="824807" y="135889"/>
                </a:lnTo>
                <a:lnTo>
                  <a:pt x="824109" y="138429"/>
                </a:lnTo>
                <a:close/>
              </a:path>
              <a:path w="829945" h="269239">
                <a:moveTo>
                  <a:pt x="821308" y="146050"/>
                </a:moveTo>
                <a:lnTo>
                  <a:pt x="800817" y="146050"/>
                </a:lnTo>
                <a:lnTo>
                  <a:pt x="804195" y="137160"/>
                </a:lnTo>
                <a:lnTo>
                  <a:pt x="804017" y="138429"/>
                </a:lnTo>
                <a:lnTo>
                  <a:pt x="824109" y="138429"/>
                </a:lnTo>
                <a:lnTo>
                  <a:pt x="823410" y="140970"/>
                </a:lnTo>
                <a:lnTo>
                  <a:pt x="821308" y="146050"/>
                </a:lnTo>
                <a:close/>
              </a:path>
              <a:path w="829945" h="269239">
                <a:moveTo>
                  <a:pt x="810342" y="167639"/>
                </a:moveTo>
                <a:lnTo>
                  <a:pt x="787863" y="167639"/>
                </a:lnTo>
                <a:lnTo>
                  <a:pt x="793121" y="160020"/>
                </a:lnTo>
                <a:lnTo>
                  <a:pt x="792765" y="160020"/>
                </a:lnTo>
                <a:lnTo>
                  <a:pt x="797401" y="152400"/>
                </a:lnTo>
                <a:lnTo>
                  <a:pt x="797083" y="152400"/>
                </a:lnTo>
                <a:lnTo>
                  <a:pt x="801096" y="144779"/>
                </a:lnTo>
                <a:lnTo>
                  <a:pt x="800817" y="146050"/>
                </a:lnTo>
                <a:lnTo>
                  <a:pt x="821308" y="146050"/>
                </a:lnTo>
                <a:lnTo>
                  <a:pt x="818216" y="153670"/>
                </a:lnTo>
                <a:lnTo>
                  <a:pt x="813898" y="161289"/>
                </a:lnTo>
                <a:lnTo>
                  <a:pt x="810342" y="167639"/>
                </a:lnTo>
                <a:close/>
              </a:path>
              <a:path w="829945" h="269239">
                <a:moveTo>
                  <a:pt x="37450" y="149860"/>
                </a:moveTo>
                <a:lnTo>
                  <a:pt x="37014" y="149860"/>
                </a:lnTo>
                <a:lnTo>
                  <a:pt x="36671" y="148589"/>
                </a:lnTo>
                <a:lnTo>
                  <a:pt x="37450" y="149860"/>
                </a:lnTo>
                <a:close/>
              </a:path>
              <a:path w="829945" h="269239">
                <a:moveTo>
                  <a:pt x="42015" y="156210"/>
                </a:moveTo>
                <a:lnTo>
                  <a:pt x="41344" y="156210"/>
                </a:lnTo>
                <a:lnTo>
                  <a:pt x="40963" y="154939"/>
                </a:lnTo>
                <a:lnTo>
                  <a:pt x="42015" y="156210"/>
                </a:lnTo>
                <a:close/>
              </a:path>
              <a:path w="829945" h="269239">
                <a:moveTo>
                  <a:pt x="783803" y="199389"/>
                </a:moveTo>
                <a:lnTo>
                  <a:pt x="751490" y="199389"/>
                </a:lnTo>
                <a:lnTo>
                  <a:pt x="755821" y="196850"/>
                </a:lnTo>
                <a:lnTo>
                  <a:pt x="755491" y="196850"/>
                </a:lnTo>
                <a:lnTo>
                  <a:pt x="759631" y="194310"/>
                </a:lnTo>
                <a:lnTo>
                  <a:pt x="759313" y="194310"/>
                </a:lnTo>
                <a:lnTo>
                  <a:pt x="763314" y="191770"/>
                </a:lnTo>
                <a:lnTo>
                  <a:pt x="762996" y="191770"/>
                </a:lnTo>
                <a:lnTo>
                  <a:pt x="766870" y="189229"/>
                </a:lnTo>
                <a:lnTo>
                  <a:pt x="766578" y="189229"/>
                </a:lnTo>
                <a:lnTo>
                  <a:pt x="770299" y="185420"/>
                </a:lnTo>
                <a:lnTo>
                  <a:pt x="770020" y="185420"/>
                </a:lnTo>
                <a:lnTo>
                  <a:pt x="773601" y="182879"/>
                </a:lnTo>
                <a:lnTo>
                  <a:pt x="773334" y="182879"/>
                </a:lnTo>
                <a:lnTo>
                  <a:pt x="776776" y="180339"/>
                </a:lnTo>
                <a:lnTo>
                  <a:pt x="776522" y="180339"/>
                </a:lnTo>
                <a:lnTo>
                  <a:pt x="779824" y="176529"/>
                </a:lnTo>
                <a:lnTo>
                  <a:pt x="779583" y="176529"/>
                </a:lnTo>
                <a:lnTo>
                  <a:pt x="782732" y="173989"/>
                </a:lnTo>
                <a:lnTo>
                  <a:pt x="782402" y="173989"/>
                </a:lnTo>
                <a:lnTo>
                  <a:pt x="788269" y="166370"/>
                </a:lnTo>
                <a:lnTo>
                  <a:pt x="787863" y="167639"/>
                </a:lnTo>
                <a:lnTo>
                  <a:pt x="810342" y="167639"/>
                </a:lnTo>
                <a:lnTo>
                  <a:pt x="786377" y="196850"/>
                </a:lnTo>
                <a:lnTo>
                  <a:pt x="783803" y="199389"/>
                </a:lnTo>
                <a:close/>
              </a:path>
              <a:path w="829945" h="269239">
                <a:moveTo>
                  <a:pt x="65868" y="179070"/>
                </a:moveTo>
                <a:lnTo>
                  <a:pt x="64357" y="179070"/>
                </a:lnTo>
                <a:lnTo>
                  <a:pt x="63950" y="177800"/>
                </a:lnTo>
                <a:lnTo>
                  <a:pt x="65868" y="179070"/>
                </a:lnTo>
                <a:close/>
              </a:path>
              <a:path w="829945" h="269239">
                <a:moveTo>
                  <a:pt x="646734" y="250189"/>
                </a:moveTo>
                <a:lnTo>
                  <a:pt x="454640" y="250189"/>
                </a:lnTo>
                <a:lnTo>
                  <a:pt x="470820" y="248920"/>
                </a:lnTo>
                <a:lnTo>
                  <a:pt x="486594" y="248920"/>
                </a:lnTo>
                <a:lnTo>
                  <a:pt x="502367" y="247650"/>
                </a:lnTo>
                <a:lnTo>
                  <a:pt x="517734" y="246379"/>
                </a:lnTo>
                <a:lnTo>
                  <a:pt x="532758" y="245110"/>
                </a:lnTo>
                <a:lnTo>
                  <a:pt x="547389" y="243839"/>
                </a:lnTo>
                <a:lnTo>
                  <a:pt x="576802" y="241300"/>
                </a:lnTo>
                <a:lnTo>
                  <a:pt x="591673" y="238760"/>
                </a:lnTo>
                <a:lnTo>
                  <a:pt x="606609" y="236220"/>
                </a:lnTo>
                <a:lnTo>
                  <a:pt x="621480" y="234950"/>
                </a:lnTo>
                <a:lnTo>
                  <a:pt x="636212" y="232410"/>
                </a:lnTo>
                <a:lnTo>
                  <a:pt x="636060" y="232410"/>
                </a:lnTo>
                <a:lnTo>
                  <a:pt x="650703" y="229870"/>
                </a:lnTo>
                <a:lnTo>
                  <a:pt x="650525" y="229870"/>
                </a:lnTo>
                <a:lnTo>
                  <a:pt x="664864" y="227329"/>
                </a:lnTo>
                <a:lnTo>
                  <a:pt x="664673" y="227329"/>
                </a:lnTo>
                <a:lnTo>
                  <a:pt x="678630" y="223520"/>
                </a:lnTo>
                <a:lnTo>
                  <a:pt x="678414" y="223520"/>
                </a:lnTo>
                <a:lnTo>
                  <a:pt x="691902" y="220979"/>
                </a:lnTo>
                <a:lnTo>
                  <a:pt x="691648" y="220979"/>
                </a:lnTo>
                <a:lnTo>
                  <a:pt x="704576" y="217170"/>
                </a:lnTo>
                <a:lnTo>
                  <a:pt x="704284" y="217170"/>
                </a:lnTo>
                <a:lnTo>
                  <a:pt x="716591" y="213360"/>
                </a:lnTo>
                <a:lnTo>
                  <a:pt x="716248" y="213360"/>
                </a:lnTo>
                <a:lnTo>
                  <a:pt x="727830" y="209550"/>
                </a:lnTo>
                <a:lnTo>
                  <a:pt x="727424" y="209550"/>
                </a:lnTo>
                <a:lnTo>
                  <a:pt x="738206" y="205739"/>
                </a:lnTo>
                <a:lnTo>
                  <a:pt x="737850" y="205739"/>
                </a:lnTo>
                <a:lnTo>
                  <a:pt x="742918" y="203200"/>
                </a:lnTo>
                <a:lnTo>
                  <a:pt x="742664" y="203200"/>
                </a:lnTo>
                <a:lnTo>
                  <a:pt x="747490" y="200660"/>
                </a:lnTo>
                <a:lnTo>
                  <a:pt x="747210" y="200660"/>
                </a:lnTo>
                <a:lnTo>
                  <a:pt x="751795" y="198120"/>
                </a:lnTo>
                <a:lnTo>
                  <a:pt x="751490" y="199389"/>
                </a:lnTo>
                <a:lnTo>
                  <a:pt x="783803" y="199389"/>
                </a:lnTo>
                <a:lnTo>
                  <a:pt x="782516" y="200660"/>
                </a:lnTo>
                <a:lnTo>
                  <a:pt x="778503" y="203200"/>
                </a:lnTo>
                <a:lnTo>
                  <a:pt x="774338" y="207010"/>
                </a:lnTo>
                <a:lnTo>
                  <a:pt x="770007" y="209550"/>
                </a:lnTo>
                <a:lnTo>
                  <a:pt x="765536" y="212089"/>
                </a:lnTo>
                <a:lnTo>
                  <a:pt x="760876" y="215900"/>
                </a:lnTo>
                <a:lnTo>
                  <a:pt x="755986" y="218439"/>
                </a:lnTo>
                <a:lnTo>
                  <a:pt x="750881" y="220979"/>
                </a:lnTo>
                <a:lnTo>
                  <a:pt x="745496" y="222250"/>
                </a:lnTo>
                <a:lnTo>
                  <a:pt x="734333" y="227329"/>
                </a:lnTo>
                <a:lnTo>
                  <a:pt x="696537" y="238760"/>
                </a:lnTo>
                <a:lnTo>
                  <a:pt x="668648" y="245110"/>
                </a:lnTo>
                <a:lnTo>
                  <a:pt x="654132" y="248920"/>
                </a:lnTo>
                <a:lnTo>
                  <a:pt x="646734" y="25018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26291" y="4423943"/>
            <a:ext cx="834390" cy="278130"/>
          </a:xfrm>
          <a:custGeom>
            <a:avLst/>
            <a:gdLst/>
            <a:ahLst/>
            <a:cxnLst/>
            <a:rect l="l" t="t" r="r" b="b"/>
            <a:pathLst>
              <a:path w="834389" h="278129">
                <a:moveTo>
                  <a:pt x="130454" y="19050"/>
                </a:moveTo>
                <a:lnTo>
                  <a:pt x="80784" y="19050"/>
                </a:lnTo>
                <a:lnTo>
                  <a:pt x="78498" y="17779"/>
                </a:lnTo>
                <a:lnTo>
                  <a:pt x="76365" y="17779"/>
                </a:lnTo>
                <a:lnTo>
                  <a:pt x="74485" y="16510"/>
                </a:lnTo>
                <a:lnTo>
                  <a:pt x="72986" y="13970"/>
                </a:lnTo>
                <a:lnTo>
                  <a:pt x="71945" y="12700"/>
                </a:lnTo>
                <a:lnTo>
                  <a:pt x="71412" y="10160"/>
                </a:lnTo>
                <a:lnTo>
                  <a:pt x="71437" y="7620"/>
                </a:lnTo>
                <a:lnTo>
                  <a:pt x="72009" y="5079"/>
                </a:lnTo>
                <a:lnTo>
                  <a:pt x="73101" y="3810"/>
                </a:lnTo>
                <a:lnTo>
                  <a:pt x="74637" y="1270"/>
                </a:lnTo>
                <a:lnTo>
                  <a:pt x="76542" y="0"/>
                </a:lnTo>
                <a:lnTo>
                  <a:pt x="185521" y="0"/>
                </a:lnTo>
                <a:lnTo>
                  <a:pt x="184793" y="1270"/>
                </a:lnTo>
                <a:lnTo>
                  <a:pt x="164706" y="1270"/>
                </a:lnTo>
                <a:lnTo>
                  <a:pt x="144487" y="11429"/>
                </a:lnTo>
                <a:lnTo>
                  <a:pt x="130454" y="19050"/>
                </a:lnTo>
                <a:close/>
              </a:path>
              <a:path w="834389" h="278129">
                <a:moveTo>
                  <a:pt x="476123" y="276860"/>
                </a:moveTo>
                <a:lnTo>
                  <a:pt x="361264" y="276860"/>
                </a:lnTo>
                <a:lnTo>
                  <a:pt x="298691" y="271779"/>
                </a:lnTo>
                <a:lnTo>
                  <a:pt x="221449" y="259079"/>
                </a:lnTo>
                <a:lnTo>
                  <a:pt x="205943" y="255270"/>
                </a:lnTo>
                <a:lnTo>
                  <a:pt x="190614" y="252729"/>
                </a:lnTo>
                <a:lnTo>
                  <a:pt x="160832" y="245110"/>
                </a:lnTo>
                <a:lnTo>
                  <a:pt x="146570" y="240029"/>
                </a:lnTo>
                <a:lnTo>
                  <a:pt x="132816" y="236220"/>
                </a:lnTo>
                <a:lnTo>
                  <a:pt x="119684" y="232410"/>
                </a:lnTo>
                <a:lnTo>
                  <a:pt x="107238" y="227329"/>
                </a:lnTo>
                <a:lnTo>
                  <a:pt x="95567" y="222250"/>
                </a:lnTo>
                <a:lnTo>
                  <a:pt x="84734" y="218439"/>
                </a:lnTo>
                <a:lnTo>
                  <a:pt x="74879" y="213360"/>
                </a:lnTo>
                <a:lnTo>
                  <a:pt x="65735" y="208279"/>
                </a:lnTo>
                <a:lnTo>
                  <a:pt x="56972" y="201929"/>
                </a:lnTo>
                <a:lnTo>
                  <a:pt x="48590" y="196850"/>
                </a:lnTo>
                <a:lnTo>
                  <a:pt x="20129" y="171450"/>
                </a:lnTo>
                <a:lnTo>
                  <a:pt x="14630" y="163829"/>
                </a:lnTo>
                <a:lnTo>
                  <a:pt x="12064" y="161289"/>
                </a:lnTo>
                <a:lnTo>
                  <a:pt x="0" y="121920"/>
                </a:lnTo>
                <a:lnTo>
                  <a:pt x="406" y="118110"/>
                </a:lnTo>
                <a:lnTo>
                  <a:pt x="1181" y="114300"/>
                </a:lnTo>
                <a:lnTo>
                  <a:pt x="2298" y="110489"/>
                </a:lnTo>
                <a:lnTo>
                  <a:pt x="3771" y="106679"/>
                </a:lnTo>
                <a:lnTo>
                  <a:pt x="5664" y="101600"/>
                </a:lnTo>
                <a:lnTo>
                  <a:pt x="33286" y="74929"/>
                </a:lnTo>
                <a:lnTo>
                  <a:pt x="38849" y="69850"/>
                </a:lnTo>
                <a:lnTo>
                  <a:pt x="77050" y="46989"/>
                </a:lnTo>
                <a:lnTo>
                  <a:pt x="118706" y="25400"/>
                </a:lnTo>
                <a:lnTo>
                  <a:pt x="144551" y="11429"/>
                </a:lnTo>
                <a:lnTo>
                  <a:pt x="164706" y="1270"/>
                </a:lnTo>
                <a:lnTo>
                  <a:pt x="166731" y="5079"/>
                </a:lnTo>
                <a:lnTo>
                  <a:pt x="160845" y="5079"/>
                </a:lnTo>
                <a:lnTo>
                  <a:pt x="144291" y="33604"/>
                </a:lnTo>
                <a:lnTo>
                  <a:pt x="127406" y="41910"/>
                </a:lnTo>
                <a:lnTo>
                  <a:pt x="99872" y="55879"/>
                </a:lnTo>
                <a:lnTo>
                  <a:pt x="100037" y="55879"/>
                </a:lnTo>
                <a:lnTo>
                  <a:pt x="86283" y="63500"/>
                </a:lnTo>
                <a:lnTo>
                  <a:pt x="86436" y="63500"/>
                </a:lnTo>
                <a:lnTo>
                  <a:pt x="73113" y="71120"/>
                </a:lnTo>
                <a:lnTo>
                  <a:pt x="73329" y="71120"/>
                </a:lnTo>
                <a:lnTo>
                  <a:pt x="60731" y="78739"/>
                </a:lnTo>
                <a:lnTo>
                  <a:pt x="61010" y="78739"/>
                </a:lnTo>
                <a:lnTo>
                  <a:pt x="49428" y="86360"/>
                </a:lnTo>
                <a:lnTo>
                  <a:pt x="49707" y="86360"/>
                </a:lnTo>
                <a:lnTo>
                  <a:pt x="44399" y="90170"/>
                </a:lnTo>
                <a:lnTo>
                  <a:pt x="44615" y="90170"/>
                </a:lnTo>
                <a:lnTo>
                  <a:pt x="41321" y="92710"/>
                </a:lnTo>
                <a:lnTo>
                  <a:pt x="39928" y="92710"/>
                </a:lnTo>
                <a:lnTo>
                  <a:pt x="35394" y="96520"/>
                </a:lnTo>
                <a:lnTo>
                  <a:pt x="35687" y="96520"/>
                </a:lnTo>
                <a:lnTo>
                  <a:pt x="31597" y="100329"/>
                </a:lnTo>
                <a:lnTo>
                  <a:pt x="31953" y="100329"/>
                </a:lnTo>
                <a:lnTo>
                  <a:pt x="28333" y="102870"/>
                </a:lnTo>
                <a:lnTo>
                  <a:pt x="28765" y="102870"/>
                </a:lnTo>
                <a:lnTo>
                  <a:pt x="26691" y="105410"/>
                </a:lnTo>
                <a:lnTo>
                  <a:pt x="26162" y="105410"/>
                </a:lnTo>
                <a:lnTo>
                  <a:pt x="24460" y="107950"/>
                </a:lnTo>
                <a:lnTo>
                  <a:pt x="24180" y="107950"/>
                </a:lnTo>
                <a:lnTo>
                  <a:pt x="22868" y="110489"/>
                </a:lnTo>
                <a:lnTo>
                  <a:pt x="22694" y="110489"/>
                </a:lnTo>
                <a:lnTo>
                  <a:pt x="21687" y="113029"/>
                </a:lnTo>
                <a:lnTo>
                  <a:pt x="21488" y="113029"/>
                </a:lnTo>
                <a:lnTo>
                  <a:pt x="20692" y="115570"/>
                </a:lnTo>
                <a:lnTo>
                  <a:pt x="20535" y="115570"/>
                </a:lnTo>
                <a:lnTo>
                  <a:pt x="19934" y="118110"/>
                </a:lnTo>
                <a:lnTo>
                  <a:pt x="19409" y="120650"/>
                </a:lnTo>
                <a:lnTo>
                  <a:pt x="18986" y="123189"/>
                </a:lnTo>
                <a:lnTo>
                  <a:pt x="18961" y="125729"/>
                </a:lnTo>
                <a:lnTo>
                  <a:pt x="19088" y="128270"/>
                </a:lnTo>
                <a:lnTo>
                  <a:pt x="19545" y="130810"/>
                </a:lnTo>
                <a:lnTo>
                  <a:pt x="20142" y="133350"/>
                </a:lnTo>
                <a:lnTo>
                  <a:pt x="19977" y="133350"/>
                </a:lnTo>
                <a:lnTo>
                  <a:pt x="20929" y="135889"/>
                </a:lnTo>
                <a:lnTo>
                  <a:pt x="20739" y="135889"/>
                </a:lnTo>
                <a:lnTo>
                  <a:pt x="21932" y="139700"/>
                </a:lnTo>
                <a:lnTo>
                  <a:pt x="22191" y="139700"/>
                </a:lnTo>
                <a:lnTo>
                  <a:pt x="23139" y="142239"/>
                </a:lnTo>
                <a:lnTo>
                  <a:pt x="23456" y="142239"/>
                </a:lnTo>
                <a:lnTo>
                  <a:pt x="24549" y="144779"/>
                </a:lnTo>
                <a:lnTo>
                  <a:pt x="24307" y="144779"/>
                </a:lnTo>
                <a:lnTo>
                  <a:pt x="26174" y="147320"/>
                </a:lnTo>
                <a:lnTo>
                  <a:pt x="25933" y="147320"/>
                </a:lnTo>
                <a:lnTo>
                  <a:pt x="27990" y="149860"/>
                </a:lnTo>
                <a:lnTo>
                  <a:pt x="27749" y="149860"/>
                </a:lnTo>
                <a:lnTo>
                  <a:pt x="30010" y="153670"/>
                </a:lnTo>
                <a:lnTo>
                  <a:pt x="30673" y="153670"/>
                </a:lnTo>
                <a:lnTo>
                  <a:pt x="34747" y="158750"/>
                </a:lnTo>
                <a:lnTo>
                  <a:pt x="34289" y="158750"/>
                </a:lnTo>
                <a:lnTo>
                  <a:pt x="40081" y="165100"/>
                </a:lnTo>
                <a:lnTo>
                  <a:pt x="40939" y="165100"/>
                </a:lnTo>
                <a:lnTo>
                  <a:pt x="46100" y="170179"/>
                </a:lnTo>
                <a:lnTo>
                  <a:pt x="45694" y="170179"/>
                </a:lnTo>
                <a:lnTo>
                  <a:pt x="52717" y="175260"/>
                </a:lnTo>
                <a:lnTo>
                  <a:pt x="52336" y="175260"/>
                </a:lnTo>
                <a:lnTo>
                  <a:pt x="59893" y="181610"/>
                </a:lnTo>
                <a:lnTo>
                  <a:pt x="59537" y="181610"/>
                </a:lnTo>
                <a:lnTo>
                  <a:pt x="67563" y="186689"/>
                </a:lnTo>
                <a:lnTo>
                  <a:pt x="67221" y="186689"/>
                </a:lnTo>
                <a:lnTo>
                  <a:pt x="75641" y="191770"/>
                </a:lnTo>
                <a:lnTo>
                  <a:pt x="75311" y="191770"/>
                </a:lnTo>
                <a:lnTo>
                  <a:pt x="84086" y="196850"/>
                </a:lnTo>
                <a:lnTo>
                  <a:pt x="86058" y="196850"/>
                </a:lnTo>
                <a:lnTo>
                  <a:pt x="93154" y="200660"/>
                </a:lnTo>
                <a:lnTo>
                  <a:pt x="92748" y="200660"/>
                </a:lnTo>
                <a:lnTo>
                  <a:pt x="103187" y="205739"/>
                </a:lnTo>
                <a:lnTo>
                  <a:pt x="102844" y="205739"/>
                </a:lnTo>
                <a:lnTo>
                  <a:pt x="114211" y="209550"/>
                </a:lnTo>
                <a:lnTo>
                  <a:pt x="113918" y="209550"/>
                </a:lnTo>
                <a:lnTo>
                  <a:pt x="126085" y="214629"/>
                </a:lnTo>
                <a:lnTo>
                  <a:pt x="125831" y="214629"/>
                </a:lnTo>
                <a:lnTo>
                  <a:pt x="138734" y="218439"/>
                </a:lnTo>
                <a:lnTo>
                  <a:pt x="138506" y="218439"/>
                </a:lnTo>
                <a:lnTo>
                  <a:pt x="152044" y="222250"/>
                </a:lnTo>
                <a:lnTo>
                  <a:pt x="151841" y="222250"/>
                </a:lnTo>
                <a:lnTo>
                  <a:pt x="165912" y="226060"/>
                </a:lnTo>
                <a:lnTo>
                  <a:pt x="165735" y="226060"/>
                </a:lnTo>
                <a:lnTo>
                  <a:pt x="180276" y="229870"/>
                </a:lnTo>
                <a:lnTo>
                  <a:pt x="180098" y="229870"/>
                </a:lnTo>
                <a:lnTo>
                  <a:pt x="195008" y="233679"/>
                </a:lnTo>
                <a:lnTo>
                  <a:pt x="194856" y="233679"/>
                </a:lnTo>
                <a:lnTo>
                  <a:pt x="210032" y="237489"/>
                </a:lnTo>
                <a:lnTo>
                  <a:pt x="209880" y="237489"/>
                </a:lnTo>
                <a:lnTo>
                  <a:pt x="225247" y="240029"/>
                </a:lnTo>
                <a:lnTo>
                  <a:pt x="225107" y="240029"/>
                </a:lnTo>
                <a:lnTo>
                  <a:pt x="240563" y="242570"/>
                </a:lnTo>
                <a:lnTo>
                  <a:pt x="240423" y="242570"/>
                </a:lnTo>
                <a:lnTo>
                  <a:pt x="255904" y="245110"/>
                </a:lnTo>
                <a:lnTo>
                  <a:pt x="255765" y="245110"/>
                </a:lnTo>
                <a:lnTo>
                  <a:pt x="271145" y="247650"/>
                </a:lnTo>
                <a:lnTo>
                  <a:pt x="271005" y="247650"/>
                </a:lnTo>
                <a:lnTo>
                  <a:pt x="286232" y="250189"/>
                </a:lnTo>
                <a:lnTo>
                  <a:pt x="286080" y="250189"/>
                </a:lnTo>
                <a:lnTo>
                  <a:pt x="301040" y="252729"/>
                </a:lnTo>
                <a:lnTo>
                  <a:pt x="300863" y="252729"/>
                </a:lnTo>
                <a:lnTo>
                  <a:pt x="315861" y="254000"/>
                </a:lnTo>
                <a:lnTo>
                  <a:pt x="315683" y="254000"/>
                </a:lnTo>
                <a:lnTo>
                  <a:pt x="331038" y="255270"/>
                </a:lnTo>
                <a:lnTo>
                  <a:pt x="330885" y="255270"/>
                </a:lnTo>
                <a:lnTo>
                  <a:pt x="346544" y="256539"/>
                </a:lnTo>
                <a:lnTo>
                  <a:pt x="346392" y="256539"/>
                </a:lnTo>
                <a:lnTo>
                  <a:pt x="362305" y="257810"/>
                </a:lnTo>
                <a:lnTo>
                  <a:pt x="378142" y="257810"/>
                </a:lnTo>
                <a:lnTo>
                  <a:pt x="394411" y="259079"/>
                </a:lnTo>
                <a:lnTo>
                  <a:pt x="643928" y="259079"/>
                </a:lnTo>
                <a:lnTo>
                  <a:pt x="613829" y="264160"/>
                </a:lnTo>
                <a:lnTo>
                  <a:pt x="598690" y="265429"/>
                </a:lnTo>
                <a:lnTo>
                  <a:pt x="583590" y="267970"/>
                </a:lnTo>
                <a:lnTo>
                  <a:pt x="553910" y="271779"/>
                </a:lnTo>
                <a:lnTo>
                  <a:pt x="508139" y="275589"/>
                </a:lnTo>
                <a:lnTo>
                  <a:pt x="492251" y="275589"/>
                </a:lnTo>
                <a:lnTo>
                  <a:pt x="476123" y="276860"/>
                </a:lnTo>
                <a:close/>
              </a:path>
              <a:path w="834389" h="278129">
                <a:moveTo>
                  <a:pt x="127876" y="95250"/>
                </a:moveTo>
                <a:lnTo>
                  <a:pt x="121119" y="95250"/>
                </a:lnTo>
                <a:lnTo>
                  <a:pt x="119138" y="93979"/>
                </a:lnTo>
                <a:lnTo>
                  <a:pt x="117487" y="92710"/>
                </a:lnTo>
                <a:lnTo>
                  <a:pt x="116255" y="90170"/>
                </a:lnTo>
                <a:lnTo>
                  <a:pt x="115531" y="87629"/>
                </a:lnTo>
                <a:lnTo>
                  <a:pt x="115354" y="86360"/>
                </a:lnTo>
                <a:lnTo>
                  <a:pt x="115722" y="83820"/>
                </a:lnTo>
                <a:lnTo>
                  <a:pt x="116624" y="81279"/>
                </a:lnTo>
                <a:lnTo>
                  <a:pt x="144291" y="33604"/>
                </a:lnTo>
                <a:lnTo>
                  <a:pt x="153225" y="29210"/>
                </a:lnTo>
                <a:lnTo>
                  <a:pt x="173481" y="17779"/>
                </a:lnTo>
                <a:lnTo>
                  <a:pt x="164706" y="1270"/>
                </a:lnTo>
                <a:lnTo>
                  <a:pt x="184793" y="1270"/>
                </a:lnTo>
                <a:lnTo>
                  <a:pt x="133108" y="91439"/>
                </a:lnTo>
                <a:lnTo>
                  <a:pt x="131724" y="92710"/>
                </a:lnTo>
                <a:lnTo>
                  <a:pt x="129946" y="93979"/>
                </a:lnTo>
                <a:lnTo>
                  <a:pt x="127876" y="95250"/>
                </a:lnTo>
                <a:close/>
              </a:path>
              <a:path w="834389" h="278129">
                <a:moveTo>
                  <a:pt x="144291" y="33604"/>
                </a:moveTo>
                <a:lnTo>
                  <a:pt x="160845" y="5079"/>
                </a:lnTo>
                <a:lnTo>
                  <a:pt x="168998" y="19050"/>
                </a:lnTo>
                <a:lnTo>
                  <a:pt x="171231" y="19050"/>
                </a:lnTo>
                <a:lnTo>
                  <a:pt x="153225" y="29210"/>
                </a:lnTo>
                <a:lnTo>
                  <a:pt x="144291" y="33604"/>
                </a:lnTo>
                <a:close/>
              </a:path>
              <a:path w="834389" h="278129">
                <a:moveTo>
                  <a:pt x="171231" y="19050"/>
                </a:moveTo>
                <a:lnTo>
                  <a:pt x="168998" y="19050"/>
                </a:lnTo>
                <a:lnTo>
                  <a:pt x="160845" y="5079"/>
                </a:lnTo>
                <a:lnTo>
                  <a:pt x="166731" y="5079"/>
                </a:lnTo>
                <a:lnTo>
                  <a:pt x="173481" y="17779"/>
                </a:lnTo>
                <a:lnTo>
                  <a:pt x="171231" y="19050"/>
                </a:lnTo>
                <a:close/>
              </a:path>
              <a:path w="834389" h="278129">
                <a:moveTo>
                  <a:pt x="742480" y="44450"/>
                </a:moveTo>
                <a:lnTo>
                  <a:pt x="723417" y="34289"/>
                </a:lnTo>
                <a:lnTo>
                  <a:pt x="703986" y="25400"/>
                </a:lnTo>
                <a:lnTo>
                  <a:pt x="712088" y="7620"/>
                </a:lnTo>
                <a:lnTo>
                  <a:pt x="731710" y="17779"/>
                </a:lnTo>
                <a:lnTo>
                  <a:pt x="750912" y="26670"/>
                </a:lnTo>
                <a:lnTo>
                  <a:pt x="760272" y="31750"/>
                </a:lnTo>
                <a:lnTo>
                  <a:pt x="769327" y="36829"/>
                </a:lnTo>
                <a:lnTo>
                  <a:pt x="778052" y="41910"/>
                </a:lnTo>
                <a:lnTo>
                  <a:pt x="780135" y="43179"/>
                </a:lnTo>
                <a:lnTo>
                  <a:pt x="742302" y="43179"/>
                </a:lnTo>
                <a:lnTo>
                  <a:pt x="742480" y="44450"/>
                </a:lnTo>
                <a:close/>
              </a:path>
              <a:path w="834389" h="278129">
                <a:moveTo>
                  <a:pt x="768489" y="58420"/>
                </a:moveTo>
                <a:lnTo>
                  <a:pt x="759993" y="53339"/>
                </a:lnTo>
                <a:lnTo>
                  <a:pt x="760196" y="53339"/>
                </a:lnTo>
                <a:lnTo>
                  <a:pt x="751331" y="48260"/>
                </a:lnTo>
                <a:lnTo>
                  <a:pt x="751497" y="48260"/>
                </a:lnTo>
                <a:lnTo>
                  <a:pt x="742302" y="43179"/>
                </a:lnTo>
                <a:lnTo>
                  <a:pt x="780135" y="43179"/>
                </a:lnTo>
                <a:lnTo>
                  <a:pt x="786384" y="46989"/>
                </a:lnTo>
                <a:lnTo>
                  <a:pt x="794270" y="52070"/>
                </a:lnTo>
                <a:lnTo>
                  <a:pt x="801649" y="57150"/>
                </a:lnTo>
                <a:lnTo>
                  <a:pt x="768235" y="57150"/>
                </a:lnTo>
                <a:lnTo>
                  <a:pt x="768489" y="58420"/>
                </a:lnTo>
                <a:close/>
              </a:path>
              <a:path w="834389" h="278129">
                <a:moveTo>
                  <a:pt x="801268" y="82550"/>
                </a:moveTo>
                <a:lnTo>
                  <a:pt x="795591" y="77470"/>
                </a:lnTo>
                <a:lnTo>
                  <a:pt x="796086" y="77470"/>
                </a:lnTo>
                <a:lnTo>
                  <a:pt x="789736" y="72389"/>
                </a:lnTo>
                <a:lnTo>
                  <a:pt x="790155" y="72389"/>
                </a:lnTo>
                <a:lnTo>
                  <a:pt x="783170" y="67310"/>
                </a:lnTo>
                <a:lnTo>
                  <a:pt x="783539" y="67310"/>
                </a:lnTo>
                <a:lnTo>
                  <a:pt x="775982" y="62229"/>
                </a:lnTo>
                <a:lnTo>
                  <a:pt x="776287" y="62229"/>
                </a:lnTo>
                <a:lnTo>
                  <a:pt x="768235" y="57150"/>
                </a:lnTo>
                <a:lnTo>
                  <a:pt x="801649" y="57150"/>
                </a:lnTo>
                <a:lnTo>
                  <a:pt x="808481" y="62229"/>
                </a:lnTo>
                <a:lnTo>
                  <a:pt x="814590" y="68579"/>
                </a:lnTo>
                <a:lnTo>
                  <a:pt x="817499" y="71120"/>
                </a:lnTo>
                <a:lnTo>
                  <a:pt x="820165" y="74929"/>
                </a:lnTo>
                <a:lnTo>
                  <a:pt x="822629" y="78739"/>
                </a:lnTo>
                <a:lnTo>
                  <a:pt x="824877" y="81279"/>
                </a:lnTo>
                <a:lnTo>
                  <a:pt x="800849" y="81279"/>
                </a:lnTo>
                <a:lnTo>
                  <a:pt x="801268" y="82550"/>
                </a:lnTo>
                <a:close/>
              </a:path>
              <a:path w="834389" h="278129">
                <a:moveTo>
                  <a:pt x="803414" y="85089"/>
                </a:moveTo>
                <a:lnTo>
                  <a:pt x="800849" y="81279"/>
                </a:lnTo>
                <a:lnTo>
                  <a:pt x="824877" y="81279"/>
                </a:lnTo>
                <a:lnTo>
                  <a:pt x="826232" y="83820"/>
                </a:lnTo>
                <a:lnTo>
                  <a:pt x="803109" y="83820"/>
                </a:lnTo>
                <a:lnTo>
                  <a:pt x="803414" y="85089"/>
                </a:lnTo>
                <a:close/>
              </a:path>
              <a:path w="834389" h="278129">
                <a:moveTo>
                  <a:pt x="805472" y="87629"/>
                </a:moveTo>
                <a:lnTo>
                  <a:pt x="803109" y="83820"/>
                </a:lnTo>
                <a:lnTo>
                  <a:pt x="826232" y="83820"/>
                </a:lnTo>
                <a:lnTo>
                  <a:pt x="826909" y="85089"/>
                </a:lnTo>
                <a:lnTo>
                  <a:pt x="827506" y="86360"/>
                </a:lnTo>
                <a:lnTo>
                  <a:pt x="805167" y="86360"/>
                </a:lnTo>
                <a:lnTo>
                  <a:pt x="805472" y="87629"/>
                </a:lnTo>
                <a:close/>
              </a:path>
              <a:path w="834389" h="278129">
                <a:moveTo>
                  <a:pt x="812546" y="99060"/>
                </a:moveTo>
                <a:lnTo>
                  <a:pt x="811276" y="96520"/>
                </a:lnTo>
                <a:lnTo>
                  <a:pt x="811568" y="96520"/>
                </a:lnTo>
                <a:lnTo>
                  <a:pt x="810069" y="93979"/>
                </a:lnTo>
                <a:lnTo>
                  <a:pt x="810374" y="93979"/>
                </a:lnTo>
                <a:lnTo>
                  <a:pt x="808647" y="91439"/>
                </a:lnTo>
                <a:lnTo>
                  <a:pt x="808951" y="91439"/>
                </a:lnTo>
                <a:lnTo>
                  <a:pt x="807008" y="88900"/>
                </a:lnTo>
                <a:lnTo>
                  <a:pt x="807326" y="88900"/>
                </a:lnTo>
                <a:lnTo>
                  <a:pt x="805167" y="86360"/>
                </a:lnTo>
                <a:lnTo>
                  <a:pt x="827506" y="86360"/>
                </a:lnTo>
                <a:lnTo>
                  <a:pt x="828700" y="88900"/>
                </a:lnTo>
                <a:lnTo>
                  <a:pt x="830237" y="91439"/>
                </a:lnTo>
                <a:lnTo>
                  <a:pt x="831481" y="95250"/>
                </a:lnTo>
                <a:lnTo>
                  <a:pt x="832116" y="97789"/>
                </a:lnTo>
                <a:lnTo>
                  <a:pt x="812291" y="97789"/>
                </a:lnTo>
                <a:lnTo>
                  <a:pt x="812546" y="99060"/>
                </a:lnTo>
                <a:close/>
              </a:path>
              <a:path w="834389" h="278129">
                <a:moveTo>
                  <a:pt x="39674" y="93979"/>
                </a:moveTo>
                <a:lnTo>
                  <a:pt x="39928" y="92710"/>
                </a:lnTo>
                <a:lnTo>
                  <a:pt x="41321" y="92710"/>
                </a:lnTo>
                <a:lnTo>
                  <a:pt x="39674" y="93979"/>
                </a:lnTo>
                <a:close/>
              </a:path>
              <a:path w="834389" h="278129">
                <a:moveTo>
                  <a:pt x="813308" y="101600"/>
                </a:moveTo>
                <a:lnTo>
                  <a:pt x="812291" y="97789"/>
                </a:lnTo>
                <a:lnTo>
                  <a:pt x="832116" y="97789"/>
                </a:lnTo>
                <a:lnTo>
                  <a:pt x="832434" y="99060"/>
                </a:lnTo>
                <a:lnTo>
                  <a:pt x="832675" y="100329"/>
                </a:lnTo>
                <a:lnTo>
                  <a:pt x="813104" y="100329"/>
                </a:lnTo>
                <a:lnTo>
                  <a:pt x="813308" y="101600"/>
                </a:lnTo>
                <a:close/>
              </a:path>
              <a:path w="834389" h="278129">
                <a:moveTo>
                  <a:pt x="813904" y="104139"/>
                </a:moveTo>
                <a:lnTo>
                  <a:pt x="813104" y="100329"/>
                </a:lnTo>
                <a:lnTo>
                  <a:pt x="832675" y="100329"/>
                </a:lnTo>
                <a:lnTo>
                  <a:pt x="833158" y="102870"/>
                </a:lnTo>
                <a:lnTo>
                  <a:pt x="813777" y="102870"/>
                </a:lnTo>
                <a:lnTo>
                  <a:pt x="813904" y="104139"/>
                </a:lnTo>
                <a:close/>
              </a:path>
              <a:path w="834389" h="278129">
                <a:moveTo>
                  <a:pt x="834072" y="115570"/>
                </a:moveTo>
                <a:lnTo>
                  <a:pt x="815022" y="115570"/>
                </a:lnTo>
                <a:lnTo>
                  <a:pt x="815022" y="114300"/>
                </a:lnTo>
                <a:lnTo>
                  <a:pt x="814933" y="111760"/>
                </a:lnTo>
                <a:lnTo>
                  <a:pt x="814692" y="109220"/>
                </a:lnTo>
                <a:lnTo>
                  <a:pt x="814311" y="105410"/>
                </a:lnTo>
                <a:lnTo>
                  <a:pt x="813777" y="102870"/>
                </a:lnTo>
                <a:lnTo>
                  <a:pt x="833158" y="102870"/>
                </a:lnTo>
                <a:lnTo>
                  <a:pt x="833678" y="106679"/>
                </a:lnTo>
                <a:lnTo>
                  <a:pt x="833897" y="110489"/>
                </a:lnTo>
                <a:lnTo>
                  <a:pt x="834004" y="113029"/>
                </a:lnTo>
                <a:lnTo>
                  <a:pt x="834072" y="115570"/>
                </a:lnTo>
                <a:close/>
              </a:path>
              <a:path w="834389" h="278129">
                <a:moveTo>
                  <a:pt x="25653" y="106679"/>
                </a:moveTo>
                <a:lnTo>
                  <a:pt x="26162" y="105410"/>
                </a:lnTo>
                <a:lnTo>
                  <a:pt x="26691" y="105410"/>
                </a:lnTo>
                <a:lnTo>
                  <a:pt x="25653" y="106679"/>
                </a:lnTo>
                <a:close/>
              </a:path>
              <a:path w="834389" h="278129">
                <a:moveTo>
                  <a:pt x="814400" y="106679"/>
                </a:moveTo>
                <a:lnTo>
                  <a:pt x="814192" y="105410"/>
                </a:lnTo>
                <a:lnTo>
                  <a:pt x="814400" y="106679"/>
                </a:lnTo>
                <a:close/>
              </a:path>
              <a:path w="834389" h="278129">
                <a:moveTo>
                  <a:pt x="23609" y="109220"/>
                </a:moveTo>
                <a:lnTo>
                  <a:pt x="24180" y="107950"/>
                </a:lnTo>
                <a:lnTo>
                  <a:pt x="24460" y="107950"/>
                </a:lnTo>
                <a:lnTo>
                  <a:pt x="23609" y="109220"/>
                </a:lnTo>
                <a:close/>
              </a:path>
              <a:path w="834389" h="278129">
                <a:moveTo>
                  <a:pt x="22212" y="111760"/>
                </a:moveTo>
                <a:lnTo>
                  <a:pt x="22694" y="110489"/>
                </a:lnTo>
                <a:lnTo>
                  <a:pt x="22868" y="110489"/>
                </a:lnTo>
                <a:lnTo>
                  <a:pt x="22212" y="111760"/>
                </a:lnTo>
                <a:close/>
              </a:path>
              <a:path w="834389" h="278129">
                <a:moveTo>
                  <a:pt x="21183" y="114300"/>
                </a:moveTo>
                <a:lnTo>
                  <a:pt x="21488" y="113029"/>
                </a:lnTo>
                <a:lnTo>
                  <a:pt x="21687" y="113029"/>
                </a:lnTo>
                <a:lnTo>
                  <a:pt x="21183" y="114300"/>
                </a:lnTo>
                <a:close/>
              </a:path>
              <a:path w="834389" h="278129">
                <a:moveTo>
                  <a:pt x="815006" y="114892"/>
                </a:moveTo>
                <a:lnTo>
                  <a:pt x="814992" y="114300"/>
                </a:lnTo>
                <a:lnTo>
                  <a:pt x="815006" y="114892"/>
                </a:lnTo>
                <a:close/>
              </a:path>
              <a:path w="834389" h="278129">
                <a:moveTo>
                  <a:pt x="833332" y="125729"/>
                </a:moveTo>
                <a:lnTo>
                  <a:pt x="814273" y="125729"/>
                </a:lnTo>
                <a:lnTo>
                  <a:pt x="814717" y="121920"/>
                </a:lnTo>
                <a:lnTo>
                  <a:pt x="814768" y="120650"/>
                </a:lnTo>
                <a:lnTo>
                  <a:pt x="814946" y="118110"/>
                </a:lnTo>
                <a:lnTo>
                  <a:pt x="815006" y="114892"/>
                </a:lnTo>
                <a:lnTo>
                  <a:pt x="815022" y="115570"/>
                </a:lnTo>
                <a:lnTo>
                  <a:pt x="834072" y="115570"/>
                </a:lnTo>
                <a:lnTo>
                  <a:pt x="833958" y="119379"/>
                </a:lnTo>
                <a:lnTo>
                  <a:pt x="833666" y="123189"/>
                </a:lnTo>
                <a:lnTo>
                  <a:pt x="833332" y="125729"/>
                </a:lnTo>
                <a:close/>
              </a:path>
              <a:path w="834389" h="278129">
                <a:moveTo>
                  <a:pt x="20294" y="116839"/>
                </a:moveTo>
                <a:lnTo>
                  <a:pt x="20535" y="115570"/>
                </a:lnTo>
                <a:lnTo>
                  <a:pt x="20692" y="115570"/>
                </a:lnTo>
                <a:lnTo>
                  <a:pt x="20294" y="116839"/>
                </a:lnTo>
                <a:close/>
              </a:path>
              <a:path w="834389" h="278129">
                <a:moveTo>
                  <a:pt x="19634" y="119379"/>
                </a:moveTo>
                <a:lnTo>
                  <a:pt x="19824" y="118110"/>
                </a:lnTo>
                <a:lnTo>
                  <a:pt x="19634" y="119379"/>
                </a:lnTo>
                <a:close/>
              </a:path>
              <a:path w="834389" h="278129">
                <a:moveTo>
                  <a:pt x="19202" y="121920"/>
                </a:moveTo>
                <a:lnTo>
                  <a:pt x="19316" y="120650"/>
                </a:lnTo>
                <a:lnTo>
                  <a:pt x="19202" y="121920"/>
                </a:lnTo>
                <a:close/>
              </a:path>
              <a:path w="834389" h="278129">
                <a:moveTo>
                  <a:pt x="831646" y="135889"/>
                </a:moveTo>
                <a:lnTo>
                  <a:pt x="812139" y="135889"/>
                </a:lnTo>
                <a:lnTo>
                  <a:pt x="813092" y="132079"/>
                </a:lnTo>
                <a:lnTo>
                  <a:pt x="813790" y="128270"/>
                </a:lnTo>
                <a:lnTo>
                  <a:pt x="814336" y="124460"/>
                </a:lnTo>
                <a:lnTo>
                  <a:pt x="814273" y="125729"/>
                </a:lnTo>
                <a:lnTo>
                  <a:pt x="833332" y="125729"/>
                </a:lnTo>
                <a:lnTo>
                  <a:pt x="832497" y="132079"/>
                </a:lnTo>
                <a:lnTo>
                  <a:pt x="831646" y="135889"/>
                </a:lnTo>
                <a:close/>
              </a:path>
              <a:path w="834389" h="278129">
                <a:moveTo>
                  <a:pt x="830605" y="139700"/>
                </a:moveTo>
                <a:lnTo>
                  <a:pt x="811110" y="139700"/>
                </a:lnTo>
                <a:lnTo>
                  <a:pt x="812228" y="134620"/>
                </a:lnTo>
                <a:lnTo>
                  <a:pt x="812139" y="135889"/>
                </a:lnTo>
                <a:lnTo>
                  <a:pt x="831646" y="135889"/>
                </a:lnTo>
                <a:lnTo>
                  <a:pt x="830605" y="139700"/>
                </a:lnTo>
                <a:close/>
              </a:path>
              <a:path w="834389" h="278129">
                <a:moveTo>
                  <a:pt x="22191" y="139700"/>
                </a:moveTo>
                <a:lnTo>
                  <a:pt x="21932" y="139700"/>
                </a:lnTo>
                <a:lnTo>
                  <a:pt x="21716" y="138429"/>
                </a:lnTo>
                <a:lnTo>
                  <a:pt x="22191" y="139700"/>
                </a:lnTo>
                <a:close/>
              </a:path>
              <a:path w="834389" h="278129">
                <a:moveTo>
                  <a:pt x="822807" y="161289"/>
                </a:moveTo>
                <a:lnTo>
                  <a:pt x="801674" y="161289"/>
                </a:lnTo>
                <a:lnTo>
                  <a:pt x="805688" y="153670"/>
                </a:lnTo>
                <a:lnTo>
                  <a:pt x="805408" y="153670"/>
                </a:lnTo>
                <a:lnTo>
                  <a:pt x="808786" y="146050"/>
                </a:lnTo>
                <a:lnTo>
                  <a:pt x="808596" y="146050"/>
                </a:lnTo>
                <a:lnTo>
                  <a:pt x="810044" y="142239"/>
                </a:lnTo>
                <a:lnTo>
                  <a:pt x="811212" y="138429"/>
                </a:lnTo>
                <a:lnTo>
                  <a:pt x="811110" y="139700"/>
                </a:lnTo>
                <a:lnTo>
                  <a:pt x="830605" y="139700"/>
                </a:lnTo>
                <a:lnTo>
                  <a:pt x="829398" y="144779"/>
                </a:lnTo>
                <a:lnTo>
                  <a:pt x="828001" y="148589"/>
                </a:lnTo>
                <a:lnTo>
                  <a:pt x="826414" y="153670"/>
                </a:lnTo>
                <a:lnTo>
                  <a:pt x="822807" y="161289"/>
                </a:lnTo>
                <a:close/>
              </a:path>
              <a:path w="834389" h="278129">
                <a:moveTo>
                  <a:pt x="23456" y="142239"/>
                </a:moveTo>
                <a:lnTo>
                  <a:pt x="23139" y="142239"/>
                </a:lnTo>
                <a:lnTo>
                  <a:pt x="22910" y="140970"/>
                </a:lnTo>
                <a:lnTo>
                  <a:pt x="23456" y="142239"/>
                </a:lnTo>
                <a:close/>
              </a:path>
              <a:path w="834389" h="278129">
                <a:moveTo>
                  <a:pt x="30673" y="153670"/>
                </a:moveTo>
                <a:lnTo>
                  <a:pt x="30010" y="153670"/>
                </a:lnTo>
                <a:lnTo>
                  <a:pt x="29654" y="152400"/>
                </a:lnTo>
                <a:lnTo>
                  <a:pt x="30673" y="153670"/>
                </a:lnTo>
                <a:close/>
              </a:path>
              <a:path w="834389" h="278129">
                <a:moveTo>
                  <a:pt x="819106" y="168910"/>
                </a:moveTo>
                <a:lnTo>
                  <a:pt x="797344" y="168910"/>
                </a:lnTo>
                <a:lnTo>
                  <a:pt x="801992" y="160020"/>
                </a:lnTo>
                <a:lnTo>
                  <a:pt x="801674" y="161289"/>
                </a:lnTo>
                <a:lnTo>
                  <a:pt x="822807" y="161289"/>
                </a:lnTo>
                <a:lnTo>
                  <a:pt x="819106" y="168910"/>
                </a:lnTo>
                <a:close/>
              </a:path>
              <a:path w="834389" h="278129">
                <a:moveTo>
                  <a:pt x="40939" y="165100"/>
                </a:moveTo>
                <a:lnTo>
                  <a:pt x="40081" y="165100"/>
                </a:lnTo>
                <a:lnTo>
                  <a:pt x="39649" y="163829"/>
                </a:lnTo>
                <a:lnTo>
                  <a:pt x="40939" y="165100"/>
                </a:lnTo>
                <a:close/>
              </a:path>
              <a:path w="834389" h="278129">
                <a:moveTo>
                  <a:pt x="803723" y="191770"/>
                </a:moveTo>
                <a:lnTo>
                  <a:pt x="777925" y="191770"/>
                </a:lnTo>
                <a:lnTo>
                  <a:pt x="781367" y="187960"/>
                </a:lnTo>
                <a:lnTo>
                  <a:pt x="781113" y="187960"/>
                </a:lnTo>
                <a:lnTo>
                  <a:pt x="784415" y="185420"/>
                </a:lnTo>
                <a:lnTo>
                  <a:pt x="784174" y="185420"/>
                </a:lnTo>
                <a:lnTo>
                  <a:pt x="787323" y="181610"/>
                </a:lnTo>
                <a:lnTo>
                  <a:pt x="786993" y="181610"/>
                </a:lnTo>
                <a:lnTo>
                  <a:pt x="792848" y="175260"/>
                </a:lnTo>
                <a:lnTo>
                  <a:pt x="792454" y="175260"/>
                </a:lnTo>
                <a:lnTo>
                  <a:pt x="797699" y="167639"/>
                </a:lnTo>
                <a:lnTo>
                  <a:pt x="797344" y="168910"/>
                </a:lnTo>
                <a:lnTo>
                  <a:pt x="819106" y="168910"/>
                </a:lnTo>
                <a:lnTo>
                  <a:pt x="818489" y="170179"/>
                </a:lnTo>
                <a:lnTo>
                  <a:pt x="813511" y="177800"/>
                </a:lnTo>
                <a:lnTo>
                  <a:pt x="807872" y="186689"/>
                </a:lnTo>
                <a:lnTo>
                  <a:pt x="803723" y="191770"/>
                </a:lnTo>
                <a:close/>
              </a:path>
              <a:path w="834389" h="278129">
                <a:moveTo>
                  <a:pt x="783094" y="212089"/>
                </a:moveTo>
                <a:lnTo>
                  <a:pt x="747242" y="212089"/>
                </a:lnTo>
                <a:lnTo>
                  <a:pt x="752081" y="209550"/>
                </a:lnTo>
                <a:lnTo>
                  <a:pt x="751789" y="209550"/>
                </a:lnTo>
                <a:lnTo>
                  <a:pt x="756386" y="207010"/>
                </a:lnTo>
                <a:lnTo>
                  <a:pt x="756069" y="207010"/>
                </a:lnTo>
                <a:lnTo>
                  <a:pt x="760412" y="204470"/>
                </a:lnTo>
                <a:lnTo>
                  <a:pt x="760082" y="204470"/>
                </a:lnTo>
                <a:lnTo>
                  <a:pt x="764222" y="201929"/>
                </a:lnTo>
                <a:lnTo>
                  <a:pt x="763892" y="201929"/>
                </a:lnTo>
                <a:lnTo>
                  <a:pt x="767905" y="199389"/>
                </a:lnTo>
                <a:lnTo>
                  <a:pt x="767588" y="199389"/>
                </a:lnTo>
                <a:lnTo>
                  <a:pt x="771461" y="196850"/>
                </a:lnTo>
                <a:lnTo>
                  <a:pt x="771156" y="196850"/>
                </a:lnTo>
                <a:lnTo>
                  <a:pt x="774890" y="194310"/>
                </a:lnTo>
                <a:lnTo>
                  <a:pt x="774611" y="194310"/>
                </a:lnTo>
                <a:lnTo>
                  <a:pt x="778192" y="190500"/>
                </a:lnTo>
                <a:lnTo>
                  <a:pt x="777925" y="191770"/>
                </a:lnTo>
                <a:lnTo>
                  <a:pt x="803723" y="191770"/>
                </a:lnTo>
                <a:lnTo>
                  <a:pt x="787107" y="208279"/>
                </a:lnTo>
                <a:lnTo>
                  <a:pt x="783094" y="212089"/>
                </a:lnTo>
                <a:close/>
              </a:path>
              <a:path w="834389" h="278129">
                <a:moveTo>
                  <a:pt x="86058" y="196850"/>
                </a:moveTo>
                <a:lnTo>
                  <a:pt x="84086" y="196850"/>
                </a:lnTo>
                <a:lnTo>
                  <a:pt x="83692" y="195579"/>
                </a:lnTo>
                <a:lnTo>
                  <a:pt x="86058" y="196850"/>
                </a:lnTo>
                <a:close/>
              </a:path>
              <a:path w="834389" h="278129">
                <a:moveTo>
                  <a:pt x="774598" y="218439"/>
                </a:moveTo>
                <a:lnTo>
                  <a:pt x="732015" y="218439"/>
                </a:lnTo>
                <a:lnTo>
                  <a:pt x="742797" y="213360"/>
                </a:lnTo>
                <a:lnTo>
                  <a:pt x="742441" y="213360"/>
                </a:lnTo>
                <a:lnTo>
                  <a:pt x="747509" y="210820"/>
                </a:lnTo>
                <a:lnTo>
                  <a:pt x="747242" y="212089"/>
                </a:lnTo>
                <a:lnTo>
                  <a:pt x="783094" y="212089"/>
                </a:lnTo>
                <a:lnTo>
                  <a:pt x="778916" y="214629"/>
                </a:lnTo>
                <a:lnTo>
                  <a:pt x="774598" y="218439"/>
                </a:lnTo>
                <a:close/>
              </a:path>
              <a:path w="834389" h="278129">
                <a:moveTo>
                  <a:pt x="643928" y="259079"/>
                </a:moveTo>
                <a:lnTo>
                  <a:pt x="443039" y="259079"/>
                </a:lnTo>
                <a:lnTo>
                  <a:pt x="459346" y="257810"/>
                </a:lnTo>
                <a:lnTo>
                  <a:pt x="475297" y="257810"/>
                </a:lnTo>
                <a:lnTo>
                  <a:pt x="491299" y="256539"/>
                </a:lnTo>
                <a:lnTo>
                  <a:pt x="506831" y="256539"/>
                </a:lnTo>
                <a:lnTo>
                  <a:pt x="522325" y="255270"/>
                </a:lnTo>
                <a:lnTo>
                  <a:pt x="537349" y="254000"/>
                </a:lnTo>
                <a:lnTo>
                  <a:pt x="551980" y="252729"/>
                </a:lnTo>
                <a:lnTo>
                  <a:pt x="551840" y="252729"/>
                </a:lnTo>
                <a:lnTo>
                  <a:pt x="581393" y="248920"/>
                </a:lnTo>
                <a:lnTo>
                  <a:pt x="596264" y="247650"/>
                </a:lnTo>
                <a:lnTo>
                  <a:pt x="611200" y="245110"/>
                </a:lnTo>
                <a:lnTo>
                  <a:pt x="626071" y="242570"/>
                </a:lnTo>
                <a:lnTo>
                  <a:pt x="640791" y="240029"/>
                </a:lnTo>
                <a:lnTo>
                  <a:pt x="640651" y="240029"/>
                </a:lnTo>
                <a:lnTo>
                  <a:pt x="655281" y="237489"/>
                </a:lnTo>
                <a:lnTo>
                  <a:pt x="655116" y="237489"/>
                </a:lnTo>
                <a:lnTo>
                  <a:pt x="669455" y="234950"/>
                </a:lnTo>
                <a:lnTo>
                  <a:pt x="669264" y="234950"/>
                </a:lnTo>
                <a:lnTo>
                  <a:pt x="683221" y="232410"/>
                </a:lnTo>
                <a:lnTo>
                  <a:pt x="682993" y="232410"/>
                </a:lnTo>
                <a:lnTo>
                  <a:pt x="696480" y="228600"/>
                </a:lnTo>
                <a:lnTo>
                  <a:pt x="696226" y="228600"/>
                </a:lnTo>
                <a:lnTo>
                  <a:pt x="709167" y="224789"/>
                </a:lnTo>
                <a:lnTo>
                  <a:pt x="708875" y="224789"/>
                </a:lnTo>
                <a:lnTo>
                  <a:pt x="721182" y="222250"/>
                </a:lnTo>
                <a:lnTo>
                  <a:pt x="720826" y="222250"/>
                </a:lnTo>
                <a:lnTo>
                  <a:pt x="732421" y="217170"/>
                </a:lnTo>
                <a:lnTo>
                  <a:pt x="732015" y="218439"/>
                </a:lnTo>
                <a:lnTo>
                  <a:pt x="774598" y="218439"/>
                </a:lnTo>
                <a:lnTo>
                  <a:pt x="738924" y="234950"/>
                </a:lnTo>
                <a:lnTo>
                  <a:pt x="726960" y="240029"/>
                </a:lnTo>
                <a:lnTo>
                  <a:pt x="714336" y="243839"/>
                </a:lnTo>
                <a:lnTo>
                  <a:pt x="701116" y="247650"/>
                </a:lnTo>
                <a:lnTo>
                  <a:pt x="687387" y="250189"/>
                </a:lnTo>
                <a:lnTo>
                  <a:pt x="673226" y="254000"/>
                </a:lnTo>
                <a:lnTo>
                  <a:pt x="643928" y="259079"/>
                </a:lnTo>
                <a:close/>
              </a:path>
              <a:path w="834389" h="278129">
                <a:moveTo>
                  <a:pt x="443407" y="278129"/>
                </a:moveTo>
                <a:lnTo>
                  <a:pt x="393915" y="278129"/>
                </a:lnTo>
                <a:lnTo>
                  <a:pt x="377520" y="276860"/>
                </a:lnTo>
                <a:lnTo>
                  <a:pt x="459828" y="276860"/>
                </a:lnTo>
                <a:lnTo>
                  <a:pt x="443407" y="27812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91845" y="4419193"/>
            <a:ext cx="834390" cy="278130"/>
          </a:xfrm>
          <a:custGeom>
            <a:avLst/>
            <a:gdLst/>
            <a:ahLst/>
            <a:cxnLst/>
            <a:rect l="l" t="t" r="r" b="b"/>
            <a:pathLst>
              <a:path w="834390" h="278129">
                <a:moveTo>
                  <a:pt x="130454" y="19050"/>
                </a:moveTo>
                <a:lnTo>
                  <a:pt x="80784" y="19050"/>
                </a:lnTo>
                <a:lnTo>
                  <a:pt x="78511" y="17779"/>
                </a:lnTo>
                <a:lnTo>
                  <a:pt x="76365" y="17779"/>
                </a:lnTo>
                <a:lnTo>
                  <a:pt x="74498" y="16510"/>
                </a:lnTo>
                <a:lnTo>
                  <a:pt x="72986" y="13970"/>
                </a:lnTo>
                <a:lnTo>
                  <a:pt x="71945" y="12700"/>
                </a:lnTo>
                <a:lnTo>
                  <a:pt x="71412" y="10160"/>
                </a:lnTo>
                <a:lnTo>
                  <a:pt x="71437" y="7620"/>
                </a:lnTo>
                <a:lnTo>
                  <a:pt x="72008" y="5079"/>
                </a:lnTo>
                <a:lnTo>
                  <a:pt x="73101" y="3810"/>
                </a:lnTo>
                <a:lnTo>
                  <a:pt x="74637" y="1270"/>
                </a:lnTo>
                <a:lnTo>
                  <a:pt x="76542" y="0"/>
                </a:lnTo>
                <a:lnTo>
                  <a:pt x="185521" y="0"/>
                </a:lnTo>
                <a:lnTo>
                  <a:pt x="184793" y="1270"/>
                </a:lnTo>
                <a:lnTo>
                  <a:pt x="164706" y="1270"/>
                </a:lnTo>
                <a:lnTo>
                  <a:pt x="144500" y="11429"/>
                </a:lnTo>
                <a:lnTo>
                  <a:pt x="130454" y="19050"/>
                </a:lnTo>
                <a:close/>
              </a:path>
              <a:path w="834390" h="278129">
                <a:moveTo>
                  <a:pt x="476135" y="276860"/>
                </a:moveTo>
                <a:lnTo>
                  <a:pt x="361276" y="276860"/>
                </a:lnTo>
                <a:lnTo>
                  <a:pt x="298691" y="271779"/>
                </a:lnTo>
                <a:lnTo>
                  <a:pt x="221462" y="259079"/>
                </a:lnTo>
                <a:lnTo>
                  <a:pt x="205943" y="255270"/>
                </a:lnTo>
                <a:lnTo>
                  <a:pt x="190614" y="252729"/>
                </a:lnTo>
                <a:lnTo>
                  <a:pt x="160832" y="245110"/>
                </a:lnTo>
                <a:lnTo>
                  <a:pt x="146570" y="240029"/>
                </a:lnTo>
                <a:lnTo>
                  <a:pt x="132829" y="236220"/>
                </a:lnTo>
                <a:lnTo>
                  <a:pt x="119684" y="232410"/>
                </a:lnTo>
                <a:lnTo>
                  <a:pt x="107238" y="227329"/>
                </a:lnTo>
                <a:lnTo>
                  <a:pt x="95567" y="222250"/>
                </a:lnTo>
                <a:lnTo>
                  <a:pt x="84734" y="218439"/>
                </a:lnTo>
                <a:lnTo>
                  <a:pt x="74879" y="213360"/>
                </a:lnTo>
                <a:lnTo>
                  <a:pt x="65735" y="208279"/>
                </a:lnTo>
                <a:lnTo>
                  <a:pt x="56972" y="201929"/>
                </a:lnTo>
                <a:lnTo>
                  <a:pt x="48602" y="196850"/>
                </a:lnTo>
                <a:lnTo>
                  <a:pt x="20129" y="171450"/>
                </a:lnTo>
                <a:lnTo>
                  <a:pt x="14630" y="163829"/>
                </a:lnTo>
                <a:lnTo>
                  <a:pt x="12077" y="161289"/>
                </a:lnTo>
                <a:lnTo>
                  <a:pt x="0" y="121920"/>
                </a:lnTo>
                <a:lnTo>
                  <a:pt x="419" y="118110"/>
                </a:lnTo>
                <a:lnTo>
                  <a:pt x="1181" y="114300"/>
                </a:lnTo>
                <a:lnTo>
                  <a:pt x="2298" y="110489"/>
                </a:lnTo>
                <a:lnTo>
                  <a:pt x="3784" y="106679"/>
                </a:lnTo>
                <a:lnTo>
                  <a:pt x="5664" y="101600"/>
                </a:lnTo>
                <a:lnTo>
                  <a:pt x="33299" y="74929"/>
                </a:lnTo>
                <a:lnTo>
                  <a:pt x="38849" y="69850"/>
                </a:lnTo>
                <a:lnTo>
                  <a:pt x="77050" y="46989"/>
                </a:lnTo>
                <a:lnTo>
                  <a:pt x="118706" y="25400"/>
                </a:lnTo>
                <a:lnTo>
                  <a:pt x="144551" y="11429"/>
                </a:lnTo>
                <a:lnTo>
                  <a:pt x="164706" y="1270"/>
                </a:lnTo>
                <a:lnTo>
                  <a:pt x="166731" y="5079"/>
                </a:lnTo>
                <a:lnTo>
                  <a:pt x="160858" y="5079"/>
                </a:lnTo>
                <a:lnTo>
                  <a:pt x="144306" y="33601"/>
                </a:lnTo>
                <a:lnTo>
                  <a:pt x="127406" y="41910"/>
                </a:lnTo>
                <a:lnTo>
                  <a:pt x="99885" y="55879"/>
                </a:lnTo>
                <a:lnTo>
                  <a:pt x="100037" y="55879"/>
                </a:lnTo>
                <a:lnTo>
                  <a:pt x="86283" y="63500"/>
                </a:lnTo>
                <a:lnTo>
                  <a:pt x="86436" y="63500"/>
                </a:lnTo>
                <a:lnTo>
                  <a:pt x="73113" y="71120"/>
                </a:lnTo>
                <a:lnTo>
                  <a:pt x="73329" y="71120"/>
                </a:lnTo>
                <a:lnTo>
                  <a:pt x="60731" y="78739"/>
                </a:lnTo>
                <a:lnTo>
                  <a:pt x="61010" y="78739"/>
                </a:lnTo>
                <a:lnTo>
                  <a:pt x="49441" y="86360"/>
                </a:lnTo>
                <a:lnTo>
                  <a:pt x="49707" y="86360"/>
                </a:lnTo>
                <a:lnTo>
                  <a:pt x="44399" y="90170"/>
                </a:lnTo>
                <a:lnTo>
                  <a:pt x="44615" y="90170"/>
                </a:lnTo>
                <a:lnTo>
                  <a:pt x="41321" y="92710"/>
                </a:lnTo>
                <a:lnTo>
                  <a:pt x="39928" y="92710"/>
                </a:lnTo>
                <a:lnTo>
                  <a:pt x="35394" y="96520"/>
                </a:lnTo>
                <a:lnTo>
                  <a:pt x="35699" y="96520"/>
                </a:lnTo>
                <a:lnTo>
                  <a:pt x="31597" y="100329"/>
                </a:lnTo>
                <a:lnTo>
                  <a:pt x="31953" y="100329"/>
                </a:lnTo>
                <a:lnTo>
                  <a:pt x="28333" y="102870"/>
                </a:lnTo>
                <a:lnTo>
                  <a:pt x="28765" y="102870"/>
                </a:lnTo>
                <a:lnTo>
                  <a:pt x="26699" y="105410"/>
                </a:lnTo>
                <a:lnTo>
                  <a:pt x="26161" y="105410"/>
                </a:lnTo>
                <a:lnTo>
                  <a:pt x="24460" y="107950"/>
                </a:lnTo>
                <a:lnTo>
                  <a:pt x="24180" y="107950"/>
                </a:lnTo>
                <a:lnTo>
                  <a:pt x="22876" y="110489"/>
                </a:lnTo>
                <a:lnTo>
                  <a:pt x="22694" y="110489"/>
                </a:lnTo>
                <a:lnTo>
                  <a:pt x="21695" y="113029"/>
                </a:lnTo>
                <a:lnTo>
                  <a:pt x="21501" y="113029"/>
                </a:lnTo>
                <a:lnTo>
                  <a:pt x="20696" y="115570"/>
                </a:lnTo>
                <a:lnTo>
                  <a:pt x="20548" y="115570"/>
                </a:lnTo>
                <a:lnTo>
                  <a:pt x="19938" y="118110"/>
                </a:lnTo>
                <a:lnTo>
                  <a:pt x="19202" y="120650"/>
                </a:lnTo>
                <a:lnTo>
                  <a:pt x="18986" y="123189"/>
                </a:lnTo>
                <a:lnTo>
                  <a:pt x="18961" y="125729"/>
                </a:lnTo>
                <a:lnTo>
                  <a:pt x="19088" y="128270"/>
                </a:lnTo>
                <a:lnTo>
                  <a:pt x="19545" y="130810"/>
                </a:lnTo>
                <a:lnTo>
                  <a:pt x="20142" y="133350"/>
                </a:lnTo>
                <a:lnTo>
                  <a:pt x="19977" y="133350"/>
                </a:lnTo>
                <a:lnTo>
                  <a:pt x="20929" y="135889"/>
                </a:lnTo>
                <a:lnTo>
                  <a:pt x="20739" y="135889"/>
                </a:lnTo>
                <a:lnTo>
                  <a:pt x="21932" y="139700"/>
                </a:lnTo>
                <a:lnTo>
                  <a:pt x="22191" y="139700"/>
                </a:lnTo>
                <a:lnTo>
                  <a:pt x="23139" y="142239"/>
                </a:lnTo>
                <a:lnTo>
                  <a:pt x="23456" y="142239"/>
                </a:lnTo>
                <a:lnTo>
                  <a:pt x="24549" y="144779"/>
                </a:lnTo>
                <a:lnTo>
                  <a:pt x="24320" y="144779"/>
                </a:lnTo>
                <a:lnTo>
                  <a:pt x="26174" y="147320"/>
                </a:lnTo>
                <a:lnTo>
                  <a:pt x="25933" y="147320"/>
                </a:lnTo>
                <a:lnTo>
                  <a:pt x="27990" y="149860"/>
                </a:lnTo>
                <a:lnTo>
                  <a:pt x="27749" y="149860"/>
                </a:lnTo>
                <a:lnTo>
                  <a:pt x="30010" y="153670"/>
                </a:lnTo>
                <a:lnTo>
                  <a:pt x="30673" y="153670"/>
                </a:lnTo>
                <a:lnTo>
                  <a:pt x="34747" y="158750"/>
                </a:lnTo>
                <a:lnTo>
                  <a:pt x="34289" y="158750"/>
                </a:lnTo>
                <a:lnTo>
                  <a:pt x="40093" y="165100"/>
                </a:lnTo>
                <a:lnTo>
                  <a:pt x="40949" y="165100"/>
                </a:lnTo>
                <a:lnTo>
                  <a:pt x="46100" y="170179"/>
                </a:lnTo>
                <a:lnTo>
                  <a:pt x="45694" y="170179"/>
                </a:lnTo>
                <a:lnTo>
                  <a:pt x="52730" y="175260"/>
                </a:lnTo>
                <a:lnTo>
                  <a:pt x="52349" y="175260"/>
                </a:lnTo>
                <a:lnTo>
                  <a:pt x="59893" y="181610"/>
                </a:lnTo>
                <a:lnTo>
                  <a:pt x="61142" y="181610"/>
                </a:lnTo>
                <a:lnTo>
                  <a:pt x="67563" y="186689"/>
                </a:lnTo>
                <a:lnTo>
                  <a:pt x="67221" y="186689"/>
                </a:lnTo>
                <a:lnTo>
                  <a:pt x="75653" y="191770"/>
                </a:lnTo>
                <a:lnTo>
                  <a:pt x="75323" y="191770"/>
                </a:lnTo>
                <a:lnTo>
                  <a:pt x="84099" y="196850"/>
                </a:lnTo>
                <a:lnTo>
                  <a:pt x="86058" y="196850"/>
                </a:lnTo>
                <a:lnTo>
                  <a:pt x="93154" y="200660"/>
                </a:lnTo>
                <a:lnTo>
                  <a:pt x="92748" y="200660"/>
                </a:lnTo>
                <a:lnTo>
                  <a:pt x="103200" y="205739"/>
                </a:lnTo>
                <a:lnTo>
                  <a:pt x="102857" y="205739"/>
                </a:lnTo>
                <a:lnTo>
                  <a:pt x="114211" y="209550"/>
                </a:lnTo>
                <a:lnTo>
                  <a:pt x="113918" y="209550"/>
                </a:lnTo>
                <a:lnTo>
                  <a:pt x="126085" y="214629"/>
                </a:lnTo>
                <a:lnTo>
                  <a:pt x="125831" y="214629"/>
                </a:lnTo>
                <a:lnTo>
                  <a:pt x="138734" y="218439"/>
                </a:lnTo>
                <a:lnTo>
                  <a:pt x="138506" y="218439"/>
                </a:lnTo>
                <a:lnTo>
                  <a:pt x="152044" y="222250"/>
                </a:lnTo>
                <a:lnTo>
                  <a:pt x="151841" y="222250"/>
                </a:lnTo>
                <a:lnTo>
                  <a:pt x="165925" y="226060"/>
                </a:lnTo>
                <a:lnTo>
                  <a:pt x="165734" y="226060"/>
                </a:lnTo>
                <a:lnTo>
                  <a:pt x="180276" y="229870"/>
                </a:lnTo>
                <a:lnTo>
                  <a:pt x="180111" y="229870"/>
                </a:lnTo>
                <a:lnTo>
                  <a:pt x="195008" y="233679"/>
                </a:lnTo>
                <a:lnTo>
                  <a:pt x="194856" y="233679"/>
                </a:lnTo>
                <a:lnTo>
                  <a:pt x="210032" y="237489"/>
                </a:lnTo>
                <a:lnTo>
                  <a:pt x="209880" y="237489"/>
                </a:lnTo>
                <a:lnTo>
                  <a:pt x="225247" y="240029"/>
                </a:lnTo>
                <a:lnTo>
                  <a:pt x="225107" y="240029"/>
                </a:lnTo>
                <a:lnTo>
                  <a:pt x="240576" y="242570"/>
                </a:lnTo>
                <a:lnTo>
                  <a:pt x="240436" y="242570"/>
                </a:lnTo>
                <a:lnTo>
                  <a:pt x="255904" y="245110"/>
                </a:lnTo>
                <a:lnTo>
                  <a:pt x="255765" y="245110"/>
                </a:lnTo>
                <a:lnTo>
                  <a:pt x="271157" y="247650"/>
                </a:lnTo>
                <a:lnTo>
                  <a:pt x="271005" y="247650"/>
                </a:lnTo>
                <a:lnTo>
                  <a:pt x="286232" y="250189"/>
                </a:lnTo>
                <a:lnTo>
                  <a:pt x="286080" y="250189"/>
                </a:lnTo>
                <a:lnTo>
                  <a:pt x="301040" y="252729"/>
                </a:lnTo>
                <a:lnTo>
                  <a:pt x="300875" y="252729"/>
                </a:lnTo>
                <a:lnTo>
                  <a:pt x="315861" y="254000"/>
                </a:lnTo>
                <a:lnTo>
                  <a:pt x="315696" y="254000"/>
                </a:lnTo>
                <a:lnTo>
                  <a:pt x="331050" y="255270"/>
                </a:lnTo>
                <a:lnTo>
                  <a:pt x="330885" y="255270"/>
                </a:lnTo>
                <a:lnTo>
                  <a:pt x="346544" y="256539"/>
                </a:lnTo>
                <a:lnTo>
                  <a:pt x="346392" y="256539"/>
                </a:lnTo>
                <a:lnTo>
                  <a:pt x="362318" y="257810"/>
                </a:lnTo>
                <a:lnTo>
                  <a:pt x="378155" y="257810"/>
                </a:lnTo>
                <a:lnTo>
                  <a:pt x="394411" y="259079"/>
                </a:lnTo>
                <a:lnTo>
                  <a:pt x="643928" y="259079"/>
                </a:lnTo>
                <a:lnTo>
                  <a:pt x="613829" y="264160"/>
                </a:lnTo>
                <a:lnTo>
                  <a:pt x="598703" y="265429"/>
                </a:lnTo>
                <a:lnTo>
                  <a:pt x="583590" y="267970"/>
                </a:lnTo>
                <a:lnTo>
                  <a:pt x="553910" y="271779"/>
                </a:lnTo>
                <a:lnTo>
                  <a:pt x="508139" y="275589"/>
                </a:lnTo>
                <a:lnTo>
                  <a:pt x="492251" y="275589"/>
                </a:lnTo>
                <a:lnTo>
                  <a:pt x="476135" y="276860"/>
                </a:lnTo>
                <a:close/>
              </a:path>
              <a:path w="834390" h="278129">
                <a:moveTo>
                  <a:pt x="127876" y="95250"/>
                </a:moveTo>
                <a:lnTo>
                  <a:pt x="121119" y="95250"/>
                </a:lnTo>
                <a:lnTo>
                  <a:pt x="119138" y="93979"/>
                </a:lnTo>
                <a:lnTo>
                  <a:pt x="117487" y="92710"/>
                </a:lnTo>
                <a:lnTo>
                  <a:pt x="116255" y="90170"/>
                </a:lnTo>
                <a:lnTo>
                  <a:pt x="115531" y="87629"/>
                </a:lnTo>
                <a:lnTo>
                  <a:pt x="115354" y="86360"/>
                </a:lnTo>
                <a:lnTo>
                  <a:pt x="115722" y="83820"/>
                </a:lnTo>
                <a:lnTo>
                  <a:pt x="116636" y="81279"/>
                </a:lnTo>
                <a:lnTo>
                  <a:pt x="144306" y="33601"/>
                </a:lnTo>
                <a:lnTo>
                  <a:pt x="153238" y="29210"/>
                </a:lnTo>
                <a:lnTo>
                  <a:pt x="173481" y="17779"/>
                </a:lnTo>
                <a:lnTo>
                  <a:pt x="164706" y="1270"/>
                </a:lnTo>
                <a:lnTo>
                  <a:pt x="184793" y="1270"/>
                </a:lnTo>
                <a:lnTo>
                  <a:pt x="133108" y="91439"/>
                </a:lnTo>
                <a:lnTo>
                  <a:pt x="131737" y="92710"/>
                </a:lnTo>
                <a:lnTo>
                  <a:pt x="129946" y="93979"/>
                </a:lnTo>
                <a:lnTo>
                  <a:pt x="127876" y="95250"/>
                </a:lnTo>
                <a:close/>
              </a:path>
              <a:path w="834390" h="278129">
                <a:moveTo>
                  <a:pt x="144306" y="33601"/>
                </a:moveTo>
                <a:lnTo>
                  <a:pt x="160858" y="5079"/>
                </a:lnTo>
                <a:lnTo>
                  <a:pt x="168998" y="19050"/>
                </a:lnTo>
                <a:lnTo>
                  <a:pt x="171232" y="19050"/>
                </a:lnTo>
                <a:lnTo>
                  <a:pt x="153238" y="29210"/>
                </a:lnTo>
                <a:lnTo>
                  <a:pt x="144306" y="33601"/>
                </a:lnTo>
                <a:close/>
              </a:path>
              <a:path w="834390" h="278129">
                <a:moveTo>
                  <a:pt x="171232" y="19050"/>
                </a:moveTo>
                <a:lnTo>
                  <a:pt x="168998" y="19050"/>
                </a:lnTo>
                <a:lnTo>
                  <a:pt x="160858" y="5079"/>
                </a:lnTo>
                <a:lnTo>
                  <a:pt x="166731" y="5079"/>
                </a:lnTo>
                <a:lnTo>
                  <a:pt x="173481" y="17779"/>
                </a:lnTo>
                <a:lnTo>
                  <a:pt x="171232" y="19050"/>
                </a:lnTo>
                <a:close/>
              </a:path>
              <a:path w="834390" h="278129">
                <a:moveTo>
                  <a:pt x="742480" y="44450"/>
                </a:moveTo>
                <a:lnTo>
                  <a:pt x="723430" y="34289"/>
                </a:lnTo>
                <a:lnTo>
                  <a:pt x="703986" y="25400"/>
                </a:lnTo>
                <a:lnTo>
                  <a:pt x="712088" y="7620"/>
                </a:lnTo>
                <a:lnTo>
                  <a:pt x="731710" y="17779"/>
                </a:lnTo>
                <a:lnTo>
                  <a:pt x="750925" y="26670"/>
                </a:lnTo>
                <a:lnTo>
                  <a:pt x="760272" y="31750"/>
                </a:lnTo>
                <a:lnTo>
                  <a:pt x="769327" y="36829"/>
                </a:lnTo>
                <a:lnTo>
                  <a:pt x="778052" y="41910"/>
                </a:lnTo>
                <a:lnTo>
                  <a:pt x="780135" y="43179"/>
                </a:lnTo>
                <a:lnTo>
                  <a:pt x="742314" y="43179"/>
                </a:lnTo>
                <a:lnTo>
                  <a:pt x="742480" y="44450"/>
                </a:lnTo>
                <a:close/>
              </a:path>
              <a:path w="834390" h="278129">
                <a:moveTo>
                  <a:pt x="768489" y="58420"/>
                </a:moveTo>
                <a:lnTo>
                  <a:pt x="759993" y="53339"/>
                </a:lnTo>
                <a:lnTo>
                  <a:pt x="760196" y="53339"/>
                </a:lnTo>
                <a:lnTo>
                  <a:pt x="751331" y="48260"/>
                </a:lnTo>
                <a:lnTo>
                  <a:pt x="751497" y="48260"/>
                </a:lnTo>
                <a:lnTo>
                  <a:pt x="742314" y="43179"/>
                </a:lnTo>
                <a:lnTo>
                  <a:pt x="780135" y="43179"/>
                </a:lnTo>
                <a:lnTo>
                  <a:pt x="786383" y="46989"/>
                </a:lnTo>
                <a:lnTo>
                  <a:pt x="794270" y="52070"/>
                </a:lnTo>
                <a:lnTo>
                  <a:pt x="801662" y="57150"/>
                </a:lnTo>
                <a:lnTo>
                  <a:pt x="768235" y="57150"/>
                </a:lnTo>
                <a:lnTo>
                  <a:pt x="768489" y="58420"/>
                </a:lnTo>
                <a:close/>
              </a:path>
              <a:path w="834390" h="278129">
                <a:moveTo>
                  <a:pt x="801268" y="82550"/>
                </a:moveTo>
                <a:lnTo>
                  <a:pt x="795604" y="77470"/>
                </a:lnTo>
                <a:lnTo>
                  <a:pt x="796099" y="77470"/>
                </a:lnTo>
                <a:lnTo>
                  <a:pt x="789736" y="72389"/>
                </a:lnTo>
                <a:lnTo>
                  <a:pt x="790155" y="72389"/>
                </a:lnTo>
                <a:lnTo>
                  <a:pt x="783170" y="67310"/>
                </a:lnTo>
                <a:lnTo>
                  <a:pt x="783539" y="67310"/>
                </a:lnTo>
                <a:lnTo>
                  <a:pt x="775982" y="62229"/>
                </a:lnTo>
                <a:lnTo>
                  <a:pt x="776287" y="62229"/>
                </a:lnTo>
                <a:lnTo>
                  <a:pt x="768235" y="57150"/>
                </a:lnTo>
                <a:lnTo>
                  <a:pt x="801662" y="57150"/>
                </a:lnTo>
                <a:lnTo>
                  <a:pt x="808481" y="62229"/>
                </a:lnTo>
                <a:lnTo>
                  <a:pt x="814603" y="68579"/>
                </a:lnTo>
                <a:lnTo>
                  <a:pt x="817511" y="71120"/>
                </a:lnTo>
                <a:lnTo>
                  <a:pt x="820165" y="74929"/>
                </a:lnTo>
                <a:lnTo>
                  <a:pt x="822629" y="78739"/>
                </a:lnTo>
                <a:lnTo>
                  <a:pt x="824890" y="81279"/>
                </a:lnTo>
                <a:lnTo>
                  <a:pt x="800861" y="81279"/>
                </a:lnTo>
                <a:lnTo>
                  <a:pt x="801268" y="82550"/>
                </a:lnTo>
                <a:close/>
              </a:path>
              <a:path w="834390" h="278129">
                <a:moveTo>
                  <a:pt x="803414" y="85089"/>
                </a:moveTo>
                <a:lnTo>
                  <a:pt x="800861" y="81279"/>
                </a:lnTo>
                <a:lnTo>
                  <a:pt x="824890" y="81279"/>
                </a:lnTo>
                <a:lnTo>
                  <a:pt x="826245" y="83820"/>
                </a:lnTo>
                <a:lnTo>
                  <a:pt x="803122" y="83820"/>
                </a:lnTo>
                <a:lnTo>
                  <a:pt x="803414" y="85089"/>
                </a:lnTo>
                <a:close/>
              </a:path>
              <a:path w="834390" h="278129">
                <a:moveTo>
                  <a:pt x="805472" y="87629"/>
                </a:moveTo>
                <a:lnTo>
                  <a:pt x="803122" y="83820"/>
                </a:lnTo>
                <a:lnTo>
                  <a:pt x="826245" y="83820"/>
                </a:lnTo>
                <a:lnTo>
                  <a:pt x="826922" y="85089"/>
                </a:lnTo>
                <a:lnTo>
                  <a:pt x="827519" y="86360"/>
                </a:lnTo>
                <a:lnTo>
                  <a:pt x="805179" y="86360"/>
                </a:lnTo>
                <a:lnTo>
                  <a:pt x="805472" y="87629"/>
                </a:lnTo>
                <a:close/>
              </a:path>
              <a:path w="834390" h="278129">
                <a:moveTo>
                  <a:pt x="812546" y="99060"/>
                </a:moveTo>
                <a:lnTo>
                  <a:pt x="811288" y="96520"/>
                </a:lnTo>
                <a:lnTo>
                  <a:pt x="811568" y="96520"/>
                </a:lnTo>
                <a:lnTo>
                  <a:pt x="810069" y="93979"/>
                </a:lnTo>
                <a:lnTo>
                  <a:pt x="810374" y="93979"/>
                </a:lnTo>
                <a:lnTo>
                  <a:pt x="808647" y="91439"/>
                </a:lnTo>
                <a:lnTo>
                  <a:pt x="808964" y="91439"/>
                </a:lnTo>
                <a:lnTo>
                  <a:pt x="807021" y="88900"/>
                </a:lnTo>
                <a:lnTo>
                  <a:pt x="807326" y="88900"/>
                </a:lnTo>
                <a:lnTo>
                  <a:pt x="805179" y="86360"/>
                </a:lnTo>
                <a:lnTo>
                  <a:pt x="827519" y="86360"/>
                </a:lnTo>
                <a:lnTo>
                  <a:pt x="828713" y="88900"/>
                </a:lnTo>
                <a:lnTo>
                  <a:pt x="830237" y="91439"/>
                </a:lnTo>
                <a:lnTo>
                  <a:pt x="831481" y="95250"/>
                </a:lnTo>
                <a:lnTo>
                  <a:pt x="832125" y="97789"/>
                </a:lnTo>
                <a:lnTo>
                  <a:pt x="812291" y="97789"/>
                </a:lnTo>
                <a:lnTo>
                  <a:pt x="812546" y="99060"/>
                </a:lnTo>
                <a:close/>
              </a:path>
              <a:path w="834390" h="278129">
                <a:moveTo>
                  <a:pt x="39674" y="93979"/>
                </a:moveTo>
                <a:lnTo>
                  <a:pt x="39928" y="92710"/>
                </a:lnTo>
                <a:lnTo>
                  <a:pt x="41321" y="92710"/>
                </a:lnTo>
                <a:lnTo>
                  <a:pt x="39674" y="93979"/>
                </a:lnTo>
                <a:close/>
              </a:path>
              <a:path w="834390" h="278129">
                <a:moveTo>
                  <a:pt x="813307" y="101600"/>
                </a:moveTo>
                <a:lnTo>
                  <a:pt x="812291" y="97789"/>
                </a:lnTo>
                <a:lnTo>
                  <a:pt x="832125" y="97789"/>
                </a:lnTo>
                <a:lnTo>
                  <a:pt x="832446" y="99060"/>
                </a:lnTo>
                <a:lnTo>
                  <a:pt x="832688" y="100329"/>
                </a:lnTo>
                <a:lnTo>
                  <a:pt x="813117" y="100329"/>
                </a:lnTo>
                <a:lnTo>
                  <a:pt x="813307" y="101600"/>
                </a:lnTo>
                <a:close/>
              </a:path>
              <a:path w="834390" h="278129">
                <a:moveTo>
                  <a:pt x="813917" y="104139"/>
                </a:moveTo>
                <a:lnTo>
                  <a:pt x="813117" y="100329"/>
                </a:lnTo>
                <a:lnTo>
                  <a:pt x="832688" y="100329"/>
                </a:lnTo>
                <a:lnTo>
                  <a:pt x="833170" y="102870"/>
                </a:lnTo>
                <a:lnTo>
                  <a:pt x="813790" y="102870"/>
                </a:lnTo>
                <a:lnTo>
                  <a:pt x="813917" y="104139"/>
                </a:lnTo>
                <a:close/>
              </a:path>
              <a:path w="834390" h="278129">
                <a:moveTo>
                  <a:pt x="834072" y="115570"/>
                </a:moveTo>
                <a:lnTo>
                  <a:pt x="815022" y="115570"/>
                </a:lnTo>
                <a:lnTo>
                  <a:pt x="815022" y="114300"/>
                </a:lnTo>
                <a:lnTo>
                  <a:pt x="814933" y="111760"/>
                </a:lnTo>
                <a:lnTo>
                  <a:pt x="814704" y="109220"/>
                </a:lnTo>
                <a:lnTo>
                  <a:pt x="814311" y="105410"/>
                </a:lnTo>
                <a:lnTo>
                  <a:pt x="813790" y="102870"/>
                </a:lnTo>
                <a:lnTo>
                  <a:pt x="833170" y="102870"/>
                </a:lnTo>
                <a:lnTo>
                  <a:pt x="833678" y="106679"/>
                </a:lnTo>
                <a:lnTo>
                  <a:pt x="833897" y="110489"/>
                </a:lnTo>
                <a:lnTo>
                  <a:pt x="834004" y="113029"/>
                </a:lnTo>
                <a:lnTo>
                  <a:pt x="834072" y="115570"/>
                </a:lnTo>
                <a:close/>
              </a:path>
              <a:path w="834390" h="278129">
                <a:moveTo>
                  <a:pt x="25666" y="106679"/>
                </a:moveTo>
                <a:lnTo>
                  <a:pt x="26161" y="105410"/>
                </a:lnTo>
                <a:lnTo>
                  <a:pt x="26699" y="105410"/>
                </a:lnTo>
                <a:lnTo>
                  <a:pt x="25666" y="106679"/>
                </a:lnTo>
                <a:close/>
              </a:path>
              <a:path w="834390" h="278129">
                <a:moveTo>
                  <a:pt x="814400" y="106679"/>
                </a:moveTo>
                <a:lnTo>
                  <a:pt x="814197" y="105410"/>
                </a:lnTo>
                <a:lnTo>
                  <a:pt x="814400" y="106679"/>
                </a:lnTo>
                <a:close/>
              </a:path>
              <a:path w="834390" h="278129">
                <a:moveTo>
                  <a:pt x="23609" y="109220"/>
                </a:moveTo>
                <a:lnTo>
                  <a:pt x="24180" y="107950"/>
                </a:lnTo>
                <a:lnTo>
                  <a:pt x="24460" y="107950"/>
                </a:lnTo>
                <a:lnTo>
                  <a:pt x="23609" y="109220"/>
                </a:lnTo>
                <a:close/>
              </a:path>
              <a:path w="834390" h="278129">
                <a:moveTo>
                  <a:pt x="22225" y="111760"/>
                </a:moveTo>
                <a:lnTo>
                  <a:pt x="22694" y="110489"/>
                </a:lnTo>
                <a:lnTo>
                  <a:pt x="22876" y="110489"/>
                </a:lnTo>
                <a:lnTo>
                  <a:pt x="22225" y="111760"/>
                </a:lnTo>
                <a:close/>
              </a:path>
              <a:path w="834390" h="278129">
                <a:moveTo>
                  <a:pt x="21196" y="114300"/>
                </a:moveTo>
                <a:lnTo>
                  <a:pt x="21501" y="113029"/>
                </a:lnTo>
                <a:lnTo>
                  <a:pt x="21695" y="113029"/>
                </a:lnTo>
                <a:lnTo>
                  <a:pt x="21196" y="114300"/>
                </a:lnTo>
                <a:close/>
              </a:path>
              <a:path w="834390" h="278129">
                <a:moveTo>
                  <a:pt x="815007" y="114935"/>
                </a:moveTo>
                <a:lnTo>
                  <a:pt x="814992" y="114300"/>
                </a:lnTo>
                <a:lnTo>
                  <a:pt x="815007" y="114935"/>
                </a:lnTo>
                <a:close/>
              </a:path>
              <a:path w="834390" h="278129">
                <a:moveTo>
                  <a:pt x="833335" y="125729"/>
                </a:moveTo>
                <a:lnTo>
                  <a:pt x="814285" y="125729"/>
                </a:lnTo>
                <a:lnTo>
                  <a:pt x="814717" y="121920"/>
                </a:lnTo>
                <a:lnTo>
                  <a:pt x="814768" y="120650"/>
                </a:lnTo>
                <a:lnTo>
                  <a:pt x="814946" y="118110"/>
                </a:lnTo>
                <a:lnTo>
                  <a:pt x="815007" y="114935"/>
                </a:lnTo>
                <a:lnTo>
                  <a:pt x="815022" y="115570"/>
                </a:lnTo>
                <a:lnTo>
                  <a:pt x="834072" y="115570"/>
                </a:lnTo>
                <a:lnTo>
                  <a:pt x="833970" y="119379"/>
                </a:lnTo>
                <a:lnTo>
                  <a:pt x="833666" y="123189"/>
                </a:lnTo>
                <a:lnTo>
                  <a:pt x="833335" y="125729"/>
                </a:lnTo>
                <a:close/>
              </a:path>
              <a:path w="834390" h="278129">
                <a:moveTo>
                  <a:pt x="20294" y="116839"/>
                </a:moveTo>
                <a:lnTo>
                  <a:pt x="20548" y="115570"/>
                </a:lnTo>
                <a:lnTo>
                  <a:pt x="20696" y="115570"/>
                </a:lnTo>
                <a:lnTo>
                  <a:pt x="20294" y="116839"/>
                </a:lnTo>
                <a:close/>
              </a:path>
              <a:path w="834390" h="278129">
                <a:moveTo>
                  <a:pt x="19634" y="119379"/>
                </a:moveTo>
                <a:lnTo>
                  <a:pt x="19824" y="118110"/>
                </a:lnTo>
                <a:lnTo>
                  <a:pt x="19634" y="119379"/>
                </a:lnTo>
                <a:close/>
              </a:path>
              <a:path w="834390" h="278129">
                <a:moveTo>
                  <a:pt x="831646" y="135889"/>
                </a:moveTo>
                <a:lnTo>
                  <a:pt x="812139" y="135889"/>
                </a:lnTo>
                <a:lnTo>
                  <a:pt x="813092" y="132079"/>
                </a:lnTo>
                <a:lnTo>
                  <a:pt x="813790" y="128270"/>
                </a:lnTo>
                <a:lnTo>
                  <a:pt x="814336" y="124460"/>
                </a:lnTo>
                <a:lnTo>
                  <a:pt x="814285" y="125729"/>
                </a:lnTo>
                <a:lnTo>
                  <a:pt x="833335" y="125729"/>
                </a:lnTo>
                <a:lnTo>
                  <a:pt x="832510" y="132079"/>
                </a:lnTo>
                <a:lnTo>
                  <a:pt x="831646" y="135889"/>
                </a:lnTo>
                <a:close/>
              </a:path>
              <a:path w="834390" h="278129">
                <a:moveTo>
                  <a:pt x="830605" y="139700"/>
                </a:moveTo>
                <a:lnTo>
                  <a:pt x="811123" y="139700"/>
                </a:lnTo>
                <a:lnTo>
                  <a:pt x="812241" y="134620"/>
                </a:lnTo>
                <a:lnTo>
                  <a:pt x="812139" y="135889"/>
                </a:lnTo>
                <a:lnTo>
                  <a:pt x="831646" y="135889"/>
                </a:lnTo>
                <a:lnTo>
                  <a:pt x="830605" y="139700"/>
                </a:lnTo>
                <a:close/>
              </a:path>
              <a:path w="834390" h="278129">
                <a:moveTo>
                  <a:pt x="22191" y="139700"/>
                </a:moveTo>
                <a:lnTo>
                  <a:pt x="21932" y="139700"/>
                </a:lnTo>
                <a:lnTo>
                  <a:pt x="21716" y="138429"/>
                </a:lnTo>
                <a:lnTo>
                  <a:pt x="22191" y="139700"/>
                </a:lnTo>
                <a:close/>
              </a:path>
              <a:path w="834390" h="278129">
                <a:moveTo>
                  <a:pt x="822807" y="161289"/>
                </a:moveTo>
                <a:lnTo>
                  <a:pt x="801674" y="161289"/>
                </a:lnTo>
                <a:lnTo>
                  <a:pt x="805687" y="153670"/>
                </a:lnTo>
                <a:lnTo>
                  <a:pt x="805408" y="153670"/>
                </a:lnTo>
                <a:lnTo>
                  <a:pt x="808786" y="146050"/>
                </a:lnTo>
                <a:lnTo>
                  <a:pt x="808608" y="146050"/>
                </a:lnTo>
                <a:lnTo>
                  <a:pt x="810056" y="142239"/>
                </a:lnTo>
                <a:lnTo>
                  <a:pt x="811225" y="138429"/>
                </a:lnTo>
                <a:lnTo>
                  <a:pt x="811123" y="139700"/>
                </a:lnTo>
                <a:lnTo>
                  <a:pt x="830605" y="139700"/>
                </a:lnTo>
                <a:lnTo>
                  <a:pt x="829398" y="144779"/>
                </a:lnTo>
                <a:lnTo>
                  <a:pt x="828001" y="148589"/>
                </a:lnTo>
                <a:lnTo>
                  <a:pt x="826414" y="153670"/>
                </a:lnTo>
                <a:lnTo>
                  <a:pt x="822807" y="161289"/>
                </a:lnTo>
                <a:close/>
              </a:path>
              <a:path w="834390" h="278129">
                <a:moveTo>
                  <a:pt x="23456" y="142239"/>
                </a:moveTo>
                <a:lnTo>
                  <a:pt x="23139" y="142239"/>
                </a:lnTo>
                <a:lnTo>
                  <a:pt x="22910" y="140970"/>
                </a:lnTo>
                <a:lnTo>
                  <a:pt x="23456" y="142239"/>
                </a:lnTo>
                <a:close/>
              </a:path>
              <a:path w="834390" h="278129">
                <a:moveTo>
                  <a:pt x="30673" y="153670"/>
                </a:moveTo>
                <a:lnTo>
                  <a:pt x="30010" y="153670"/>
                </a:lnTo>
                <a:lnTo>
                  <a:pt x="29654" y="152400"/>
                </a:lnTo>
                <a:lnTo>
                  <a:pt x="30673" y="153670"/>
                </a:lnTo>
                <a:close/>
              </a:path>
              <a:path w="834390" h="278129">
                <a:moveTo>
                  <a:pt x="819106" y="168910"/>
                </a:moveTo>
                <a:lnTo>
                  <a:pt x="797356" y="168910"/>
                </a:lnTo>
                <a:lnTo>
                  <a:pt x="801992" y="160020"/>
                </a:lnTo>
                <a:lnTo>
                  <a:pt x="801674" y="161289"/>
                </a:lnTo>
                <a:lnTo>
                  <a:pt x="822807" y="161289"/>
                </a:lnTo>
                <a:lnTo>
                  <a:pt x="819106" y="168910"/>
                </a:lnTo>
                <a:close/>
              </a:path>
              <a:path w="834390" h="278129">
                <a:moveTo>
                  <a:pt x="40949" y="165100"/>
                </a:moveTo>
                <a:lnTo>
                  <a:pt x="40093" y="165100"/>
                </a:lnTo>
                <a:lnTo>
                  <a:pt x="39662" y="163829"/>
                </a:lnTo>
                <a:lnTo>
                  <a:pt x="40949" y="165100"/>
                </a:lnTo>
                <a:close/>
              </a:path>
              <a:path w="834390" h="278129">
                <a:moveTo>
                  <a:pt x="803723" y="191770"/>
                </a:moveTo>
                <a:lnTo>
                  <a:pt x="777925" y="191770"/>
                </a:lnTo>
                <a:lnTo>
                  <a:pt x="781367" y="187960"/>
                </a:lnTo>
                <a:lnTo>
                  <a:pt x="781113" y="187960"/>
                </a:lnTo>
                <a:lnTo>
                  <a:pt x="784415" y="185420"/>
                </a:lnTo>
                <a:lnTo>
                  <a:pt x="784174" y="185420"/>
                </a:lnTo>
                <a:lnTo>
                  <a:pt x="787323" y="181610"/>
                </a:lnTo>
                <a:lnTo>
                  <a:pt x="786993" y="181610"/>
                </a:lnTo>
                <a:lnTo>
                  <a:pt x="792848" y="175260"/>
                </a:lnTo>
                <a:lnTo>
                  <a:pt x="792454" y="175260"/>
                </a:lnTo>
                <a:lnTo>
                  <a:pt x="797712" y="167639"/>
                </a:lnTo>
                <a:lnTo>
                  <a:pt x="797356" y="168910"/>
                </a:lnTo>
                <a:lnTo>
                  <a:pt x="819106" y="168910"/>
                </a:lnTo>
                <a:lnTo>
                  <a:pt x="818489" y="170179"/>
                </a:lnTo>
                <a:lnTo>
                  <a:pt x="813511" y="177800"/>
                </a:lnTo>
                <a:lnTo>
                  <a:pt x="807872" y="186689"/>
                </a:lnTo>
                <a:lnTo>
                  <a:pt x="803723" y="191770"/>
                </a:lnTo>
                <a:close/>
              </a:path>
              <a:path w="834390" h="278129">
                <a:moveTo>
                  <a:pt x="61142" y="181610"/>
                </a:moveTo>
                <a:lnTo>
                  <a:pt x="59893" y="181610"/>
                </a:lnTo>
                <a:lnTo>
                  <a:pt x="59537" y="180339"/>
                </a:lnTo>
                <a:lnTo>
                  <a:pt x="61142" y="181610"/>
                </a:lnTo>
                <a:close/>
              </a:path>
              <a:path w="834390" h="278129">
                <a:moveTo>
                  <a:pt x="783094" y="212089"/>
                </a:moveTo>
                <a:lnTo>
                  <a:pt x="747242" y="212089"/>
                </a:lnTo>
                <a:lnTo>
                  <a:pt x="752081" y="209550"/>
                </a:lnTo>
                <a:lnTo>
                  <a:pt x="751801" y="209550"/>
                </a:lnTo>
                <a:lnTo>
                  <a:pt x="756386" y="207010"/>
                </a:lnTo>
                <a:lnTo>
                  <a:pt x="756081" y="207010"/>
                </a:lnTo>
                <a:lnTo>
                  <a:pt x="760412" y="204470"/>
                </a:lnTo>
                <a:lnTo>
                  <a:pt x="760082" y="204470"/>
                </a:lnTo>
                <a:lnTo>
                  <a:pt x="764222" y="201929"/>
                </a:lnTo>
                <a:lnTo>
                  <a:pt x="763904" y="201929"/>
                </a:lnTo>
                <a:lnTo>
                  <a:pt x="767905" y="199389"/>
                </a:lnTo>
                <a:lnTo>
                  <a:pt x="767587" y="199389"/>
                </a:lnTo>
                <a:lnTo>
                  <a:pt x="771461" y="196850"/>
                </a:lnTo>
                <a:lnTo>
                  <a:pt x="771169" y="196850"/>
                </a:lnTo>
                <a:lnTo>
                  <a:pt x="774890" y="194310"/>
                </a:lnTo>
                <a:lnTo>
                  <a:pt x="774611" y="194310"/>
                </a:lnTo>
                <a:lnTo>
                  <a:pt x="778192" y="190500"/>
                </a:lnTo>
                <a:lnTo>
                  <a:pt x="777925" y="191770"/>
                </a:lnTo>
                <a:lnTo>
                  <a:pt x="803723" y="191770"/>
                </a:lnTo>
                <a:lnTo>
                  <a:pt x="787107" y="208279"/>
                </a:lnTo>
                <a:lnTo>
                  <a:pt x="783094" y="212089"/>
                </a:lnTo>
                <a:close/>
              </a:path>
              <a:path w="834390" h="278129">
                <a:moveTo>
                  <a:pt x="86058" y="196850"/>
                </a:moveTo>
                <a:lnTo>
                  <a:pt x="84099" y="196850"/>
                </a:lnTo>
                <a:lnTo>
                  <a:pt x="83692" y="195579"/>
                </a:lnTo>
                <a:lnTo>
                  <a:pt x="86058" y="196850"/>
                </a:lnTo>
                <a:close/>
              </a:path>
              <a:path w="834390" h="278129">
                <a:moveTo>
                  <a:pt x="774598" y="218439"/>
                </a:moveTo>
                <a:lnTo>
                  <a:pt x="732015" y="218439"/>
                </a:lnTo>
                <a:lnTo>
                  <a:pt x="742797" y="213360"/>
                </a:lnTo>
                <a:lnTo>
                  <a:pt x="742441" y="213360"/>
                </a:lnTo>
                <a:lnTo>
                  <a:pt x="747509" y="210820"/>
                </a:lnTo>
                <a:lnTo>
                  <a:pt x="747242" y="212089"/>
                </a:lnTo>
                <a:lnTo>
                  <a:pt x="783094" y="212089"/>
                </a:lnTo>
                <a:lnTo>
                  <a:pt x="778929" y="214629"/>
                </a:lnTo>
                <a:lnTo>
                  <a:pt x="774598" y="218439"/>
                </a:lnTo>
                <a:close/>
              </a:path>
              <a:path w="834390" h="278129">
                <a:moveTo>
                  <a:pt x="643928" y="259079"/>
                </a:moveTo>
                <a:lnTo>
                  <a:pt x="443039" y="259079"/>
                </a:lnTo>
                <a:lnTo>
                  <a:pt x="459346" y="257810"/>
                </a:lnTo>
                <a:lnTo>
                  <a:pt x="475297" y="257810"/>
                </a:lnTo>
                <a:lnTo>
                  <a:pt x="491299" y="256539"/>
                </a:lnTo>
                <a:lnTo>
                  <a:pt x="506844" y="256539"/>
                </a:lnTo>
                <a:lnTo>
                  <a:pt x="522325" y="255270"/>
                </a:lnTo>
                <a:lnTo>
                  <a:pt x="537349" y="254000"/>
                </a:lnTo>
                <a:lnTo>
                  <a:pt x="551980" y="252729"/>
                </a:lnTo>
                <a:lnTo>
                  <a:pt x="581393" y="248920"/>
                </a:lnTo>
                <a:lnTo>
                  <a:pt x="596264" y="247650"/>
                </a:lnTo>
                <a:lnTo>
                  <a:pt x="611200" y="245110"/>
                </a:lnTo>
                <a:lnTo>
                  <a:pt x="626071" y="242570"/>
                </a:lnTo>
                <a:lnTo>
                  <a:pt x="625944" y="242570"/>
                </a:lnTo>
                <a:lnTo>
                  <a:pt x="640803" y="240029"/>
                </a:lnTo>
                <a:lnTo>
                  <a:pt x="640651" y="240029"/>
                </a:lnTo>
                <a:lnTo>
                  <a:pt x="655281" y="237489"/>
                </a:lnTo>
                <a:lnTo>
                  <a:pt x="655116" y="237489"/>
                </a:lnTo>
                <a:lnTo>
                  <a:pt x="669455" y="234950"/>
                </a:lnTo>
                <a:lnTo>
                  <a:pt x="669264" y="234950"/>
                </a:lnTo>
                <a:lnTo>
                  <a:pt x="683221" y="232410"/>
                </a:lnTo>
                <a:lnTo>
                  <a:pt x="683005" y="232410"/>
                </a:lnTo>
                <a:lnTo>
                  <a:pt x="696493" y="228600"/>
                </a:lnTo>
                <a:lnTo>
                  <a:pt x="696239" y="228600"/>
                </a:lnTo>
                <a:lnTo>
                  <a:pt x="709167" y="224789"/>
                </a:lnTo>
                <a:lnTo>
                  <a:pt x="708875" y="224789"/>
                </a:lnTo>
                <a:lnTo>
                  <a:pt x="721182" y="222250"/>
                </a:lnTo>
                <a:lnTo>
                  <a:pt x="720839" y="222250"/>
                </a:lnTo>
                <a:lnTo>
                  <a:pt x="732421" y="217170"/>
                </a:lnTo>
                <a:lnTo>
                  <a:pt x="732015" y="218439"/>
                </a:lnTo>
                <a:lnTo>
                  <a:pt x="774598" y="218439"/>
                </a:lnTo>
                <a:lnTo>
                  <a:pt x="738924" y="234950"/>
                </a:lnTo>
                <a:lnTo>
                  <a:pt x="726960" y="240029"/>
                </a:lnTo>
                <a:lnTo>
                  <a:pt x="714336" y="243839"/>
                </a:lnTo>
                <a:lnTo>
                  <a:pt x="701116" y="247650"/>
                </a:lnTo>
                <a:lnTo>
                  <a:pt x="687400" y="250189"/>
                </a:lnTo>
                <a:lnTo>
                  <a:pt x="673239" y="254000"/>
                </a:lnTo>
                <a:lnTo>
                  <a:pt x="643928" y="259079"/>
                </a:lnTo>
                <a:close/>
              </a:path>
              <a:path w="834390" h="278129">
                <a:moveTo>
                  <a:pt x="443407" y="278129"/>
                </a:moveTo>
                <a:lnTo>
                  <a:pt x="393928" y="278129"/>
                </a:lnTo>
                <a:lnTo>
                  <a:pt x="377532" y="276860"/>
                </a:lnTo>
                <a:lnTo>
                  <a:pt x="459828" y="276860"/>
                </a:lnTo>
                <a:lnTo>
                  <a:pt x="443407" y="27812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48630" y="4432134"/>
            <a:ext cx="829944" cy="269240"/>
          </a:xfrm>
          <a:custGeom>
            <a:avLst/>
            <a:gdLst/>
            <a:ahLst/>
            <a:cxnLst/>
            <a:rect l="l" t="t" r="r" b="b"/>
            <a:pathLst>
              <a:path w="829945" h="269239">
                <a:moveTo>
                  <a:pt x="772864" y="99060"/>
                </a:moveTo>
                <a:lnTo>
                  <a:pt x="768305" y="99060"/>
                </a:lnTo>
                <a:lnTo>
                  <a:pt x="766159" y="97789"/>
                </a:lnTo>
                <a:lnTo>
                  <a:pt x="764266" y="96520"/>
                </a:lnTo>
                <a:lnTo>
                  <a:pt x="762742" y="95250"/>
                </a:lnTo>
                <a:lnTo>
                  <a:pt x="703446" y="8889"/>
                </a:lnTo>
                <a:lnTo>
                  <a:pt x="807586" y="0"/>
                </a:lnTo>
                <a:lnTo>
                  <a:pt x="812095" y="0"/>
                </a:lnTo>
                <a:lnTo>
                  <a:pt x="814089" y="1270"/>
                </a:lnTo>
                <a:lnTo>
                  <a:pt x="815765" y="2539"/>
                </a:lnTo>
                <a:lnTo>
                  <a:pt x="816997" y="5079"/>
                </a:lnTo>
                <a:lnTo>
                  <a:pt x="817746" y="6350"/>
                </a:lnTo>
                <a:lnTo>
                  <a:pt x="817848" y="7620"/>
                </a:lnTo>
                <a:lnTo>
                  <a:pt x="724617" y="7620"/>
                </a:lnTo>
                <a:lnTo>
                  <a:pt x="716502" y="25400"/>
                </a:lnTo>
                <a:lnTo>
                  <a:pt x="718953" y="26670"/>
                </a:lnTo>
                <a:lnTo>
                  <a:pt x="737901" y="35560"/>
                </a:lnTo>
                <a:lnTo>
                  <a:pt x="737723" y="35560"/>
                </a:lnTo>
                <a:lnTo>
                  <a:pt x="746906" y="40639"/>
                </a:lnTo>
                <a:lnTo>
                  <a:pt x="746740" y="40639"/>
                </a:lnTo>
                <a:lnTo>
                  <a:pt x="749374" y="41770"/>
                </a:lnTo>
                <a:lnTo>
                  <a:pt x="778440" y="83820"/>
                </a:lnTo>
                <a:lnTo>
                  <a:pt x="780053" y="87629"/>
                </a:lnTo>
                <a:lnTo>
                  <a:pt x="780040" y="90170"/>
                </a:lnTo>
                <a:lnTo>
                  <a:pt x="779494" y="92710"/>
                </a:lnTo>
                <a:lnTo>
                  <a:pt x="778427" y="95250"/>
                </a:lnTo>
                <a:lnTo>
                  <a:pt x="776903" y="96520"/>
                </a:lnTo>
                <a:lnTo>
                  <a:pt x="775011" y="97789"/>
                </a:lnTo>
                <a:lnTo>
                  <a:pt x="772864" y="99060"/>
                </a:lnTo>
                <a:close/>
              </a:path>
              <a:path w="829945" h="269239">
                <a:moveTo>
                  <a:pt x="721404" y="26670"/>
                </a:moveTo>
                <a:lnTo>
                  <a:pt x="718953" y="26670"/>
                </a:lnTo>
                <a:lnTo>
                  <a:pt x="716502" y="25400"/>
                </a:lnTo>
                <a:lnTo>
                  <a:pt x="724617" y="7620"/>
                </a:lnTo>
                <a:lnTo>
                  <a:pt x="727132" y="8889"/>
                </a:lnTo>
                <a:lnTo>
                  <a:pt x="731932" y="11429"/>
                </a:lnTo>
                <a:lnTo>
                  <a:pt x="728402" y="11429"/>
                </a:lnTo>
                <a:lnTo>
                  <a:pt x="721404" y="26670"/>
                </a:lnTo>
                <a:close/>
              </a:path>
              <a:path w="829945" h="269239">
                <a:moveTo>
                  <a:pt x="756199" y="23149"/>
                </a:moveTo>
                <a:lnTo>
                  <a:pt x="755681" y="22860"/>
                </a:lnTo>
                <a:lnTo>
                  <a:pt x="746334" y="19050"/>
                </a:lnTo>
                <a:lnTo>
                  <a:pt x="727132" y="8889"/>
                </a:lnTo>
                <a:lnTo>
                  <a:pt x="724617" y="7620"/>
                </a:lnTo>
                <a:lnTo>
                  <a:pt x="817848" y="7620"/>
                </a:lnTo>
                <a:lnTo>
                  <a:pt x="817949" y="8889"/>
                </a:lnTo>
                <a:lnTo>
                  <a:pt x="817594" y="11429"/>
                </a:lnTo>
                <a:lnTo>
                  <a:pt x="816717" y="13970"/>
                </a:lnTo>
                <a:lnTo>
                  <a:pt x="815346" y="15239"/>
                </a:lnTo>
                <a:lnTo>
                  <a:pt x="813581" y="16510"/>
                </a:lnTo>
                <a:lnTo>
                  <a:pt x="811510" y="17779"/>
                </a:lnTo>
                <a:lnTo>
                  <a:pt x="809275" y="17779"/>
                </a:lnTo>
                <a:lnTo>
                  <a:pt x="756199" y="23149"/>
                </a:lnTo>
                <a:close/>
              </a:path>
              <a:path w="829945" h="269239">
                <a:moveTo>
                  <a:pt x="721404" y="26670"/>
                </a:moveTo>
                <a:lnTo>
                  <a:pt x="728402" y="11429"/>
                </a:lnTo>
                <a:lnTo>
                  <a:pt x="737790" y="25012"/>
                </a:lnTo>
                <a:lnTo>
                  <a:pt x="721404" y="26670"/>
                </a:lnTo>
                <a:close/>
              </a:path>
              <a:path w="829945" h="269239">
                <a:moveTo>
                  <a:pt x="737790" y="25012"/>
                </a:moveTo>
                <a:lnTo>
                  <a:pt x="728402" y="11429"/>
                </a:lnTo>
                <a:lnTo>
                  <a:pt x="731932" y="11429"/>
                </a:lnTo>
                <a:lnTo>
                  <a:pt x="746334" y="19050"/>
                </a:lnTo>
                <a:lnTo>
                  <a:pt x="755681" y="22860"/>
                </a:lnTo>
                <a:lnTo>
                  <a:pt x="756199" y="23149"/>
                </a:lnTo>
                <a:lnTo>
                  <a:pt x="737790" y="25012"/>
                </a:lnTo>
                <a:close/>
              </a:path>
              <a:path w="829945" h="269239">
                <a:moveTo>
                  <a:pt x="778948" y="59689"/>
                </a:moveTo>
                <a:lnTo>
                  <a:pt x="771391" y="54610"/>
                </a:lnTo>
                <a:lnTo>
                  <a:pt x="771696" y="54610"/>
                </a:lnTo>
                <a:lnTo>
                  <a:pt x="763644" y="49529"/>
                </a:lnTo>
                <a:lnTo>
                  <a:pt x="763898" y="49529"/>
                </a:lnTo>
                <a:lnTo>
                  <a:pt x="755402" y="44450"/>
                </a:lnTo>
                <a:lnTo>
                  <a:pt x="755618" y="44450"/>
                </a:lnTo>
                <a:lnTo>
                  <a:pt x="749374" y="41770"/>
                </a:lnTo>
                <a:lnTo>
                  <a:pt x="737790" y="25012"/>
                </a:lnTo>
                <a:lnTo>
                  <a:pt x="756199" y="23149"/>
                </a:lnTo>
                <a:lnTo>
                  <a:pt x="789692" y="43179"/>
                </a:lnTo>
                <a:lnTo>
                  <a:pt x="797071" y="49529"/>
                </a:lnTo>
                <a:lnTo>
                  <a:pt x="803890" y="54610"/>
                </a:lnTo>
                <a:lnTo>
                  <a:pt x="807563" y="58420"/>
                </a:lnTo>
                <a:lnTo>
                  <a:pt x="778592" y="58420"/>
                </a:lnTo>
                <a:lnTo>
                  <a:pt x="778948" y="59689"/>
                </a:lnTo>
                <a:close/>
              </a:path>
              <a:path w="829945" h="269239">
                <a:moveTo>
                  <a:pt x="749374" y="41770"/>
                </a:moveTo>
                <a:lnTo>
                  <a:pt x="746740" y="40639"/>
                </a:lnTo>
                <a:lnTo>
                  <a:pt x="746906" y="40639"/>
                </a:lnTo>
                <a:lnTo>
                  <a:pt x="737723" y="35560"/>
                </a:lnTo>
                <a:lnTo>
                  <a:pt x="737901" y="35560"/>
                </a:lnTo>
                <a:lnTo>
                  <a:pt x="718839" y="26670"/>
                </a:lnTo>
                <a:lnTo>
                  <a:pt x="721404" y="26670"/>
                </a:lnTo>
                <a:lnTo>
                  <a:pt x="737790" y="25012"/>
                </a:lnTo>
                <a:lnTo>
                  <a:pt x="749374" y="41770"/>
                </a:lnTo>
                <a:close/>
              </a:path>
              <a:path w="829945" h="269239">
                <a:moveTo>
                  <a:pt x="455250" y="269239"/>
                </a:moveTo>
                <a:lnTo>
                  <a:pt x="372941" y="269239"/>
                </a:lnTo>
                <a:lnTo>
                  <a:pt x="340620" y="266700"/>
                </a:lnTo>
                <a:lnTo>
                  <a:pt x="324796" y="266700"/>
                </a:lnTo>
                <a:lnTo>
                  <a:pt x="309276" y="264160"/>
                </a:lnTo>
                <a:lnTo>
                  <a:pt x="278987" y="261620"/>
                </a:lnTo>
                <a:lnTo>
                  <a:pt x="232479" y="254000"/>
                </a:lnTo>
                <a:lnTo>
                  <a:pt x="216871" y="250189"/>
                </a:lnTo>
                <a:lnTo>
                  <a:pt x="201352" y="247650"/>
                </a:lnTo>
                <a:lnTo>
                  <a:pt x="186023" y="243839"/>
                </a:lnTo>
                <a:lnTo>
                  <a:pt x="141979" y="232410"/>
                </a:lnTo>
                <a:lnTo>
                  <a:pt x="128238" y="228600"/>
                </a:lnTo>
                <a:lnTo>
                  <a:pt x="115106" y="223520"/>
                </a:lnTo>
                <a:lnTo>
                  <a:pt x="102660" y="219710"/>
                </a:lnTo>
                <a:lnTo>
                  <a:pt x="65576" y="201929"/>
                </a:lnTo>
                <a:lnTo>
                  <a:pt x="52597" y="193039"/>
                </a:lnTo>
                <a:lnTo>
                  <a:pt x="44951" y="186689"/>
                </a:lnTo>
                <a:lnTo>
                  <a:pt x="37953" y="180339"/>
                </a:lnTo>
                <a:lnTo>
                  <a:pt x="31629" y="173989"/>
                </a:lnTo>
                <a:lnTo>
                  <a:pt x="25965" y="166370"/>
                </a:lnTo>
                <a:lnTo>
                  <a:pt x="20935" y="160020"/>
                </a:lnTo>
                <a:lnTo>
                  <a:pt x="16516" y="152400"/>
                </a:lnTo>
                <a:lnTo>
                  <a:pt x="12693" y="146050"/>
                </a:lnTo>
                <a:lnTo>
                  <a:pt x="9417" y="138429"/>
                </a:lnTo>
                <a:lnTo>
                  <a:pt x="88" y="100329"/>
                </a:lnTo>
                <a:lnTo>
                  <a:pt x="0" y="93979"/>
                </a:lnTo>
                <a:lnTo>
                  <a:pt x="82" y="92710"/>
                </a:lnTo>
                <a:lnTo>
                  <a:pt x="476" y="88900"/>
                </a:lnTo>
                <a:lnTo>
                  <a:pt x="1060" y="86360"/>
                </a:lnTo>
                <a:lnTo>
                  <a:pt x="1847" y="83820"/>
                </a:lnTo>
                <a:lnTo>
                  <a:pt x="2851" y="80010"/>
                </a:lnTo>
                <a:lnTo>
                  <a:pt x="24491" y="52070"/>
                </a:lnTo>
                <a:lnTo>
                  <a:pt x="29330" y="46989"/>
                </a:lnTo>
                <a:lnTo>
                  <a:pt x="34385" y="43179"/>
                </a:lnTo>
                <a:lnTo>
                  <a:pt x="39655" y="39370"/>
                </a:lnTo>
                <a:lnTo>
                  <a:pt x="50412" y="31750"/>
                </a:lnTo>
                <a:lnTo>
                  <a:pt x="61410" y="25400"/>
                </a:lnTo>
                <a:lnTo>
                  <a:pt x="71862" y="40639"/>
                </a:lnTo>
                <a:lnTo>
                  <a:pt x="60953" y="48260"/>
                </a:lnTo>
                <a:lnTo>
                  <a:pt x="61118" y="48260"/>
                </a:lnTo>
                <a:lnTo>
                  <a:pt x="52323" y="54610"/>
                </a:lnTo>
                <a:lnTo>
                  <a:pt x="50806" y="54610"/>
                </a:lnTo>
                <a:lnTo>
                  <a:pt x="45777" y="58420"/>
                </a:lnTo>
                <a:lnTo>
                  <a:pt x="46005" y="58420"/>
                </a:lnTo>
                <a:lnTo>
                  <a:pt x="41205" y="62229"/>
                </a:lnTo>
                <a:lnTo>
                  <a:pt x="41471" y="62229"/>
                </a:lnTo>
                <a:lnTo>
                  <a:pt x="36937" y="66039"/>
                </a:lnTo>
                <a:lnTo>
                  <a:pt x="37268" y="66039"/>
                </a:lnTo>
                <a:lnTo>
                  <a:pt x="33051" y="69850"/>
                </a:lnTo>
                <a:lnTo>
                  <a:pt x="33432" y="69850"/>
                </a:lnTo>
                <a:lnTo>
                  <a:pt x="30858" y="72389"/>
                </a:lnTo>
                <a:lnTo>
                  <a:pt x="30003" y="72389"/>
                </a:lnTo>
                <a:lnTo>
                  <a:pt x="27412" y="76200"/>
                </a:lnTo>
                <a:lnTo>
                  <a:pt x="27019" y="76200"/>
                </a:lnTo>
                <a:lnTo>
                  <a:pt x="24009" y="80010"/>
                </a:lnTo>
                <a:lnTo>
                  <a:pt x="24491" y="80010"/>
                </a:lnTo>
                <a:lnTo>
                  <a:pt x="21977" y="83820"/>
                </a:lnTo>
                <a:lnTo>
                  <a:pt x="22447" y="83820"/>
                </a:lnTo>
                <a:lnTo>
                  <a:pt x="21126" y="86360"/>
                </a:lnTo>
                <a:lnTo>
                  <a:pt x="20783" y="86360"/>
                </a:lnTo>
                <a:lnTo>
                  <a:pt x="20008" y="88900"/>
                </a:lnTo>
                <a:lnTo>
                  <a:pt x="20186" y="88900"/>
                </a:lnTo>
                <a:lnTo>
                  <a:pt x="19875" y="90170"/>
                </a:lnTo>
                <a:lnTo>
                  <a:pt x="19704" y="90170"/>
                </a:lnTo>
                <a:lnTo>
                  <a:pt x="19234" y="92710"/>
                </a:lnTo>
                <a:lnTo>
                  <a:pt x="19030" y="93979"/>
                </a:lnTo>
                <a:lnTo>
                  <a:pt x="18967" y="95250"/>
                </a:lnTo>
                <a:lnTo>
                  <a:pt x="18980" y="97789"/>
                </a:lnTo>
                <a:lnTo>
                  <a:pt x="19303" y="101600"/>
                </a:lnTo>
                <a:lnTo>
                  <a:pt x="19348" y="102870"/>
                </a:lnTo>
                <a:lnTo>
                  <a:pt x="20161" y="107950"/>
                </a:lnTo>
                <a:lnTo>
                  <a:pt x="21278" y="113029"/>
                </a:lnTo>
                <a:lnTo>
                  <a:pt x="22777" y="119379"/>
                </a:lnTo>
                <a:lnTo>
                  <a:pt x="23041" y="119379"/>
                </a:lnTo>
                <a:lnTo>
                  <a:pt x="24707" y="124460"/>
                </a:lnTo>
                <a:lnTo>
                  <a:pt x="24530" y="124460"/>
                </a:lnTo>
                <a:lnTo>
                  <a:pt x="27070" y="130810"/>
                </a:lnTo>
                <a:lnTo>
                  <a:pt x="26854" y="130810"/>
                </a:lnTo>
                <a:lnTo>
                  <a:pt x="29902" y="137160"/>
                </a:lnTo>
                <a:lnTo>
                  <a:pt x="29648" y="137160"/>
                </a:lnTo>
                <a:lnTo>
                  <a:pt x="33204" y="143510"/>
                </a:lnTo>
                <a:lnTo>
                  <a:pt x="32912" y="143510"/>
                </a:lnTo>
                <a:lnTo>
                  <a:pt x="37014" y="149860"/>
                </a:lnTo>
                <a:lnTo>
                  <a:pt x="37450" y="149860"/>
                </a:lnTo>
                <a:lnTo>
                  <a:pt x="41344" y="156210"/>
                </a:lnTo>
                <a:lnTo>
                  <a:pt x="42015" y="156210"/>
                </a:lnTo>
                <a:lnTo>
                  <a:pt x="46221" y="161289"/>
                </a:lnTo>
                <a:lnTo>
                  <a:pt x="45789" y="161289"/>
                </a:lnTo>
                <a:lnTo>
                  <a:pt x="51669" y="167639"/>
                </a:lnTo>
                <a:lnTo>
                  <a:pt x="51200" y="167639"/>
                </a:lnTo>
                <a:lnTo>
                  <a:pt x="57702" y="172720"/>
                </a:lnTo>
                <a:lnTo>
                  <a:pt x="57194" y="172720"/>
                </a:lnTo>
                <a:lnTo>
                  <a:pt x="64357" y="179070"/>
                </a:lnTo>
                <a:lnTo>
                  <a:pt x="65874" y="179070"/>
                </a:lnTo>
                <a:lnTo>
                  <a:pt x="67798" y="180339"/>
                </a:lnTo>
                <a:lnTo>
                  <a:pt x="67506" y="180339"/>
                </a:lnTo>
                <a:lnTo>
                  <a:pt x="71520" y="182879"/>
                </a:lnTo>
                <a:lnTo>
                  <a:pt x="71227" y="182879"/>
                </a:lnTo>
                <a:lnTo>
                  <a:pt x="75418" y="185420"/>
                </a:lnTo>
                <a:lnTo>
                  <a:pt x="75126" y="185420"/>
                </a:lnTo>
                <a:lnTo>
                  <a:pt x="79495" y="187960"/>
                </a:lnTo>
                <a:lnTo>
                  <a:pt x="79114" y="187960"/>
                </a:lnTo>
                <a:lnTo>
                  <a:pt x="88563" y="193039"/>
                </a:lnTo>
                <a:lnTo>
                  <a:pt x="88157" y="193039"/>
                </a:lnTo>
                <a:lnTo>
                  <a:pt x="98609" y="196850"/>
                </a:lnTo>
                <a:lnTo>
                  <a:pt x="98266" y="196850"/>
                </a:lnTo>
                <a:lnTo>
                  <a:pt x="109620" y="201929"/>
                </a:lnTo>
                <a:lnTo>
                  <a:pt x="109327" y="201929"/>
                </a:lnTo>
                <a:lnTo>
                  <a:pt x="121494" y="205739"/>
                </a:lnTo>
                <a:lnTo>
                  <a:pt x="121253" y="205739"/>
                </a:lnTo>
                <a:lnTo>
                  <a:pt x="134143" y="209550"/>
                </a:lnTo>
                <a:lnTo>
                  <a:pt x="133915" y="209550"/>
                </a:lnTo>
                <a:lnTo>
                  <a:pt x="147453" y="214629"/>
                </a:lnTo>
                <a:lnTo>
                  <a:pt x="147250" y="214629"/>
                </a:lnTo>
                <a:lnTo>
                  <a:pt x="161334" y="218439"/>
                </a:lnTo>
                <a:lnTo>
                  <a:pt x="161156" y="218439"/>
                </a:lnTo>
                <a:lnTo>
                  <a:pt x="175685" y="222250"/>
                </a:lnTo>
                <a:lnTo>
                  <a:pt x="175520" y="222250"/>
                </a:lnTo>
                <a:lnTo>
                  <a:pt x="190417" y="224789"/>
                </a:lnTo>
                <a:lnTo>
                  <a:pt x="190265" y="224789"/>
                </a:lnTo>
                <a:lnTo>
                  <a:pt x="205441" y="228600"/>
                </a:lnTo>
                <a:lnTo>
                  <a:pt x="205301" y="228600"/>
                </a:lnTo>
                <a:lnTo>
                  <a:pt x="220668" y="232410"/>
                </a:lnTo>
                <a:lnTo>
                  <a:pt x="220516" y="232410"/>
                </a:lnTo>
                <a:lnTo>
                  <a:pt x="235985" y="234950"/>
                </a:lnTo>
                <a:lnTo>
                  <a:pt x="235845" y="234950"/>
                </a:lnTo>
                <a:lnTo>
                  <a:pt x="251313" y="237489"/>
                </a:lnTo>
                <a:lnTo>
                  <a:pt x="251174" y="237489"/>
                </a:lnTo>
                <a:lnTo>
                  <a:pt x="266566" y="240029"/>
                </a:lnTo>
                <a:lnTo>
                  <a:pt x="266426" y="240029"/>
                </a:lnTo>
                <a:lnTo>
                  <a:pt x="281641" y="242570"/>
                </a:lnTo>
                <a:lnTo>
                  <a:pt x="281489" y="242570"/>
                </a:lnTo>
                <a:lnTo>
                  <a:pt x="296449" y="243839"/>
                </a:lnTo>
                <a:lnTo>
                  <a:pt x="296284" y="243839"/>
                </a:lnTo>
                <a:lnTo>
                  <a:pt x="311283" y="245110"/>
                </a:lnTo>
                <a:lnTo>
                  <a:pt x="311105" y="245110"/>
                </a:lnTo>
                <a:lnTo>
                  <a:pt x="326459" y="247650"/>
                </a:lnTo>
                <a:lnTo>
                  <a:pt x="341814" y="247650"/>
                </a:lnTo>
                <a:lnTo>
                  <a:pt x="357727" y="248920"/>
                </a:lnTo>
                <a:lnTo>
                  <a:pt x="357587" y="248920"/>
                </a:lnTo>
                <a:lnTo>
                  <a:pt x="373703" y="250189"/>
                </a:lnTo>
                <a:lnTo>
                  <a:pt x="646734" y="250189"/>
                </a:lnTo>
                <a:lnTo>
                  <a:pt x="624351" y="254000"/>
                </a:lnTo>
                <a:lnTo>
                  <a:pt x="609250" y="255270"/>
                </a:lnTo>
                <a:lnTo>
                  <a:pt x="594112" y="257810"/>
                </a:lnTo>
                <a:lnTo>
                  <a:pt x="578999" y="259079"/>
                </a:lnTo>
                <a:lnTo>
                  <a:pt x="549332" y="262889"/>
                </a:lnTo>
                <a:lnTo>
                  <a:pt x="487660" y="267970"/>
                </a:lnTo>
                <a:lnTo>
                  <a:pt x="471544" y="267970"/>
                </a:lnTo>
                <a:lnTo>
                  <a:pt x="455250" y="269239"/>
                </a:lnTo>
                <a:close/>
              </a:path>
              <a:path w="829945" h="269239">
                <a:moveTo>
                  <a:pt x="50565" y="55879"/>
                </a:moveTo>
                <a:lnTo>
                  <a:pt x="50806" y="54610"/>
                </a:lnTo>
                <a:lnTo>
                  <a:pt x="52323" y="54610"/>
                </a:lnTo>
                <a:lnTo>
                  <a:pt x="50565" y="55879"/>
                </a:lnTo>
                <a:close/>
              </a:path>
              <a:path w="829945" h="269239">
                <a:moveTo>
                  <a:pt x="785577" y="64770"/>
                </a:moveTo>
                <a:lnTo>
                  <a:pt x="778592" y="58420"/>
                </a:lnTo>
                <a:lnTo>
                  <a:pt x="807563" y="58420"/>
                </a:lnTo>
                <a:lnTo>
                  <a:pt x="810012" y="60960"/>
                </a:lnTo>
                <a:lnTo>
                  <a:pt x="812920" y="63500"/>
                </a:lnTo>
                <a:lnTo>
                  <a:pt x="785145" y="63500"/>
                </a:lnTo>
                <a:lnTo>
                  <a:pt x="785577" y="64770"/>
                </a:lnTo>
                <a:close/>
              </a:path>
              <a:path w="829945" h="269239">
                <a:moveTo>
                  <a:pt x="805783" y="86360"/>
                </a:moveTo>
                <a:lnTo>
                  <a:pt x="804068" y="83820"/>
                </a:lnTo>
                <a:lnTo>
                  <a:pt x="804373" y="83820"/>
                </a:lnTo>
                <a:lnTo>
                  <a:pt x="802430" y="81279"/>
                </a:lnTo>
                <a:lnTo>
                  <a:pt x="802735" y="81279"/>
                </a:lnTo>
                <a:lnTo>
                  <a:pt x="800588" y="78739"/>
                </a:lnTo>
                <a:lnTo>
                  <a:pt x="800893" y="78739"/>
                </a:lnTo>
                <a:lnTo>
                  <a:pt x="798531" y="76200"/>
                </a:lnTo>
                <a:lnTo>
                  <a:pt x="798823" y="76200"/>
                </a:lnTo>
                <a:lnTo>
                  <a:pt x="796270" y="73660"/>
                </a:lnTo>
                <a:lnTo>
                  <a:pt x="796677" y="73660"/>
                </a:lnTo>
                <a:lnTo>
                  <a:pt x="791013" y="68579"/>
                </a:lnTo>
                <a:lnTo>
                  <a:pt x="791508" y="68579"/>
                </a:lnTo>
                <a:lnTo>
                  <a:pt x="785145" y="63500"/>
                </a:lnTo>
                <a:lnTo>
                  <a:pt x="812920" y="63500"/>
                </a:lnTo>
                <a:lnTo>
                  <a:pt x="815574" y="67310"/>
                </a:lnTo>
                <a:lnTo>
                  <a:pt x="818038" y="69850"/>
                </a:lnTo>
                <a:lnTo>
                  <a:pt x="820299" y="73660"/>
                </a:lnTo>
                <a:lnTo>
                  <a:pt x="822331" y="76200"/>
                </a:lnTo>
                <a:lnTo>
                  <a:pt x="824122" y="80010"/>
                </a:lnTo>
                <a:lnTo>
                  <a:pt x="825646" y="83820"/>
                </a:lnTo>
                <a:lnTo>
                  <a:pt x="826060" y="85089"/>
                </a:lnTo>
                <a:lnTo>
                  <a:pt x="805478" y="85089"/>
                </a:lnTo>
                <a:lnTo>
                  <a:pt x="805783" y="86360"/>
                </a:lnTo>
                <a:close/>
              </a:path>
              <a:path w="829945" h="269239">
                <a:moveTo>
                  <a:pt x="29571" y="73660"/>
                </a:moveTo>
                <a:lnTo>
                  <a:pt x="30003" y="72389"/>
                </a:lnTo>
                <a:lnTo>
                  <a:pt x="30858" y="72389"/>
                </a:lnTo>
                <a:lnTo>
                  <a:pt x="29571" y="73660"/>
                </a:lnTo>
                <a:close/>
              </a:path>
              <a:path w="829945" h="269239">
                <a:moveTo>
                  <a:pt x="26549" y="77470"/>
                </a:moveTo>
                <a:lnTo>
                  <a:pt x="27019" y="76200"/>
                </a:lnTo>
                <a:lnTo>
                  <a:pt x="27412" y="76200"/>
                </a:lnTo>
                <a:lnTo>
                  <a:pt x="26549" y="77470"/>
                </a:lnTo>
                <a:close/>
              </a:path>
              <a:path w="829945" h="269239">
                <a:moveTo>
                  <a:pt x="806977" y="88900"/>
                </a:moveTo>
                <a:lnTo>
                  <a:pt x="805478" y="85089"/>
                </a:lnTo>
                <a:lnTo>
                  <a:pt x="826060" y="85089"/>
                </a:lnTo>
                <a:lnTo>
                  <a:pt x="826890" y="87629"/>
                </a:lnTo>
                <a:lnTo>
                  <a:pt x="806697" y="87629"/>
                </a:lnTo>
                <a:lnTo>
                  <a:pt x="806977" y="88900"/>
                </a:lnTo>
                <a:close/>
              </a:path>
              <a:path w="829945" h="269239">
                <a:moveTo>
                  <a:pt x="20466" y="87629"/>
                </a:moveTo>
                <a:lnTo>
                  <a:pt x="20783" y="86360"/>
                </a:lnTo>
                <a:lnTo>
                  <a:pt x="21126" y="86360"/>
                </a:lnTo>
                <a:lnTo>
                  <a:pt x="20466" y="87629"/>
                </a:lnTo>
                <a:close/>
              </a:path>
              <a:path w="829945" h="269239">
                <a:moveTo>
                  <a:pt x="807954" y="91439"/>
                </a:moveTo>
                <a:lnTo>
                  <a:pt x="806697" y="87629"/>
                </a:lnTo>
                <a:lnTo>
                  <a:pt x="826890" y="87629"/>
                </a:lnTo>
                <a:lnTo>
                  <a:pt x="827534" y="90170"/>
                </a:lnTo>
                <a:lnTo>
                  <a:pt x="807700" y="90170"/>
                </a:lnTo>
                <a:lnTo>
                  <a:pt x="807954" y="91439"/>
                </a:lnTo>
                <a:close/>
              </a:path>
              <a:path w="829945" h="269239">
                <a:moveTo>
                  <a:pt x="19564" y="91439"/>
                </a:moveTo>
                <a:lnTo>
                  <a:pt x="19704" y="90170"/>
                </a:lnTo>
                <a:lnTo>
                  <a:pt x="19875" y="90170"/>
                </a:lnTo>
                <a:lnTo>
                  <a:pt x="19564" y="91439"/>
                </a:lnTo>
                <a:close/>
              </a:path>
              <a:path w="829945" h="269239">
                <a:moveTo>
                  <a:pt x="828368" y="120650"/>
                </a:moveTo>
                <a:lnTo>
                  <a:pt x="809136" y="120650"/>
                </a:lnTo>
                <a:lnTo>
                  <a:pt x="809745" y="116839"/>
                </a:lnTo>
                <a:lnTo>
                  <a:pt x="810139" y="113029"/>
                </a:lnTo>
                <a:lnTo>
                  <a:pt x="810367" y="110489"/>
                </a:lnTo>
                <a:lnTo>
                  <a:pt x="810355" y="104139"/>
                </a:lnTo>
                <a:lnTo>
                  <a:pt x="810113" y="100329"/>
                </a:lnTo>
                <a:lnTo>
                  <a:pt x="809732" y="97789"/>
                </a:lnTo>
                <a:lnTo>
                  <a:pt x="809199" y="95250"/>
                </a:lnTo>
                <a:lnTo>
                  <a:pt x="808526" y="92710"/>
                </a:lnTo>
                <a:lnTo>
                  <a:pt x="808716" y="92710"/>
                </a:lnTo>
                <a:lnTo>
                  <a:pt x="807700" y="90170"/>
                </a:lnTo>
                <a:lnTo>
                  <a:pt x="827534" y="90170"/>
                </a:lnTo>
                <a:lnTo>
                  <a:pt x="827855" y="91439"/>
                </a:lnTo>
                <a:lnTo>
                  <a:pt x="828579" y="95250"/>
                </a:lnTo>
                <a:lnTo>
                  <a:pt x="829087" y="99060"/>
                </a:lnTo>
                <a:lnTo>
                  <a:pt x="829392" y="102870"/>
                </a:lnTo>
                <a:lnTo>
                  <a:pt x="829379" y="110489"/>
                </a:lnTo>
                <a:lnTo>
                  <a:pt x="829075" y="115570"/>
                </a:lnTo>
                <a:lnTo>
                  <a:pt x="828592" y="119379"/>
                </a:lnTo>
                <a:lnTo>
                  <a:pt x="828368" y="120650"/>
                </a:lnTo>
                <a:close/>
              </a:path>
              <a:path w="829945" h="269239">
                <a:moveTo>
                  <a:pt x="18979" y="96066"/>
                </a:moveTo>
                <a:lnTo>
                  <a:pt x="18967" y="95250"/>
                </a:lnTo>
                <a:lnTo>
                  <a:pt x="18979" y="96066"/>
                </a:lnTo>
                <a:close/>
              </a:path>
              <a:path w="829945" h="269239">
                <a:moveTo>
                  <a:pt x="18986" y="96520"/>
                </a:moveTo>
                <a:lnTo>
                  <a:pt x="18979" y="96066"/>
                </a:lnTo>
                <a:lnTo>
                  <a:pt x="18986" y="96520"/>
                </a:lnTo>
                <a:close/>
              </a:path>
              <a:path w="829945" h="269239">
                <a:moveTo>
                  <a:pt x="810164" y="101600"/>
                </a:moveTo>
                <a:lnTo>
                  <a:pt x="810020" y="100329"/>
                </a:lnTo>
                <a:lnTo>
                  <a:pt x="810164" y="101600"/>
                </a:lnTo>
                <a:close/>
              </a:path>
              <a:path w="829945" h="269239">
                <a:moveTo>
                  <a:pt x="23041" y="119379"/>
                </a:moveTo>
                <a:lnTo>
                  <a:pt x="22777" y="119379"/>
                </a:lnTo>
                <a:lnTo>
                  <a:pt x="22625" y="118110"/>
                </a:lnTo>
                <a:lnTo>
                  <a:pt x="23041" y="119379"/>
                </a:lnTo>
                <a:close/>
              </a:path>
              <a:path w="829945" h="269239">
                <a:moveTo>
                  <a:pt x="827703" y="124460"/>
                </a:moveTo>
                <a:lnTo>
                  <a:pt x="808424" y="124460"/>
                </a:lnTo>
                <a:lnTo>
                  <a:pt x="809212" y="119379"/>
                </a:lnTo>
                <a:lnTo>
                  <a:pt x="809136" y="120650"/>
                </a:lnTo>
                <a:lnTo>
                  <a:pt x="828368" y="120650"/>
                </a:lnTo>
                <a:lnTo>
                  <a:pt x="827703" y="124460"/>
                </a:lnTo>
                <a:close/>
              </a:path>
              <a:path w="829945" h="269239">
                <a:moveTo>
                  <a:pt x="824115" y="138429"/>
                </a:moveTo>
                <a:lnTo>
                  <a:pt x="804017" y="138429"/>
                </a:lnTo>
                <a:lnTo>
                  <a:pt x="805465" y="134620"/>
                </a:lnTo>
                <a:lnTo>
                  <a:pt x="806634" y="130810"/>
                </a:lnTo>
                <a:lnTo>
                  <a:pt x="807650" y="127000"/>
                </a:lnTo>
                <a:lnTo>
                  <a:pt x="808501" y="123189"/>
                </a:lnTo>
                <a:lnTo>
                  <a:pt x="808424" y="124460"/>
                </a:lnTo>
                <a:lnTo>
                  <a:pt x="827703" y="124460"/>
                </a:lnTo>
                <a:lnTo>
                  <a:pt x="827055" y="128270"/>
                </a:lnTo>
                <a:lnTo>
                  <a:pt x="826027" y="132079"/>
                </a:lnTo>
                <a:lnTo>
                  <a:pt x="824807" y="135889"/>
                </a:lnTo>
                <a:lnTo>
                  <a:pt x="824115" y="138429"/>
                </a:lnTo>
                <a:close/>
              </a:path>
              <a:path w="829945" h="269239">
                <a:moveTo>
                  <a:pt x="821308" y="146050"/>
                </a:moveTo>
                <a:lnTo>
                  <a:pt x="800830" y="146050"/>
                </a:lnTo>
                <a:lnTo>
                  <a:pt x="804208" y="137160"/>
                </a:lnTo>
                <a:lnTo>
                  <a:pt x="804017" y="138429"/>
                </a:lnTo>
                <a:lnTo>
                  <a:pt x="824115" y="138429"/>
                </a:lnTo>
                <a:lnTo>
                  <a:pt x="823423" y="140970"/>
                </a:lnTo>
                <a:lnTo>
                  <a:pt x="821308" y="146050"/>
                </a:lnTo>
                <a:close/>
              </a:path>
              <a:path w="829945" h="269239">
                <a:moveTo>
                  <a:pt x="810342" y="167639"/>
                </a:moveTo>
                <a:lnTo>
                  <a:pt x="787863" y="167639"/>
                </a:lnTo>
                <a:lnTo>
                  <a:pt x="793121" y="160020"/>
                </a:lnTo>
                <a:lnTo>
                  <a:pt x="792765" y="160020"/>
                </a:lnTo>
                <a:lnTo>
                  <a:pt x="797401" y="152400"/>
                </a:lnTo>
                <a:lnTo>
                  <a:pt x="797083" y="152400"/>
                </a:lnTo>
                <a:lnTo>
                  <a:pt x="801109" y="144779"/>
                </a:lnTo>
                <a:lnTo>
                  <a:pt x="800830" y="146050"/>
                </a:lnTo>
                <a:lnTo>
                  <a:pt x="821308" y="146050"/>
                </a:lnTo>
                <a:lnTo>
                  <a:pt x="818216" y="153670"/>
                </a:lnTo>
                <a:lnTo>
                  <a:pt x="813898" y="161289"/>
                </a:lnTo>
                <a:lnTo>
                  <a:pt x="810342" y="167639"/>
                </a:lnTo>
                <a:close/>
              </a:path>
              <a:path w="829945" h="269239">
                <a:moveTo>
                  <a:pt x="37450" y="149860"/>
                </a:moveTo>
                <a:lnTo>
                  <a:pt x="37014" y="149860"/>
                </a:lnTo>
                <a:lnTo>
                  <a:pt x="36671" y="148589"/>
                </a:lnTo>
                <a:lnTo>
                  <a:pt x="37450" y="149860"/>
                </a:lnTo>
                <a:close/>
              </a:path>
              <a:path w="829945" h="269239">
                <a:moveTo>
                  <a:pt x="42015" y="156210"/>
                </a:moveTo>
                <a:lnTo>
                  <a:pt x="41344" y="156210"/>
                </a:lnTo>
                <a:lnTo>
                  <a:pt x="40963" y="154939"/>
                </a:lnTo>
                <a:lnTo>
                  <a:pt x="42015" y="156210"/>
                </a:lnTo>
                <a:close/>
              </a:path>
              <a:path w="829945" h="269239">
                <a:moveTo>
                  <a:pt x="783803" y="199389"/>
                </a:moveTo>
                <a:lnTo>
                  <a:pt x="751490" y="199389"/>
                </a:lnTo>
                <a:lnTo>
                  <a:pt x="755834" y="196850"/>
                </a:lnTo>
                <a:lnTo>
                  <a:pt x="755491" y="196850"/>
                </a:lnTo>
                <a:lnTo>
                  <a:pt x="759631" y="194310"/>
                </a:lnTo>
                <a:lnTo>
                  <a:pt x="759313" y="194310"/>
                </a:lnTo>
                <a:lnTo>
                  <a:pt x="763314" y="191770"/>
                </a:lnTo>
                <a:lnTo>
                  <a:pt x="763009" y="191770"/>
                </a:lnTo>
                <a:lnTo>
                  <a:pt x="766870" y="189229"/>
                </a:lnTo>
                <a:lnTo>
                  <a:pt x="766578" y="189229"/>
                </a:lnTo>
                <a:lnTo>
                  <a:pt x="770299" y="185420"/>
                </a:lnTo>
                <a:lnTo>
                  <a:pt x="770020" y="185420"/>
                </a:lnTo>
                <a:lnTo>
                  <a:pt x="773601" y="182879"/>
                </a:lnTo>
                <a:lnTo>
                  <a:pt x="773334" y="182879"/>
                </a:lnTo>
                <a:lnTo>
                  <a:pt x="776776" y="180339"/>
                </a:lnTo>
                <a:lnTo>
                  <a:pt x="776535" y="180339"/>
                </a:lnTo>
                <a:lnTo>
                  <a:pt x="779824" y="176529"/>
                </a:lnTo>
                <a:lnTo>
                  <a:pt x="779583" y="176529"/>
                </a:lnTo>
                <a:lnTo>
                  <a:pt x="782745" y="173989"/>
                </a:lnTo>
                <a:lnTo>
                  <a:pt x="782402" y="173989"/>
                </a:lnTo>
                <a:lnTo>
                  <a:pt x="788269" y="166370"/>
                </a:lnTo>
                <a:lnTo>
                  <a:pt x="787863" y="167639"/>
                </a:lnTo>
                <a:lnTo>
                  <a:pt x="810342" y="167639"/>
                </a:lnTo>
                <a:lnTo>
                  <a:pt x="786377" y="196850"/>
                </a:lnTo>
                <a:lnTo>
                  <a:pt x="783803" y="199389"/>
                </a:lnTo>
                <a:close/>
              </a:path>
              <a:path w="829945" h="269239">
                <a:moveTo>
                  <a:pt x="65874" y="179070"/>
                </a:moveTo>
                <a:lnTo>
                  <a:pt x="64357" y="179070"/>
                </a:lnTo>
                <a:lnTo>
                  <a:pt x="63950" y="177800"/>
                </a:lnTo>
                <a:lnTo>
                  <a:pt x="65874" y="179070"/>
                </a:lnTo>
                <a:close/>
              </a:path>
              <a:path w="829945" h="269239">
                <a:moveTo>
                  <a:pt x="646734" y="250189"/>
                </a:moveTo>
                <a:lnTo>
                  <a:pt x="454640" y="250189"/>
                </a:lnTo>
                <a:lnTo>
                  <a:pt x="470820" y="248920"/>
                </a:lnTo>
                <a:lnTo>
                  <a:pt x="486594" y="248920"/>
                </a:lnTo>
                <a:lnTo>
                  <a:pt x="502367" y="247650"/>
                </a:lnTo>
                <a:lnTo>
                  <a:pt x="517734" y="246379"/>
                </a:lnTo>
                <a:lnTo>
                  <a:pt x="532771" y="245110"/>
                </a:lnTo>
                <a:lnTo>
                  <a:pt x="547401" y="243839"/>
                </a:lnTo>
                <a:lnTo>
                  <a:pt x="547262" y="243839"/>
                </a:lnTo>
                <a:lnTo>
                  <a:pt x="576814" y="241300"/>
                </a:lnTo>
                <a:lnTo>
                  <a:pt x="591686" y="238760"/>
                </a:lnTo>
                <a:lnTo>
                  <a:pt x="606609" y="236220"/>
                </a:lnTo>
                <a:lnTo>
                  <a:pt x="621480" y="234950"/>
                </a:lnTo>
                <a:lnTo>
                  <a:pt x="636212" y="232410"/>
                </a:lnTo>
                <a:lnTo>
                  <a:pt x="636060" y="232410"/>
                </a:lnTo>
                <a:lnTo>
                  <a:pt x="650703" y="229870"/>
                </a:lnTo>
                <a:lnTo>
                  <a:pt x="650538" y="229870"/>
                </a:lnTo>
                <a:lnTo>
                  <a:pt x="664864" y="227329"/>
                </a:lnTo>
                <a:lnTo>
                  <a:pt x="664673" y="227329"/>
                </a:lnTo>
                <a:lnTo>
                  <a:pt x="678630" y="223520"/>
                </a:lnTo>
                <a:lnTo>
                  <a:pt x="678414" y="223520"/>
                </a:lnTo>
                <a:lnTo>
                  <a:pt x="691902" y="220979"/>
                </a:lnTo>
                <a:lnTo>
                  <a:pt x="691648" y="220979"/>
                </a:lnTo>
                <a:lnTo>
                  <a:pt x="704589" y="217170"/>
                </a:lnTo>
                <a:lnTo>
                  <a:pt x="704284" y="217170"/>
                </a:lnTo>
                <a:lnTo>
                  <a:pt x="716591" y="213360"/>
                </a:lnTo>
                <a:lnTo>
                  <a:pt x="716248" y="213360"/>
                </a:lnTo>
                <a:lnTo>
                  <a:pt x="727830" y="209550"/>
                </a:lnTo>
                <a:lnTo>
                  <a:pt x="727424" y="209550"/>
                </a:lnTo>
                <a:lnTo>
                  <a:pt x="738206" y="205739"/>
                </a:lnTo>
                <a:lnTo>
                  <a:pt x="737863" y="205739"/>
                </a:lnTo>
                <a:lnTo>
                  <a:pt x="742918" y="203200"/>
                </a:lnTo>
                <a:lnTo>
                  <a:pt x="742664" y="203200"/>
                </a:lnTo>
                <a:lnTo>
                  <a:pt x="747490" y="200660"/>
                </a:lnTo>
                <a:lnTo>
                  <a:pt x="747210" y="200660"/>
                </a:lnTo>
                <a:lnTo>
                  <a:pt x="751795" y="198120"/>
                </a:lnTo>
                <a:lnTo>
                  <a:pt x="751490" y="199389"/>
                </a:lnTo>
                <a:lnTo>
                  <a:pt x="783803" y="199389"/>
                </a:lnTo>
                <a:lnTo>
                  <a:pt x="782516" y="200660"/>
                </a:lnTo>
                <a:lnTo>
                  <a:pt x="778503" y="203200"/>
                </a:lnTo>
                <a:lnTo>
                  <a:pt x="774338" y="207010"/>
                </a:lnTo>
                <a:lnTo>
                  <a:pt x="770007" y="209550"/>
                </a:lnTo>
                <a:lnTo>
                  <a:pt x="765536" y="212089"/>
                </a:lnTo>
                <a:lnTo>
                  <a:pt x="760876" y="215900"/>
                </a:lnTo>
                <a:lnTo>
                  <a:pt x="755986" y="218439"/>
                </a:lnTo>
                <a:lnTo>
                  <a:pt x="750881" y="220979"/>
                </a:lnTo>
                <a:lnTo>
                  <a:pt x="745509" y="222250"/>
                </a:lnTo>
                <a:lnTo>
                  <a:pt x="734333" y="227329"/>
                </a:lnTo>
                <a:lnTo>
                  <a:pt x="696537" y="238760"/>
                </a:lnTo>
                <a:lnTo>
                  <a:pt x="668648" y="245110"/>
                </a:lnTo>
                <a:lnTo>
                  <a:pt x="654132" y="248920"/>
                </a:lnTo>
                <a:lnTo>
                  <a:pt x="646734" y="25018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620325" y="1364945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2992" y="1885632"/>
            <a:ext cx="22358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实验现象分</a:t>
            </a:r>
            <a:r>
              <a:rPr dirty="0" sz="2600" spc="5" i="1">
                <a:latin typeface="华文楷体"/>
                <a:cs typeface="华文楷体"/>
              </a:rPr>
              <a:t>析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4658" y="2756661"/>
            <a:ext cx="914400" cy="57213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228600" indent="-228600">
              <a:lnSpc>
                <a:spcPts val="2160"/>
              </a:lnSpc>
              <a:spcBef>
                <a:spcPts val="45"/>
              </a:spcBef>
            </a:pPr>
            <a:r>
              <a:rPr dirty="0" sz="1800" i="1">
                <a:latin typeface="华文楷体"/>
                <a:cs typeface="华文楷体"/>
              </a:rPr>
              <a:t>磁体磁场 方向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7028" y="4134065"/>
            <a:ext cx="918836" cy="405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66971" y="276771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2" y="484697"/>
                </a:moveTo>
                <a:lnTo>
                  <a:pt x="44437" y="468368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368"/>
                </a:lnTo>
                <a:lnTo>
                  <a:pt x="53962" y="484697"/>
                </a:lnTo>
                <a:close/>
              </a:path>
              <a:path w="107950" h="522604">
                <a:moveTo>
                  <a:pt x="53962" y="522503"/>
                </a:moveTo>
                <a:lnTo>
                  <a:pt x="1282" y="432206"/>
                </a:lnTo>
                <a:lnTo>
                  <a:pt x="381" y="430098"/>
                </a:lnTo>
                <a:lnTo>
                  <a:pt x="0" y="427837"/>
                </a:lnTo>
                <a:lnTo>
                  <a:pt x="177" y="425538"/>
                </a:lnTo>
                <a:lnTo>
                  <a:pt x="10236" y="417906"/>
                </a:lnTo>
                <a:lnTo>
                  <a:pt x="12496" y="418350"/>
                </a:lnTo>
                <a:lnTo>
                  <a:pt x="44437" y="468368"/>
                </a:lnTo>
                <a:lnTo>
                  <a:pt x="44437" y="503605"/>
                </a:lnTo>
                <a:lnTo>
                  <a:pt x="64987" y="503605"/>
                </a:lnTo>
                <a:lnTo>
                  <a:pt x="53962" y="522503"/>
                </a:lnTo>
                <a:close/>
              </a:path>
              <a:path w="107950" h="522604">
                <a:moveTo>
                  <a:pt x="64987" y="503605"/>
                </a:moveTo>
                <a:lnTo>
                  <a:pt x="63487" y="503605"/>
                </a:lnTo>
                <a:lnTo>
                  <a:pt x="63487" y="468368"/>
                </a:lnTo>
                <a:lnTo>
                  <a:pt x="90182" y="422605"/>
                </a:lnTo>
                <a:lnTo>
                  <a:pt x="97688" y="417906"/>
                </a:lnTo>
                <a:lnTo>
                  <a:pt x="99987" y="418007"/>
                </a:lnTo>
                <a:lnTo>
                  <a:pt x="107924" y="427837"/>
                </a:lnTo>
                <a:lnTo>
                  <a:pt x="107556" y="430098"/>
                </a:lnTo>
                <a:lnTo>
                  <a:pt x="106641" y="432206"/>
                </a:lnTo>
                <a:lnTo>
                  <a:pt x="64987" y="503605"/>
                </a:lnTo>
                <a:close/>
              </a:path>
              <a:path w="107950" h="522604">
                <a:moveTo>
                  <a:pt x="63487" y="503605"/>
                </a:moveTo>
                <a:lnTo>
                  <a:pt x="44437" y="503605"/>
                </a:lnTo>
                <a:lnTo>
                  <a:pt x="44437" y="468368"/>
                </a:lnTo>
                <a:lnTo>
                  <a:pt x="53962" y="484697"/>
                </a:lnTo>
                <a:lnTo>
                  <a:pt x="45732" y="498805"/>
                </a:lnTo>
                <a:lnTo>
                  <a:pt x="63487" y="498805"/>
                </a:lnTo>
                <a:lnTo>
                  <a:pt x="63487" y="503605"/>
                </a:lnTo>
                <a:close/>
              </a:path>
              <a:path w="107950" h="522604">
                <a:moveTo>
                  <a:pt x="63487" y="498805"/>
                </a:moveTo>
                <a:lnTo>
                  <a:pt x="62191" y="498805"/>
                </a:lnTo>
                <a:lnTo>
                  <a:pt x="53962" y="484697"/>
                </a:lnTo>
                <a:lnTo>
                  <a:pt x="63487" y="468368"/>
                </a:lnTo>
                <a:lnTo>
                  <a:pt x="63487" y="498805"/>
                </a:lnTo>
                <a:close/>
              </a:path>
              <a:path w="107950" h="522604">
                <a:moveTo>
                  <a:pt x="62191" y="498805"/>
                </a:moveTo>
                <a:lnTo>
                  <a:pt x="45732" y="498805"/>
                </a:lnTo>
                <a:lnTo>
                  <a:pt x="53962" y="484697"/>
                </a:lnTo>
                <a:lnTo>
                  <a:pt x="62191" y="4988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1987" y="2767698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2" y="484710"/>
                </a:moveTo>
                <a:lnTo>
                  <a:pt x="44437" y="468381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381"/>
                </a:lnTo>
                <a:lnTo>
                  <a:pt x="53962" y="48471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82" y="432219"/>
                </a:lnTo>
                <a:lnTo>
                  <a:pt x="368" y="430110"/>
                </a:lnTo>
                <a:lnTo>
                  <a:pt x="0" y="427837"/>
                </a:lnTo>
                <a:lnTo>
                  <a:pt x="165" y="425551"/>
                </a:lnTo>
                <a:lnTo>
                  <a:pt x="10236" y="417918"/>
                </a:lnTo>
                <a:lnTo>
                  <a:pt x="12484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7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7" y="503618"/>
                </a:moveTo>
                <a:lnTo>
                  <a:pt x="63487" y="503618"/>
                </a:lnTo>
                <a:lnTo>
                  <a:pt x="63487" y="468381"/>
                </a:lnTo>
                <a:lnTo>
                  <a:pt x="90182" y="422617"/>
                </a:lnTo>
                <a:lnTo>
                  <a:pt x="97688" y="417918"/>
                </a:lnTo>
                <a:lnTo>
                  <a:pt x="99974" y="418020"/>
                </a:lnTo>
                <a:lnTo>
                  <a:pt x="107924" y="427837"/>
                </a:lnTo>
                <a:lnTo>
                  <a:pt x="107543" y="430110"/>
                </a:lnTo>
                <a:lnTo>
                  <a:pt x="106641" y="432219"/>
                </a:lnTo>
                <a:lnTo>
                  <a:pt x="64987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2" y="484710"/>
                </a:lnTo>
                <a:lnTo>
                  <a:pt x="45732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2" y="484710"/>
                </a:lnTo>
                <a:lnTo>
                  <a:pt x="63487" y="468381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32" y="498817"/>
                </a:lnTo>
                <a:lnTo>
                  <a:pt x="53962" y="48471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03389" y="2767698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36" y="104609"/>
                </a:moveTo>
                <a:lnTo>
                  <a:pt x="0" y="94678"/>
                </a:lnTo>
                <a:lnTo>
                  <a:pt x="380" y="92417"/>
                </a:lnTo>
                <a:lnTo>
                  <a:pt x="1295" y="90309"/>
                </a:lnTo>
                <a:lnTo>
                  <a:pt x="53962" y="0"/>
                </a:lnTo>
                <a:lnTo>
                  <a:pt x="64993" y="18910"/>
                </a:lnTo>
                <a:lnTo>
                  <a:pt x="44437" y="18910"/>
                </a:lnTo>
                <a:lnTo>
                  <a:pt x="44437" y="54147"/>
                </a:lnTo>
                <a:lnTo>
                  <a:pt x="17741" y="99910"/>
                </a:lnTo>
                <a:lnTo>
                  <a:pt x="16357" y="101739"/>
                </a:lnTo>
                <a:lnTo>
                  <a:pt x="14566" y="103187"/>
                </a:lnTo>
                <a:lnTo>
                  <a:pt x="12496" y="104152"/>
                </a:lnTo>
                <a:lnTo>
                  <a:pt x="10236" y="104609"/>
                </a:lnTo>
                <a:close/>
              </a:path>
              <a:path w="107950" h="522604">
                <a:moveTo>
                  <a:pt x="44437" y="54147"/>
                </a:moveTo>
                <a:lnTo>
                  <a:pt x="44437" y="18910"/>
                </a:lnTo>
                <a:lnTo>
                  <a:pt x="63487" y="18910"/>
                </a:lnTo>
                <a:lnTo>
                  <a:pt x="63487" y="23710"/>
                </a:lnTo>
                <a:lnTo>
                  <a:pt x="45745" y="23710"/>
                </a:lnTo>
                <a:lnTo>
                  <a:pt x="53968" y="37807"/>
                </a:lnTo>
                <a:lnTo>
                  <a:pt x="44437" y="54147"/>
                </a:lnTo>
                <a:close/>
              </a:path>
              <a:path w="107950" h="522604">
                <a:moveTo>
                  <a:pt x="97688" y="104609"/>
                </a:moveTo>
                <a:lnTo>
                  <a:pt x="63500" y="54147"/>
                </a:lnTo>
                <a:lnTo>
                  <a:pt x="63487" y="18910"/>
                </a:lnTo>
                <a:lnTo>
                  <a:pt x="64993" y="18910"/>
                </a:lnTo>
                <a:lnTo>
                  <a:pt x="106641" y="90309"/>
                </a:lnTo>
                <a:lnTo>
                  <a:pt x="107556" y="92417"/>
                </a:lnTo>
                <a:lnTo>
                  <a:pt x="107937" y="94678"/>
                </a:lnTo>
                <a:lnTo>
                  <a:pt x="107759" y="96977"/>
                </a:lnTo>
                <a:lnTo>
                  <a:pt x="97688" y="104609"/>
                </a:lnTo>
                <a:close/>
              </a:path>
              <a:path w="107950" h="522604">
                <a:moveTo>
                  <a:pt x="53968" y="37807"/>
                </a:moveTo>
                <a:lnTo>
                  <a:pt x="45745" y="23710"/>
                </a:lnTo>
                <a:lnTo>
                  <a:pt x="62191" y="23710"/>
                </a:lnTo>
                <a:lnTo>
                  <a:pt x="53968" y="37807"/>
                </a:lnTo>
                <a:close/>
              </a:path>
              <a:path w="107950" h="522604">
                <a:moveTo>
                  <a:pt x="63487" y="54125"/>
                </a:moveTo>
                <a:lnTo>
                  <a:pt x="53968" y="37807"/>
                </a:lnTo>
                <a:lnTo>
                  <a:pt x="62191" y="23710"/>
                </a:lnTo>
                <a:lnTo>
                  <a:pt x="63487" y="23710"/>
                </a:lnTo>
                <a:lnTo>
                  <a:pt x="63487" y="54125"/>
                </a:lnTo>
                <a:close/>
              </a:path>
              <a:path w="107950" h="522604">
                <a:moveTo>
                  <a:pt x="63487" y="522516"/>
                </a:moveTo>
                <a:lnTo>
                  <a:pt x="44437" y="522516"/>
                </a:lnTo>
                <a:lnTo>
                  <a:pt x="44450" y="54125"/>
                </a:lnTo>
                <a:lnTo>
                  <a:pt x="53968" y="37807"/>
                </a:lnTo>
                <a:lnTo>
                  <a:pt x="63487" y="54125"/>
                </a:lnTo>
                <a:lnTo>
                  <a:pt x="63487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21255" y="2767698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48" y="104609"/>
                </a:moveTo>
                <a:lnTo>
                  <a:pt x="0" y="94678"/>
                </a:lnTo>
                <a:lnTo>
                  <a:pt x="381" y="92417"/>
                </a:lnTo>
                <a:lnTo>
                  <a:pt x="1295" y="90309"/>
                </a:lnTo>
                <a:lnTo>
                  <a:pt x="53975" y="0"/>
                </a:lnTo>
                <a:lnTo>
                  <a:pt x="65003" y="18910"/>
                </a:lnTo>
                <a:lnTo>
                  <a:pt x="44450" y="18910"/>
                </a:lnTo>
                <a:lnTo>
                  <a:pt x="44437" y="54147"/>
                </a:lnTo>
                <a:lnTo>
                  <a:pt x="17741" y="99910"/>
                </a:lnTo>
                <a:lnTo>
                  <a:pt x="16357" y="101739"/>
                </a:lnTo>
                <a:lnTo>
                  <a:pt x="14579" y="103187"/>
                </a:lnTo>
                <a:lnTo>
                  <a:pt x="12496" y="104152"/>
                </a:lnTo>
                <a:lnTo>
                  <a:pt x="10248" y="104609"/>
                </a:lnTo>
                <a:close/>
              </a:path>
              <a:path w="107950" h="522604">
                <a:moveTo>
                  <a:pt x="44450" y="54125"/>
                </a:moveTo>
                <a:lnTo>
                  <a:pt x="44450" y="18910"/>
                </a:lnTo>
                <a:lnTo>
                  <a:pt x="63500" y="18910"/>
                </a:lnTo>
                <a:lnTo>
                  <a:pt x="63500" y="23710"/>
                </a:lnTo>
                <a:lnTo>
                  <a:pt x="45745" y="23710"/>
                </a:lnTo>
                <a:lnTo>
                  <a:pt x="53968" y="37807"/>
                </a:lnTo>
                <a:lnTo>
                  <a:pt x="44450" y="54125"/>
                </a:lnTo>
                <a:close/>
              </a:path>
              <a:path w="107950" h="522604">
                <a:moveTo>
                  <a:pt x="97701" y="104609"/>
                </a:moveTo>
                <a:lnTo>
                  <a:pt x="63500" y="54147"/>
                </a:lnTo>
                <a:lnTo>
                  <a:pt x="63500" y="18910"/>
                </a:lnTo>
                <a:lnTo>
                  <a:pt x="65003" y="18910"/>
                </a:lnTo>
                <a:lnTo>
                  <a:pt x="106641" y="90309"/>
                </a:lnTo>
                <a:lnTo>
                  <a:pt x="107556" y="92417"/>
                </a:lnTo>
                <a:lnTo>
                  <a:pt x="107937" y="94678"/>
                </a:lnTo>
                <a:lnTo>
                  <a:pt x="107759" y="96977"/>
                </a:lnTo>
                <a:lnTo>
                  <a:pt x="97701" y="104609"/>
                </a:lnTo>
                <a:close/>
              </a:path>
              <a:path w="107950" h="522604">
                <a:moveTo>
                  <a:pt x="53968" y="37807"/>
                </a:moveTo>
                <a:lnTo>
                  <a:pt x="45745" y="23710"/>
                </a:lnTo>
                <a:lnTo>
                  <a:pt x="62191" y="23710"/>
                </a:lnTo>
                <a:lnTo>
                  <a:pt x="53968" y="37807"/>
                </a:lnTo>
                <a:close/>
              </a:path>
              <a:path w="107950" h="522604">
                <a:moveTo>
                  <a:pt x="63500" y="54147"/>
                </a:moveTo>
                <a:lnTo>
                  <a:pt x="53968" y="37807"/>
                </a:lnTo>
                <a:lnTo>
                  <a:pt x="62191" y="23710"/>
                </a:lnTo>
                <a:lnTo>
                  <a:pt x="63500" y="23710"/>
                </a:lnTo>
                <a:lnTo>
                  <a:pt x="63500" y="54147"/>
                </a:lnTo>
                <a:close/>
              </a:path>
              <a:path w="107950" h="522604">
                <a:moveTo>
                  <a:pt x="63500" y="522516"/>
                </a:moveTo>
                <a:lnTo>
                  <a:pt x="44450" y="522516"/>
                </a:lnTo>
                <a:lnTo>
                  <a:pt x="44450" y="54125"/>
                </a:lnTo>
                <a:lnTo>
                  <a:pt x="53968" y="37807"/>
                </a:lnTo>
                <a:lnTo>
                  <a:pt x="63487" y="54125"/>
                </a:lnTo>
                <a:lnTo>
                  <a:pt x="63500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28678" y="4134065"/>
            <a:ext cx="918837" cy="405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89775" y="4134065"/>
            <a:ext cx="918837" cy="405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91321" y="4134065"/>
            <a:ext cx="918827" cy="4051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25458" y="4673091"/>
            <a:ext cx="914400" cy="57213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ts val="2160"/>
              </a:lnSpc>
              <a:spcBef>
                <a:spcPts val="45"/>
              </a:spcBef>
            </a:pPr>
            <a:r>
              <a:rPr dirty="0" sz="1800" i="1">
                <a:latin typeface="华文楷体"/>
                <a:cs typeface="华文楷体"/>
              </a:rPr>
              <a:t>感应电流 磁场方向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8594" y="470808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2" y="484710"/>
                </a:moveTo>
                <a:lnTo>
                  <a:pt x="44437" y="468381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381"/>
                </a:lnTo>
                <a:lnTo>
                  <a:pt x="53962" y="48471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82" y="432206"/>
                </a:lnTo>
                <a:lnTo>
                  <a:pt x="381" y="430098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96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5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5" y="503618"/>
                </a:moveTo>
                <a:lnTo>
                  <a:pt x="63487" y="503618"/>
                </a:lnTo>
                <a:lnTo>
                  <a:pt x="63487" y="468381"/>
                </a:lnTo>
                <a:lnTo>
                  <a:pt x="90182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37" y="427837"/>
                </a:lnTo>
                <a:lnTo>
                  <a:pt x="107556" y="430098"/>
                </a:lnTo>
                <a:lnTo>
                  <a:pt x="106641" y="432206"/>
                </a:lnTo>
                <a:lnTo>
                  <a:pt x="64985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2" y="484710"/>
                </a:lnTo>
                <a:lnTo>
                  <a:pt x="45732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2" y="484710"/>
                </a:lnTo>
                <a:lnTo>
                  <a:pt x="63487" y="468381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32" y="498817"/>
                </a:lnTo>
                <a:lnTo>
                  <a:pt x="53962" y="48471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73511" y="470808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48" y="104597"/>
                </a:moveTo>
                <a:lnTo>
                  <a:pt x="0" y="94678"/>
                </a:lnTo>
                <a:lnTo>
                  <a:pt x="381" y="92417"/>
                </a:lnTo>
                <a:lnTo>
                  <a:pt x="1295" y="90309"/>
                </a:lnTo>
                <a:lnTo>
                  <a:pt x="53975" y="0"/>
                </a:lnTo>
                <a:lnTo>
                  <a:pt x="65003" y="18910"/>
                </a:lnTo>
                <a:lnTo>
                  <a:pt x="44450" y="18910"/>
                </a:lnTo>
                <a:lnTo>
                  <a:pt x="44437" y="54147"/>
                </a:lnTo>
                <a:lnTo>
                  <a:pt x="17741" y="99910"/>
                </a:lnTo>
                <a:lnTo>
                  <a:pt x="16357" y="101739"/>
                </a:lnTo>
                <a:lnTo>
                  <a:pt x="14579" y="103174"/>
                </a:lnTo>
                <a:lnTo>
                  <a:pt x="12496" y="104152"/>
                </a:lnTo>
                <a:lnTo>
                  <a:pt x="10248" y="104597"/>
                </a:lnTo>
                <a:close/>
              </a:path>
              <a:path w="107950" h="522604">
                <a:moveTo>
                  <a:pt x="44450" y="54125"/>
                </a:moveTo>
                <a:lnTo>
                  <a:pt x="44450" y="18910"/>
                </a:lnTo>
                <a:lnTo>
                  <a:pt x="63500" y="18910"/>
                </a:lnTo>
                <a:lnTo>
                  <a:pt x="63500" y="23710"/>
                </a:lnTo>
                <a:lnTo>
                  <a:pt x="45745" y="23710"/>
                </a:lnTo>
                <a:lnTo>
                  <a:pt x="53968" y="37807"/>
                </a:lnTo>
                <a:lnTo>
                  <a:pt x="44450" y="54125"/>
                </a:lnTo>
                <a:close/>
              </a:path>
              <a:path w="107950" h="522604">
                <a:moveTo>
                  <a:pt x="97701" y="104597"/>
                </a:moveTo>
                <a:lnTo>
                  <a:pt x="63500" y="54147"/>
                </a:lnTo>
                <a:lnTo>
                  <a:pt x="63500" y="18910"/>
                </a:lnTo>
                <a:lnTo>
                  <a:pt x="65003" y="18910"/>
                </a:lnTo>
                <a:lnTo>
                  <a:pt x="106641" y="90309"/>
                </a:lnTo>
                <a:lnTo>
                  <a:pt x="107556" y="92417"/>
                </a:lnTo>
                <a:lnTo>
                  <a:pt x="107937" y="94678"/>
                </a:lnTo>
                <a:lnTo>
                  <a:pt x="107759" y="96964"/>
                </a:lnTo>
                <a:lnTo>
                  <a:pt x="97701" y="104597"/>
                </a:lnTo>
                <a:close/>
              </a:path>
              <a:path w="107950" h="522604">
                <a:moveTo>
                  <a:pt x="53968" y="37807"/>
                </a:moveTo>
                <a:lnTo>
                  <a:pt x="45745" y="23710"/>
                </a:lnTo>
                <a:lnTo>
                  <a:pt x="62191" y="23710"/>
                </a:lnTo>
                <a:lnTo>
                  <a:pt x="53968" y="37807"/>
                </a:lnTo>
                <a:close/>
              </a:path>
              <a:path w="107950" h="522604">
                <a:moveTo>
                  <a:pt x="63500" y="54147"/>
                </a:moveTo>
                <a:lnTo>
                  <a:pt x="53968" y="37807"/>
                </a:lnTo>
                <a:lnTo>
                  <a:pt x="62191" y="23710"/>
                </a:lnTo>
                <a:lnTo>
                  <a:pt x="63500" y="23710"/>
                </a:lnTo>
                <a:lnTo>
                  <a:pt x="63500" y="54147"/>
                </a:lnTo>
                <a:close/>
              </a:path>
              <a:path w="107950" h="522604">
                <a:moveTo>
                  <a:pt x="63500" y="522516"/>
                </a:moveTo>
                <a:lnTo>
                  <a:pt x="44450" y="522516"/>
                </a:lnTo>
                <a:lnTo>
                  <a:pt x="44450" y="54125"/>
                </a:lnTo>
                <a:lnTo>
                  <a:pt x="53968" y="37807"/>
                </a:lnTo>
                <a:lnTo>
                  <a:pt x="63487" y="54125"/>
                </a:lnTo>
                <a:lnTo>
                  <a:pt x="63500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794737" y="4699914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10236" y="104609"/>
                </a:moveTo>
                <a:lnTo>
                  <a:pt x="0" y="94678"/>
                </a:lnTo>
                <a:lnTo>
                  <a:pt x="380" y="92417"/>
                </a:lnTo>
                <a:lnTo>
                  <a:pt x="1282" y="90309"/>
                </a:lnTo>
                <a:lnTo>
                  <a:pt x="53962" y="0"/>
                </a:lnTo>
                <a:lnTo>
                  <a:pt x="64993" y="18910"/>
                </a:lnTo>
                <a:lnTo>
                  <a:pt x="44437" y="18910"/>
                </a:lnTo>
                <a:lnTo>
                  <a:pt x="44437" y="54147"/>
                </a:lnTo>
                <a:lnTo>
                  <a:pt x="17741" y="99910"/>
                </a:lnTo>
                <a:lnTo>
                  <a:pt x="16357" y="101739"/>
                </a:lnTo>
                <a:lnTo>
                  <a:pt x="14566" y="103187"/>
                </a:lnTo>
                <a:lnTo>
                  <a:pt x="12484" y="104152"/>
                </a:lnTo>
                <a:lnTo>
                  <a:pt x="10236" y="104609"/>
                </a:lnTo>
                <a:close/>
              </a:path>
              <a:path w="107950" h="522604">
                <a:moveTo>
                  <a:pt x="44437" y="54147"/>
                </a:moveTo>
                <a:lnTo>
                  <a:pt x="44437" y="18910"/>
                </a:lnTo>
                <a:lnTo>
                  <a:pt x="63487" y="18910"/>
                </a:lnTo>
                <a:lnTo>
                  <a:pt x="63487" y="23710"/>
                </a:lnTo>
                <a:lnTo>
                  <a:pt x="45732" y="23710"/>
                </a:lnTo>
                <a:lnTo>
                  <a:pt x="53962" y="37818"/>
                </a:lnTo>
                <a:lnTo>
                  <a:pt x="44437" y="54147"/>
                </a:lnTo>
                <a:close/>
              </a:path>
              <a:path w="107950" h="522604">
                <a:moveTo>
                  <a:pt x="97688" y="104609"/>
                </a:moveTo>
                <a:lnTo>
                  <a:pt x="63487" y="54147"/>
                </a:lnTo>
                <a:lnTo>
                  <a:pt x="63487" y="18910"/>
                </a:lnTo>
                <a:lnTo>
                  <a:pt x="64993" y="18910"/>
                </a:lnTo>
                <a:lnTo>
                  <a:pt x="106641" y="90309"/>
                </a:lnTo>
                <a:lnTo>
                  <a:pt x="107556" y="92417"/>
                </a:lnTo>
                <a:lnTo>
                  <a:pt x="107924" y="94678"/>
                </a:lnTo>
                <a:lnTo>
                  <a:pt x="107759" y="96977"/>
                </a:lnTo>
                <a:lnTo>
                  <a:pt x="97688" y="104609"/>
                </a:lnTo>
                <a:close/>
              </a:path>
              <a:path w="107950" h="522604">
                <a:moveTo>
                  <a:pt x="53962" y="37818"/>
                </a:moveTo>
                <a:lnTo>
                  <a:pt x="45732" y="23710"/>
                </a:lnTo>
                <a:lnTo>
                  <a:pt x="62191" y="23710"/>
                </a:lnTo>
                <a:lnTo>
                  <a:pt x="53962" y="37818"/>
                </a:lnTo>
                <a:close/>
              </a:path>
              <a:path w="107950" h="522604">
                <a:moveTo>
                  <a:pt x="63487" y="54147"/>
                </a:moveTo>
                <a:lnTo>
                  <a:pt x="53962" y="37818"/>
                </a:lnTo>
                <a:lnTo>
                  <a:pt x="62191" y="23710"/>
                </a:lnTo>
                <a:lnTo>
                  <a:pt x="63487" y="23710"/>
                </a:lnTo>
                <a:lnTo>
                  <a:pt x="63487" y="54147"/>
                </a:lnTo>
                <a:close/>
              </a:path>
              <a:path w="107950" h="522604">
                <a:moveTo>
                  <a:pt x="63487" y="522516"/>
                </a:moveTo>
                <a:lnTo>
                  <a:pt x="44437" y="522516"/>
                </a:lnTo>
                <a:lnTo>
                  <a:pt x="44437" y="54147"/>
                </a:lnTo>
                <a:lnTo>
                  <a:pt x="53962" y="37818"/>
                </a:lnTo>
                <a:lnTo>
                  <a:pt x="63487" y="54147"/>
                </a:lnTo>
                <a:lnTo>
                  <a:pt x="63487" y="522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11555" y="4708080"/>
            <a:ext cx="107950" cy="522605"/>
          </a:xfrm>
          <a:custGeom>
            <a:avLst/>
            <a:gdLst/>
            <a:ahLst/>
            <a:cxnLst/>
            <a:rect l="l" t="t" r="r" b="b"/>
            <a:pathLst>
              <a:path w="107950" h="522604">
                <a:moveTo>
                  <a:pt x="53968" y="484720"/>
                </a:moveTo>
                <a:lnTo>
                  <a:pt x="44450" y="468403"/>
                </a:lnTo>
                <a:lnTo>
                  <a:pt x="44437" y="0"/>
                </a:lnTo>
                <a:lnTo>
                  <a:pt x="63487" y="0"/>
                </a:lnTo>
                <a:lnTo>
                  <a:pt x="63487" y="468403"/>
                </a:lnTo>
                <a:lnTo>
                  <a:pt x="53968" y="484720"/>
                </a:lnTo>
                <a:close/>
              </a:path>
              <a:path w="107950" h="522604">
                <a:moveTo>
                  <a:pt x="53962" y="522516"/>
                </a:moveTo>
                <a:lnTo>
                  <a:pt x="1295" y="432219"/>
                </a:lnTo>
                <a:lnTo>
                  <a:pt x="381" y="430110"/>
                </a:lnTo>
                <a:lnTo>
                  <a:pt x="0" y="427837"/>
                </a:lnTo>
                <a:lnTo>
                  <a:pt x="177" y="425551"/>
                </a:lnTo>
                <a:lnTo>
                  <a:pt x="10236" y="417918"/>
                </a:lnTo>
                <a:lnTo>
                  <a:pt x="12496" y="418363"/>
                </a:lnTo>
                <a:lnTo>
                  <a:pt x="44437" y="468381"/>
                </a:lnTo>
                <a:lnTo>
                  <a:pt x="44437" y="503618"/>
                </a:lnTo>
                <a:lnTo>
                  <a:pt x="64987" y="503618"/>
                </a:lnTo>
                <a:lnTo>
                  <a:pt x="53962" y="522516"/>
                </a:lnTo>
                <a:close/>
              </a:path>
              <a:path w="107950" h="522604">
                <a:moveTo>
                  <a:pt x="64987" y="503618"/>
                </a:moveTo>
                <a:lnTo>
                  <a:pt x="63487" y="503618"/>
                </a:lnTo>
                <a:lnTo>
                  <a:pt x="63500" y="468381"/>
                </a:lnTo>
                <a:lnTo>
                  <a:pt x="90195" y="422617"/>
                </a:lnTo>
                <a:lnTo>
                  <a:pt x="97688" y="417918"/>
                </a:lnTo>
                <a:lnTo>
                  <a:pt x="99987" y="418020"/>
                </a:lnTo>
                <a:lnTo>
                  <a:pt x="107937" y="427837"/>
                </a:lnTo>
                <a:lnTo>
                  <a:pt x="107556" y="430110"/>
                </a:lnTo>
                <a:lnTo>
                  <a:pt x="106641" y="432219"/>
                </a:lnTo>
                <a:lnTo>
                  <a:pt x="64987" y="503618"/>
                </a:lnTo>
                <a:close/>
              </a:path>
              <a:path w="107950" h="522604">
                <a:moveTo>
                  <a:pt x="63487" y="503618"/>
                </a:moveTo>
                <a:lnTo>
                  <a:pt x="44437" y="503618"/>
                </a:lnTo>
                <a:lnTo>
                  <a:pt x="44437" y="468381"/>
                </a:lnTo>
                <a:lnTo>
                  <a:pt x="53968" y="484720"/>
                </a:lnTo>
                <a:lnTo>
                  <a:pt x="45745" y="498817"/>
                </a:lnTo>
                <a:lnTo>
                  <a:pt x="63487" y="498817"/>
                </a:lnTo>
                <a:lnTo>
                  <a:pt x="63487" y="503618"/>
                </a:lnTo>
                <a:close/>
              </a:path>
              <a:path w="107950" h="522604">
                <a:moveTo>
                  <a:pt x="63487" y="498817"/>
                </a:moveTo>
                <a:lnTo>
                  <a:pt x="62191" y="498817"/>
                </a:lnTo>
                <a:lnTo>
                  <a:pt x="53968" y="484720"/>
                </a:lnTo>
                <a:lnTo>
                  <a:pt x="63487" y="468403"/>
                </a:lnTo>
                <a:lnTo>
                  <a:pt x="63487" y="498817"/>
                </a:lnTo>
                <a:close/>
              </a:path>
              <a:path w="107950" h="522604">
                <a:moveTo>
                  <a:pt x="62191" y="498817"/>
                </a:moveTo>
                <a:lnTo>
                  <a:pt x="45745" y="498817"/>
                </a:lnTo>
                <a:lnTo>
                  <a:pt x="53968" y="484720"/>
                </a:lnTo>
                <a:lnTo>
                  <a:pt x="62191" y="4988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34421" y="5351907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华文楷体"/>
                <a:cs typeface="华文楷体"/>
              </a:rPr>
              <a:t>“增反”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62419" y="5351602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华文楷体"/>
                <a:cs typeface="华文楷体"/>
              </a:rPr>
              <a:t>“增反”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09298" y="5348427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华文楷体"/>
                <a:cs typeface="华文楷体"/>
              </a:rPr>
              <a:t>“减同”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81225" y="5356059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华文楷体"/>
                <a:cs typeface="华文楷体"/>
              </a:rPr>
              <a:t>“减同”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80132" y="2798064"/>
            <a:ext cx="1012190" cy="524510"/>
          </a:xfrm>
          <a:custGeom>
            <a:avLst/>
            <a:gdLst/>
            <a:ahLst/>
            <a:cxnLst/>
            <a:rect l="l" t="t" r="r" b="b"/>
            <a:pathLst>
              <a:path w="1012189" h="524510">
                <a:moveTo>
                  <a:pt x="0" y="0"/>
                </a:moveTo>
                <a:lnTo>
                  <a:pt x="1011936" y="0"/>
                </a:lnTo>
                <a:lnTo>
                  <a:pt x="1011936" y="524256"/>
                </a:lnTo>
                <a:lnTo>
                  <a:pt x="0" y="524256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75394" y="2793860"/>
            <a:ext cx="1022350" cy="532765"/>
          </a:xfrm>
          <a:custGeom>
            <a:avLst/>
            <a:gdLst/>
            <a:ahLst/>
            <a:cxnLst/>
            <a:rect l="l" t="t" r="r" b="b"/>
            <a:pathLst>
              <a:path w="1022350" h="532764">
                <a:moveTo>
                  <a:pt x="1017130" y="532739"/>
                </a:moveTo>
                <a:lnTo>
                  <a:pt x="4762" y="532739"/>
                </a:lnTo>
                <a:lnTo>
                  <a:pt x="3289" y="532510"/>
                </a:lnTo>
                <a:lnTo>
                  <a:pt x="1955" y="531837"/>
                </a:lnTo>
                <a:lnTo>
                  <a:pt x="901" y="530783"/>
                </a:lnTo>
                <a:lnTo>
                  <a:pt x="228" y="529450"/>
                </a:lnTo>
                <a:lnTo>
                  <a:pt x="0" y="527977"/>
                </a:lnTo>
                <a:lnTo>
                  <a:pt x="0" y="4762"/>
                </a:lnTo>
                <a:lnTo>
                  <a:pt x="4762" y="0"/>
                </a:lnTo>
                <a:lnTo>
                  <a:pt x="1017130" y="0"/>
                </a:lnTo>
                <a:lnTo>
                  <a:pt x="1021892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523214"/>
                </a:lnTo>
                <a:lnTo>
                  <a:pt x="4762" y="523214"/>
                </a:lnTo>
                <a:lnTo>
                  <a:pt x="9525" y="527977"/>
                </a:lnTo>
                <a:lnTo>
                  <a:pt x="1021892" y="527977"/>
                </a:lnTo>
                <a:lnTo>
                  <a:pt x="1021664" y="529450"/>
                </a:lnTo>
                <a:lnTo>
                  <a:pt x="1020978" y="530783"/>
                </a:lnTo>
                <a:lnTo>
                  <a:pt x="1019924" y="531837"/>
                </a:lnTo>
                <a:lnTo>
                  <a:pt x="1018603" y="532510"/>
                </a:lnTo>
                <a:lnTo>
                  <a:pt x="1017130" y="532739"/>
                </a:lnTo>
                <a:close/>
              </a:path>
              <a:path w="1022350" h="532764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022350" h="532764">
                <a:moveTo>
                  <a:pt x="1012367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012367" y="4762"/>
                </a:lnTo>
                <a:lnTo>
                  <a:pt x="1012367" y="9524"/>
                </a:lnTo>
                <a:close/>
              </a:path>
              <a:path w="1022350" h="532764">
                <a:moveTo>
                  <a:pt x="1012367" y="527977"/>
                </a:moveTo>
                <a:lnTo>
                  <a:pt x="1012367" y="4762"/>
                </a:lnTo>
                <a:lnTo>
                  <a:pt x="1017130" y="9524"/>
                </a:lnTo>
                <a:lnTo>
                  <a:pt x="1021892" y="9524"/>
                </a:lnTo>
                <a:lnTo>
                  <a:pt x="1021892" y="523214"/>
                </a:lnTo>
                <a:lnTo>
                  <a:pt x="1017130" y="523214"/>
                </a:lnTo>
                <a:lnTo>
                  <a:pt x="1012367" y="527977"/>
                </a:lnTo>
                <a:close/>
              </a:path>
              <a:path w="1022350" h="532764">
                <a:moveTo>
                  <a:pt x="1021892" y="9524"/>
                </a:moveTo>
                <a:lnTo>
                  <a:pt x="1017130" y="9524"/>
                </a:lnTo>
                <a:lnTo>
                  <a:pt x="1012367" y="4762"/>
                </a:lnTo>
                <a:lnTo>
                  <a:pt x="1021892" y="4762"/>
                </a:lnTo>
                <a:lnTo>
                  <a:pt x="1021892" y="9524"/>
                </a:lnTo>
                <a:close/>
              </a:path>
              <a:path w="1022350" h="532764">
                <a:moveTo>
                  <a:pt x="9525" y="527977"/>
                </a:moveTo>
                <a:lnTo>
                  <a:pt x="4762" y="523214"/>
                </a:lnTo>
                <a:lnTo>
                  <a:pt x="9525" y="523214"/>
                </a:lnTo>
                <a:lnTo>
                  <a:pt x="9525" y="527977"/>
                </a:lnTo>
                <a:close/>
              </a:path>
              <a:path w="1022350" h="532764">
                <a:moveTo>
                  <a:pt x="1012367" y="527977"/>
                </a:moveTo>
                <a:lnTo>
                  <a:pt x="9525" y="527977"/>
                </a:lnTo>
                <a:lnTo>
                  <a:pt x="9525" y="523214"/>
                </a:lnTo>
                <a:lnTo>
                  <a:pt x="1012367" y="523214"/>
                </a:lnTo>
                <a:lnTo>
                  <a:pt x="1012367" y="527977"/>
                </a:lnTo>
                <a:close/>
              </a:path>
              <a:path w="1022350" h="532764">
                <a:moveTo>
                  <a:pt x="1021892" y="527977"/>
                </a:moveTo>
                <a:lnTo>
                  <a:pt x="1012367" y="527977"/>
                </a:lnTo>
                <a:lnTo>
                  <a:pt x="1017130" y="523214"/>
                </a:lnTo>
                <a:lnTo>
                  <a:pt x="1021892" y="523214"/>
                </a:lnTo>
                <a:lnTo>
                  <a:pt x="1021892" y="52797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84704" y="4698491"/>
            <a:ext cx="1012190" cy="524510"/>
          </a:xfrm>
          <a:custGeom>
            <a:avLst/>
            <a:gdLst/>
            <a:ahLst/>
            <a:cxnLst/>
            <a:rect l="l" t="t" r="r" b="b"/>
            <a:pathLst>
              <a:path w="1012189" h="524510">
                <a:moveTo>
                  <a:pt x="0" y="0"/>
                </a:moveTo>
                <a:lnTo>
                  <a:pt x="1011936" y="0"/>
                </a:lnTo>
                <a:lnTo>
                  <a:pt x="1011936" y="524256"/>
                </a:lnTo>
                <a:lnTo>
                  <a:pt x="0" y="524256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79497" y="4694453"/>
            <a:ext cx="1022350" cy="532765"/>
          </a:xfrm>
          <a:custGeom>
            <a:avLst/>
            <a:gdLst/>
            <a:ahLst/>
            <a:cxnLst/>
            <a:rect l="l" t="t" r="r" b="b"/>
            <a:pathLst>
              <a:path w="1022350" h="532764">
                <a:moveTo>
                  <a:pt x="1017142" y="532739"/>
                </a:moveTo>
                <a:lnTo>
                  <a:pt x="4762" y="532739"/>
                </a:lnTo>
                <a:lnTo>
                  <a:pt x="3289" y="532511"/>
                </a:lnTo>
                <a:lnTo>
                  <a:pt x="1968" y="531837"/>
                </a:lnTo>
                <a:lnTo>
                  <a:pt x="914" y="530783"/>
                </a:lnTo>
                <a:lnTo>
                  <a:pt x="241" y="529450"/>
                </a:lnTo>
                <a:lnTo>
                  <a:pt x="0" y="527977"/>
                </a:lnTo>
                <a:lnTo>
                  <a:pt x="0" y="4762"/>
                </a:lnTo>
                <a:lnTo>
                  <a:pt x="4762" y="0"/>
                </a:lnTo>
                <a:lnTo>
                  <a:pt x="1017142" y="0"/>
                </a:lnTo>
                <a:lnTo>
                  <a:pt x="10219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23214"/>
                </a:lnTo>
                <a:lnTo>
                  <a:pt x="4762" y="523214"/>
                </a:lnTo>
                <a:lnTo>
                  <a:pt x="9525" y="527977"/>
                </a:lnTo>
                <a:lnTo>
                  <a:pt x="1021905" y="527977"/>
                </a:lnTo>
                <a:lnTo>
                  <a:pt x="1021664" y="529450"/>
                </a:lnTo>
                <a:lnTo>
                  <a:pt x="1020991" y="530783"/>
                </a:lnTo>
                <a:lnTo>
                  <a:pt x="1019937" y="531837"/>
                </a:lnTo>
                <a:lnTo>
                  <a:pt x="1018603" y="532511"/>
                </a:lnTo>
                <a:lnTo>
                  <a:pt x="1017142" y="532739"/>
                </a:lnTo>
                <a:close/>
              </a:path>
              <a:path w="1022350" h="53276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22350" h="532764">
                <a:moveTo>
                  <a:pt x="101238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12380" y="4762"/>
                </a:lnTo>
                <a:lnTo>
                  <a:pt x="1012380" y="9525"/>
                </a:lnTo>
                <a:close/>
              </a:path>
              <a:path w="1022350" h="532764">
                <a:moveTo>
                  <a:pt x="1012380" y="527977"/>
                </a:moveTo>
                <a:lnTo>
                  <a:pt x="1012380" y="4762"/>
                </a:lnTo>
                <a:lnTo>
                  <a:pt x="1017142" y="9525"/>
                </a:lnTo>
                <a:lnTo>
                  <a:pt x="1021905" y="9525"/>
                </a:lnTo>
                <a:lnTo>
                  <a:pt x="1021905" y="523214"/>
                </a:lnTo>
                <a:lnTo>
                  <a:pt x="1017142" y="523214"/>
                </a:lnTo>
                <a:lnTo>
                  <a:pt x="1012380" y="527977"/>
                </a:lnTo>
                <a:close/>
              </a:path>
              <a:path w="1022350" h="532764">
                <a:moveTo>
                  <a:pt x="1021905" y="9525"/>
                </a:moveTo>
                <a:lnTo>
                  <a:pt x="1017142" y="9525"/>
                </a:lnTo>
                <a:lnTo>
                  <a:pt x="1012380" y="4762"/>
                </a:lnTo>
                <a:lnTo>
                  <a:pt x="1021905" y="4762"/>
                </a:lnTo>
                <a:lnTo>
                  <a:pt x="1021905" y="9525"/>
                </a:lnTo>
                <a:close/>
              </a:path>
              <a:path w="1022350" h="532764">
                <a:moveTo>
                  <a:pt x="9525" y="527977"/>
                </a:moveTo>
                <a:lnTo>
                  <a:pt x="4762" y="523214"/>
                </a:lnTo>
                <a:lnTo>
                  <a:pt x="9525" y="523214"/>
                </a:lnTo>
                <a:lnTo>
                  <a:pt x="9525" y="527977"/>
                </a:lnTo>
                <a:close/>
              </a:path>
              <a:path w="1022350" h="532764">
                <a:moveTo>
                  <a:pt x="1012380" y="527977"/>
                </a:moveTo>
                <a:lnTo>
                  <a:pt x="9525" y="527977"/>
                </a:lnTo>
                <a:lnTo>
                  <a:pt x="9525" y="523214"/>
                </a:lnTo>
                <a:lnTo>
                  <a:pt x="1012380" y="523214"/>
                </a:lnTo>
                <a:lnTo>
                  <a:pt x="1012380" y="527977"/>
                </a:lnTo>
                <a:close/>
              </a:path>
              <a:path w="1022350" h="532764">
                <a:moveTo>
                  <a:pt x="1021905" y="527977"/>
                </a:moveTo>
                <a:lnTo>
                  <a:pt x="1012380" y="527977"/>
                </a:lnTo>
                <a:lnTo>
                  <a:pt x="1017142" y="523214"/>
                </a:lnTo>
                <a:lnTo>
                  <a:pt x="1021905" y="523214"/>
                </a:lnTo>
                <a:lnTo>
                  <a:pt x="1021905" y="52797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2483688" y="2362301"/>
          <a:ext cx="6995159" cy="293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/>
                <a:gridCol w="1452880"/>
                <a:gridCol w="1502409"/>
                <a:gridCol w="1420494"/>
                <a:gridCol w="1416050"/>
              </a:tblGrid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800" spc="-5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baseline="-16975" sz="2700" spc="37" i="1">
                          <a:latin typeface="华文楷体"/>
                          <a:cs typeface="华文楷体"/>
                        </a:rPr>
                        <a:t>原</a:t>
                      </a:r>
                      <a:endParaRPr baseline="-16975" sz="2700">
                        <a:latin typeface="华文楷体"/>
                        <a:cs typeface="华文楷体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93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93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93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93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marL="362585" marR="128270" indent="-2286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磁通量的 变化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增大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减小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362585" marR="128270" indent="-2286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感应电流 方向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5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baseline="-16975" sz="2700" spc="37" i="1">
                          <a:latin typeface="华文楷体"/>
                          <a:cs typeface="华文楷体"/>
                        </a:rPr>
                        <a:t>感</a:t>
                      </a:r>
                      <a:endParaRPr baseline="-16975" sz="2700">
                        <a:latin typeface="华文楷体"/>
                        <a:cs typeface="华文楷体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4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7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向下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7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800" i="1">
                          <a:latin typeface="华文楷体"/>
                          <a:cs typeface="华文楷体"/>
                        </a:rPr>
                        <a:t>向上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B="0" marT="157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73718" y="5298935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华文楷体"/>
                <a:cs typeface="华文楷体"/>
              </a:rPr>
              <a:t>“阻碍”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620325" y="1351699"/>
            <a:ext cx="497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一、影响感应电流方向的因素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3644" y="1944090"/>
            <a:ext cx="7581265" cy="148018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800" spc="-5" b="1" i="1">
                <a:latin typeface="华文楷体"/>
                <a:cs typeface="华文楷体"/>
              </a:rPr>
              <a:t>1</a:t>
            </a:r>
            <a:r>
              <a:rPr dirty="0" sz="2800" b="1" i="1">
                <a:latin typeface="华文楷体"/>
                <a:cs typeface="华文楷体"/>
              </a:rPr>
              <a:t>、楞次定律的内</a:t>
            </a:r>
            <a:r>
              <a:rPr dirty="0" sz="2800" spc="-10" b="1" i="1">
                <a:latin typeface="华文楷体"/>
                <a:cs typeface="华文楷体"/>
              </a:rPr>
              <a:t>容</a:t>
            </a:r>
            <a:endParaRPr sz="2800">
              <a:latin typeface="华文楷体"/>
              <a:cs typeface="华文楷体"/>
            </a:endParaRPr>
          </a:p>
          <a:p>
            <a:pPr marL="12700" marR="5080" indent="444500">
              <a:lnSpc>
                <a:spcPts val="3329"/>
              </a:lnSpc>
              <a:spcBef>
                <a:spcPts val="795"/>
              </a:spcBef>
            </a:pPr>
            <a:r>
              <a:rPr dirty="0" sz="2800" i="1">
                <a:latin typeface="华文楷体"/>
                <a:cs typeface="华文楷体"/>
              </a:rPr>
              <a:t>感应电流具有这样的方向，即感应电流的磁</a:t>
            </a:r>
            <a:r>
              <a:rPr dirty="0" sz="2800" spc="-5" i="1">
                <a:latin typeface="华文楷体"/>
                <a:cs typeface="华文楷体"/>
              </a:rPr>
              <a:t>场 </a:t>
            </a:r>
            <a:r>
              <a:rPr dirty="0" sz="2800" i="1">
                <a:latin typeface="华文楷体"/>
                <a:cs typeface="华文楷体"/>
              </a:rPr>
              <a:t>总是要</a:t>
            </a:r>
            <a:r>
              <a:rPr dirty="0" sz="3200" i="1">
                <a:solidFill>
                  <a:srgbClr val="FF0000"/>
                </a:solidFill>
                <a:latin typeface="华文楷体"/>
                <a:cs typeface="华文楷体"/>
              </a:rPr>
              <a:t>阻碍</a:t>
            </a:r>
            <a:r>
              <a:rPr dirty="0" sz="2800" i="1">
                <a:latin typeface="华文楷体"/>
                <a:cs typeface="华文楷体"/>
              </a:rPr>
              <a:t>引起感应电流的磁通量的变化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08054" y="141795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  <p:sp>
        <p:nvSpPr>
          <p:cNvPr id="4" name="object 4"/>
          <p:cNvSpPr/>
          <p:nvPr/>
        </p:nvSpPr>
        <p:spPr>
          <a:xfrm>
            <a:off x="2418143" y="3526370"/>
            <a:ext cx="1947722" cy="228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58360" y="3709987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11185" y="3709987"/>
            <a:ext cx="1208405" cy="581025"/>
          </a:xfrm>
          <a:custGeom>
            <a:avLst/>
            <a:gdLst/>
            <a:ahLst/>
            <a:cxnLst/>
            <a:rect l="l" t="t" r="r" b="b"/>
            <a:pathLst>
              <a:path w="1208404" h="581025">
                <a:moveTo>
                  <a:pt x="1208316" y="581025"/>
                </a:moveTo>
                <a:lnTo>
                  <a:pt x="0" y="581025"/>
                </a:lnTo>
                <a:lnTo>
                  <a:pt x="0" y="0"/>
                </a:lnTo>
                <a:lnTo>
                  <a:pt x="1208316" y="0"/>
                </a:lnTo>
                <a:lnTo>
                  <a:pt x="120831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208316" y="576262"/>
                </a:lnTo>
                <a:lnTo>
                  <a:pt x="1208316" y="581025"/>
                </a:lnTo>
                <a:close/>
              </a:path>
              <a:path w="1208404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08404" h="581025">
                <a:moveTo>
                  <a:pt x="119879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8791" y="4762"/>
                </a:lnTo>
                <a:lnTo>
                  <a:pt x="1198791" y="9525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1198791" y="4762"/>
                </a:lnTo>
                <a:lnTo>
                  <a:pt x="1203553" y="9525"/>
                </a:lnTo>
                <a:lnTo>
                  <a:pt x="1208316" y="9525"/>
                </a:lnTo>
                <a:lnTo>
                  <a:pt x="1208316" y="571500"/>
                </a:lnTo>
                <a:lnTo>
                  <a:pt x="1203553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9525"/>
                </a:moveTo>
                <a:lnTo>
                  <a:pt x="1203553" y="9525"/>
                </a:lnTo>
                <a:lnTo>
                  <a:pt x="1198791" y="4762"/>
                </a:lnTo>
                <a:lnTo>
                  <a:pt x="1208316" y="4762"/>
                </a:lnTo>
                <a:lnTo>
                  <a:pt x="1208316" y="9525"/>
                </a:lnTo>
                <a:close/>
              </a:path>
              <a:path w="1208404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198791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576262"/>
                </a:moveTo>
                <a:lnTo>
                  <a:pt x="1198791" y="576262"/>
                </a:lnTo>
                <a:lnTo>
                  <a:pt x="1203553" y="571500"/>
                </a:lnTo>
                <a:lnTo>
                  <a:pt x="1208316" y="571500"/>
                </a:lnTo>
                <a:lnTo>
                  <a:pt x="1208316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44852" y="382397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75590" y="3949737"/>
            <a:ext cx="1740535" cy="101600"/>
          </a:xfrm>
          <a:custGeom>
            <a:avLst/>
            <a:gdLst/>
            <a:ahLst/>
            <a:cxnLst/>
            <a:rect l="l" t="t" r="r" b="b"/>
            <a:pathLst>
              <a:path w="1740534" h="101600">
                <a:moveTo>
                  <a:pt x="1715153" y="50761"/>
                </a:moveTo>
                <a:lnTo>
                  <a:pt x="1648358" y="11798"/>
                </a:lnTo>
                <a:lnTo>
                  <a:pt x="1646821" y="10541"/>
                </a:lnTo>
                <a:lnTo>
                  <a:pt x="1645742" y="8864"/>
                </a:lnTo>
                <a:lnTo>
                  <a:pt x="1645234" y="6946"/>
                </a:lnTo>
                <a:lnTo>
                  <a:pt x="1645348" y="4965"/>
                </a:lnTo>
                <a:lnTo>
                  <a:pt x="1646072" y="3111"/>
                </a:lnTo>
                <a:lnTo>
                  <a:pt x="1647329" y="1574"/>
                </a:lnTo>
                <a:lnTo>
                  <a:pt x="1648993" y="495"/>
                </a:lnTo>
                <a:lnTo>
                  <a:pt x="1650923" y="0"/>
                </a:lnTo>
                <a:lnTo>
                  <a:pt x="1652904" y="101"/>
                </a:lnTo>
                <a:lnTo>
                  <a:pt x="1654759" y="825"/>
                </a:lnTo>
                <a:lnTo>
                  <a:pt x="1729472" y="44411"/>
                </a:lnTo>
                <a:lnTo>
                  <a:pt x="1727758" y="44411"/>
                </a:lnTo>
                <a:lnTo>
                  <a:pt x="1727758" y="45275"/>
                </a:lnTo>
                <a:lnTo>
                  <a:pt x="1724558" y="45275"/>
                </a:lnTo>
                <a:lnTo>
                  <a:pt x="1715153" y="50761"/>
                </a:lnTo>
                <a:close/>
              </a:path>
              <a:path w="1740534" h="101600">
                <a:moveTo>
                  <a:pt x="1704267" y="57111"/>
                </a:moveTo>
                <a:lnTo>
                  <a:pt x="0" y="57111"/>
                </a:lnTo>
                <a:lnTo>
                  <a:pt x="0" y="44411"/>
                </a:lnTo>
                <a:lnTo>
                  <a:pt x="1704267" y="44411"/>
                </a:lnTo>
                <a:lnTo>
                  <a:pt x="1715153" y="50761"/>
                </a:lnTo>
                <a:lnTo>
                  <a:pt x="1704267" y="57111"/>
                </a:lnTo>
                <a:close/>
              </a:path>
              <a:path w="1740534" h="101600">
                <a:moveTo>
                  <a:pt x="1729472" y="57111"/>
                </a:moveTo>
                <a:lnTo>
                  <a:pt x="1727758" y="57111"/>
                </a:lnTo>
                <a:lnTo>
                  <a:pt x="1727758" y="44411"/>
                </a:lnTo>
                <a:lnTo>
                  <a:pt x="1729472" y="44411"/>
                </a:lnTo>
                <a:lnTo>
                  <a:pt x="1740357" y="50761"/>
                </a:lnTo>
                <a:lnTo>
                  <a:pt x="1729472" y="57111"/>
                </a:lnTo>
                <a:close/>
              </a:path>
              <a:path w="1740534" h="101600">
                <a:moveTo>
                  <a:pt x="1724558" y="56248"/>
                </a:moveTo>
                <a:lnTo>
                  <a:pt x="1715153" y="50761"/>
                </a:lnTo>
                <a:lnTo>
                  <a:pt x="1724558" y="45275"/>
                </a:lnTo>
                <a:lnTo>
                  <a:pt x="1724558" y="56248"/>
                </a:lnTo>
                <a:close/>
              </a:path>
              <a:path w="1740534" h="101600">
                <a:moveTo>
                  <a:pt x="1727758" y="56248"/>
                </a:moveTo>
                <a:lnTo>
                  <a:pt x="1724558" y="56248"/>
                </a:lnTo>
                <a:lnTo>
                  <a:pt x="1724558" y="45275"/>
                </a:lnTo>
                <a:lnTo>
                  <a:pt x="1727758" y="45275"/>
                </a:lnTo>
                <a:lnTo>
                  <a:pt x="1727758" y="56248"/>
                </a:lnTo>
                <a:close/>
              </a:path>
              <a:path w="1740534" h="101600">
                <a:moveTo>
                  <a:pt x="1650923" y="101523"/>
                </a:moveTo>
                <a:lnTo>
                  <a:pt x="1645234" y="94576"/>
                </a:lnTo>
                <a:lnTo>
                  <a:pt x="1645742" y="92659"/>
                </a:lnTo>
                <a:lnTo>
                  <a:pt x="1646821" y="90982"/>
                </a:lnTo>
                <a:lnTo>
                  <a:pt x="1648358" y="89725"/>
                </a:lnTo>
                <a:lnTo>
                  <a:pt x="1715153" y="50761"/>
                </a:lnTo>
                <a:lnTo>
                  <a:pt x="1724558" y="56248"/>
                </a:lnTo>
                <a:lnTo>
                  <a:pt x="1727758" y="56248"/>
                </a:lnTo>
                <a:lnTo>
                  <a:pt x="1727758" y="57111"/>
                </a:lnTo>
                <a:lnTo>
                  <a:pt x="1729472" y="57111"/>
                </a:lnTo>
                <a:lnTo>
                  <a:pt x="1654759" y="100698"/>
                </a:lnTo>
                <a:lnTo>
                  <a:pt x="1652904" y="101422"/>
                </a:lnTo>
                <a:lnTo>
                  <a:pt x="1650923" y="10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37387" y="3637521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6467" y="3687445"/>
            <a:ext cx="1625600" cy="126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闭合导体回路原 磁通量的变化</a:t>
            </a:r>
            <a:endParaRPr sz="1800">
              <a:latin typeface="华文楷体"/>
              <a:cs typeface="华文楷体"/>
            </a:endParaRPr>
          </a:p>
          <a:p>
            <a:pPr marL="535305" marR="853440">
              <a:lnSpc>
                <a:spcPct val="100000"/>
              </a:lnSpc>
              <a:spcBef>
                <a:spcPts val="1140"/>
              </a:spcBef>
            </a:pPr>
            <a:r>
              <a:rPr dirty="0" sz="1800" i="1">
                <a:latin typeface="华文楷体"/>
                <a:cs typeface="华文楷体"/>
              </a:rPr>
              <a:t>阻 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8594" y="4278083"/>
            <a:ext cx="3307079" cy="749300"/>
          </a:xfrm>
          <a:custGeom>
            <a:avLst/>
            <a:gdLst/>
            <a:ahLst/>
            <a:cxnLst/>
            <a:rect l="l" t="t" r="r" b="b"/>
            <a:pathLst>
              <a:path w="3307079" h="749300">
                <a:moveTo>
                  <a:pt x="6946" y="95122"/>
                </a:moveTo>
                <a:lnTo>
                  <a:pt x="0" y="89433"/>
                </a:lnTo>
                <a:lnTo>
                  <a:pt x="114" y="87452"/>
                </a:lnTo>
                <a:lnTo>
                  <a:pt x="825" y="85597"/>
                </a:lnTo>
                <a:lnTo>
                  <a:pt x="50761" y="0"/>
                </a:lnTo>
                <a:lnTo>
                  <a:pt x="58111" y="12598"/>
                </a:lnTo>
                <a:lnTo>
                  <a:pt x="44411" y="12598"/>
                </a:lnTo>
                <a:lnTo>
                  <a:pt x="44411" y="36089"/>
                </a:lnTo>
                <a:lnTo>
                  <a:pt x="11798" y="91998"/>
                </a:lnTo>
                <a:lnTo>
                  <a:pt x="10540" y="93535"/>
                </a:lnTo>
                <a:lnTo>
                  <a:pt x="8877" y="94614"/>
                </a:lnTo>
                <a:lnTo>
                  <a:pt x="6946" y="95122"/>
                </a:lnTo>
                <a:close/>
              </a:path>
              <a:path w="3307079" h="749300">
                <a:moveTo>
                  <a:pt x="44411" y="36089"/>
                </a:moveTo>
                <a:lnTo>
                  <a:pt x="44411" y="12598"/>
                </a:lnTo>
                <a:lnTo>
                  <a:pt x="57111" y="12598"/>
                </a:lnTo>
                <a:lnTo>
                  <a:pt x="57111" y="15798"/>
                </a:lnTo>
                <a:lnTo>
                  <a:pt x="45275" y="15798"/>
                </a:lnTo>
                <a:lnTo>
                  <a:pt x="50761" y="25204"/>
                </a:lnTo>
                <a:lnTo>
                  <a:pt x="44411" y="36089"/>
                </a:lnTo>
                <a:close/>
              </a:path>
              <a:path w="3307079" h="749300">
                <a:moveTo>
                  <a:pt x="94576" y="95122"/>
                </a:moveTo>
                <a:lnTo>
                  <a:pt x="92659" y="94614"/>
                </a:lnTo>
                <a:lnTo>
                  <a:pt x="90982" y="93535"/>
                </a:lnTo>
                <a:lnTo>
                  <a:pt x="89725" y="91998"/>
                </a:lnTo>
                <a:lnTo>
                  <a:pt x="57111" y="36089"/>
                </a:lnTo>
                <a:lnTo>
                  <a:pt x="57111" y="12598"/>
                </a:lnTo>
                <a:lnTo>
                  <a:pt x="58111" y="12598"/>
                </a:lnTo>
                <a:lnTo>
                  <a:pt x="100698" y="85597"/>
                </a:lnTo>
                <a:lnTo>
                  <a:pt x="101422" y="87452"/>
                </a:lnTo>
                <a:lnTo>
                  <a:pt x="101536" y="89433"/>
                </a:lnTo>
                <a:lnTo>
                  <a:pt x="101028" y="91351"/>
                </a:lnTo>
                <a:lnTo>
                  <a:pt x="99949" y="93027"/>
                </a:lnTo>
                <a:lnTo>
                  <a:pt x="98412" y="94284"/>
                </a:lnTo>
                <a:lnTo>
                  <a:pt x="96558" y="95008"/>
                </a:lnTo>
                <a:lnTo>
                  <a:pt x="94576" y="95122"/>
                </a:lnTo>
                <a:close/>
              </a:path>
              <a:path w="3307079" h="749300">
                <a:moveTo>
                  <a:pt x="50761" y="25204"/>
                </a:moveTo>
                <a:lnTo>
                  <a:pt x="45275" y="15798"/>
                </a:lnTo>
                <a:lnTo>
                  <a:pt x="56248" y="15798"/>
                </a:lnTo>
                <a:lnTo>
                  <a:pt x="50761" y="25204"/>
                </a:lnTo>
                <a:close/>
              </a:path>
              <a:path w="3307079" h="749300">
                <a:moveTo>
                  <a:pt x="57111" y="36089"/>
                </a:moveTo>
                <a:lnTo>
                  <a:pt x="50761" y="25204"/>
                </a:lnTo>
                <a:lnTo>
                  <a:pt x="56248" y="15798"/>
                </a:lnTo>
                <a:lnTo>
                  <a:pt x="57111" y="15798"/>
                </a:lnTo>
                <a:lnTo>
                  <a:pt x="57111" y="36089"/>
                </a:lnTo>
                <a:close/>
              </a:path>
              <a:path w="3307079" h="749300">
                <a:moveTo>
                  <a:pt x="3293795" y="742950"/>
                </a:moveTo>
                <a:lnTo>
                  <a:pt x="3293795" y="16319"/>
                </a:lnTo>
                <a:lnTo>
                  <a:pt x="3306495" y="16319"/>
                </a:lnTo>
                <a:lnTo>
                  <a:pt x="3306495" y="736600"/>
                </a:lnTo>
                <a:lnTo>
                  <a:pt x="3300145" y="736600"/>
                </a:lnTo>
                <a:lnTo>
                  <a:pt x="3293795" y="742950"/>
                </a:lnTo>
                <a:close/>
              </a:path>
              <a:path w="3307079" h="749300">
                <a:moveTo>
                  <a:pt x="3306495" y="749300"/>
                </a:moveTo>
                <a:lnTo>
                  <a:pt x="44411" y="749300"/>
                </a:lnTo>
                <a:lnTo>
                  <a:pt x="44411" y="36089"/>
                </a:lnTo>
                <a:lnTo>
                  <a:pt x="50761" y="25204"/>
                </a:lnTo>
                <a:lnTo>
                  <a:pt x="57111" y="36089"/>
                </a:lnTo>
                <a:lnTo>
                  <a:pt x="57111" y="736600"/>
                </a:lnTo>
                <a:lnTo>
                  <a:pt x="50761" y="736600"/>
                </a:lnTo>
                <a:lnTo>
                  <a:pt x="57111" y="742950"/>
                </a:lnTo>
                <a:lnTo>
                  <a:pt x="3306495" y="742950"/>
                </a:lnTo>
                <a:lnTo>
                  <a:pt x="3306495" y="749300"/>
                </a:lnTo>
                <a:close/>
              </a:path>
              <a:path w="3307079" h="749300">
                <a:moveTo>
                  <a:pt x="57111" y="742950"/>
                </a:moveTo>
                <a:lnTo>
                  <a:pt x="50761" y="736600"/>
                </a:lnTo>
                <a:lnTo>
                  <a:pt x="57111" y="736600"/>
                </a:lnTo>
                <a:lnTo>
                  <a:pt x="57111" y="742950"/>
                </a:lnTo>
                <a:close/>
              </a:path>
              <a:path w="3307079" h="749300">
                <a:moveTo>
                  <a:pt x="3293795" y="742950"/>
                </a:moveTo>
                <a:lnTo>
                  <a:pt x="57111" y="742950"/>
                </a:lnTo>
                <a:lnTo>
                  <a:pt x="57111" y="736600"/>
                </a:lnTo>
                <a:lnTo>
                  <a:pt x="3293795" y="736600"/>
                </a:lnTo>
                <a:lnTo>
                  <a:pt x="3293795" y="742950"/>
                </a:lnTo>
                <a:close/>
              </a:path>
              <a:path w="3307079" h="749300">
                <a:moveTo>
                  <a:pt x="3306495" y="742950"/>
                </a:moveTo>
                <a:lnTo>
                  <a:pt x="3293795" y="742950"/>
                </a:lnTo>
                <a:lnTo>
                  <a:pt x="3300145" y="736600"/>
                </a:lnTo>
                <a:lnTo>
                  <a:pt x="3306495" y="736600"/>
                </a:lnTo>
                <a:lnTo>
                  <a:pt x="3306495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82519" y="4400905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 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20028" y="4696967"/>
            <a:ext cx="1813560" cy="571500"/>
          </a:xfrm>
          <a:custGeom>
            <a:avLst/>
            <a:gdLst/>
            <a:ahLst/>
            <a:cxnLst/>
            <a:rect l="l" t="t" r="r" b="b"/>
            <a:pathLst>
              <a:path w="1813559" h="571500">
                <a:moveTo>
                  <a:pt x="0" y="0"/>
                </a:moveTo>
                <a:lnTo>
                  <a:pt x="1813560" y="0"/>
                </a:lnTo>
                <a:lnTo>
                  <a:pt x="181356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15608" y="4691862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320028" y="4669320"/>
            <a:ext cx="18135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感应电流的磁场</a:t>
            </a:r>
            <a:endParaRPr sz="1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dirty="0" sz="1800" i="1">
                <a:latin typeface="华文楷体"/>
                <a:cs typeface="华文楷体"/>
              </a:rPr>
              <a:t>（中间量）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2176" y="2085022"/>
            <a:ext cx="30416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华文楷体"/>
                <a:cs typeface="华文楷体"/>
              </a:rPr>
              <a:t>2</a:t>
            </a:r>
            <a:r>
              <a:rPr dirty="0" sz="2800" b="1" i="1">
                <a:latin typeface="华文楷体"/>
                <a:cs typeface="华文楷体"/>
              </a:rPr>
              <a:t>、楞次定律的理</a:t>
            </a:r>
            <a:r>
              <a:rPr dirty="0" sz="2800" spc="-10" b="1" i="1">
                <a:latin typeface="华文楷体"/>
                <a:cs typeface="华文楷体"/>
              </a:rPr>
              <a:t>解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11041" y="2566987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2005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2005" y="0"/>
                </a:lnTo>
                <a:lnTo>
                  <a:pt x="18220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2005" y="576262"/>
                </a:lnTo>
                <a:lnTo>
                  <a:pt x="1822005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8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80" y="4762"/>
                </a:lnTo>
                <a:lnTo>
                  <a:pt x="1812480" y="9525"/>
                </a:lnTo>
                <a:close/>
              </a:path>
              <a:path w="1822450" h="581025">
                <a:moveTo>
                  <a:pt x="1812480" y="576262"/>
                </a:moveTo>
                <a:lnTo>
                  <a:pt x="1812480" y="4762"/>
                </a:lnTo>
                <a:lnTo>
                  <a:pt x="1817242" y="9525"/>
                </a:lnTo>
                <a:lnTo>
                  <a:pt x="1822005" y="9525"/>
                </a:lnTo>
                <a:lnTo>
                  <a:pt x="1822005" y="571500"/>
                </a:lnTo>
                <a:lnTo>
                  <a:pt x="1817242" y="571500"/>
                </a:lnTo>
                <a:lnTo>
                  <a:pt x="1812480" y="576262"/>
                </a:lnTo>
                <a:close/>
              </a:path>
              <a:path w="1822450" h="581025">
                <a:moveTo>
                  <a:pt x="1822005" y="9525"/>
                </a:moveTo>
                <a:lnTo>
                  <a:pt x="1817242" y="9525"/>
                </a:lnTo>
                <a:lnTo>
                  <a:pt x="1812480" y="4762"/>
                </a:lnTo>
                <a:lnTo>
                  <a:pt x="1822005" y="4762"/>
                </a:lnTo>
                <a:lnTo>
                  <a:pt x="1822005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80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80" y="571500"/>
                </a:lnTo>
                <a:lnTo>
                  <a:pt x="1812480" y="576262"/>
                </a:lnTo>
                <a:close/>
              </a:path>
              <a:path w="1822450" h="581025">
                <a:moveTo>
                  <a:pt x="1822005" y="576262"/>
                </a:moveTo>
                <a:lnTo>
                  <a:pt x="1812480" y="576262"/>
                </a:lnTo>
                <a:lnTo>
                  <a:pt x="1817242" y="571500"/>
                </a:lnTo>
                <a:lnTo>
                  <a:pt x="1822005" y="571500"/>
                </a:lnTo>
                <a:lnTo>
                  <a:pt x="1822005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263866" y="2566987"/>
            <a:ext cx="1208405" cy="581025"/>
          </a:xfrm>
          <a:custGeom>
            <a:avLst/>
            <a:gdLst/>
            <a:ahLst/>
            <a:cxnLst/>
            <a:rect l="l" t="t" r="r" b="b"/>
            <a:pathLst>
              <a:path w="1208404" h="581025">
                <a:moveTo>
                  <a:pt x="1208316" y="581025"/>
                </a:moveTo>
                <a:lnTo>
                  <a:pt x="0" y="581025"/>
                </a:lnTo>
                <a:lnTo>
                  <a:pt x="0" y="0"/>
                </a:lnTo>
                <a:lnTo>
                  <a:pt x="1208316" y="0"/>
                </a:lnTo>
                <a:lnTo>
                  <a:pt x="120831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208316" y="576262"/>
                </a:lnTo>
                <a:lnTo>
                  <a:pt x="1208316" y="581025"/>
                </a:lnTo>
                <a:close/>
              </a:path>
              <a:path w="1208404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08404" h="581025">
                <a:moveTo>
                  <a:pt x="119879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8791" y="4762"/>
                </a:lnTo>
                <a:lnTo>
                  <a:pt x="1198791" y="9525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1198791" y="4762"/>
                </a:lnTo>
                <a:lnTo>
                  <a:pt x="1203553" y="9525"/>
                </a:lnTo>
                <a:lnTo>
                  <a:pt x="1208316" y="9525"/>
                </a:lnTo>
                <a:lnTo>
                  <a:pt x="1208316" y="571500"/>
                </a:lnTo>
                <a:lnTo>
                  <a:pt x="1203553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9525"/>
                </a:moveTo>
                <a:lnTo>
                  <a:pt x="1203553" y="9525"/>
                </a:lnTo>
                <a:lnTo>
                  <a:pt x="1198791" y="4762"/>
                </a:lnTo>
                <a:lnTo>
                  <a:pt x="1208316" y="4762"/>
                </a:lnTo>
                <a:lnTo>
                  <a:pt x="1208316" y="9525"/>
                </a:lnTo>
                <a:close/>
              </a:path>
              <a:path w="1208404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198791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576262"/>
                </a:moveTo>
                <a:lnTo>
                  <a:pt x="1198791" y="576262"/>
                </a:lnTo>
                <a:lnTo>
                  <a:pt x="1203553" y="571500"/>
                </a:lnTo>
                <a:lnTo>
                  <a:pt x="1208316" y="571500"/>
                </a:lnTo>
                <a:lnTo>
                  <a:pt x="1208316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397533" y="268097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28284" y="2806738"/>
            <a:ext cx="1740535" cy="101600"/>
          </a:xfrm>
          <a:custGeom>
            <a:avLst/>
            <a:gdLst/>
            <a:ahLst/>
            <a:cxnLst/>
            <a:rect l="l" t="t" r="r" b="b"/>
            <a:pathLst>
              <a:path w="1740534" h="101600">
                <a:moveTo>
                  <a:pt x="1715151" y="50768"/>
                </a:moveTo>
                <a:lnTo>
                  <a:pt x="1648345" y="11798"/>
                </a:lnTo>
                <a:lnTo>
                  <a:pt x="1646808" y="10541"/>
                </a:lnTo>
                <a:lnTo>
                  <a:pt x="1645729" y="8877"/>
                </a:lnTo>
                <a:lnTo>
                  <a:pt x="1645234" y="6946"/>
                </a:lnTo>
                <a:lnTo>
                  <a:pt x="1645335" y="4965"/>
                </a:lnTo>
                <a:lnTo>
                  <a:pt x="1646059" y="3111"/>
                </a:lnTo>
                <a:lnTo>
                  <a:pt x="1647317" y="1574"/>
                </a:lnTo>
                <a:lnTo>
                  <a:pt x="1648993" y="508"/>
                </a:lnTo>
                <a:lnTo>
                  <a:pt x="1650911" y="0"/>
                </a:lnTo>
                <a:lnTo>
                  <a:pt x="1652892" y="114"/>
                </a:lnTo>
                <a:lnTo>
                  <a:pt x="1654746" y="838"/>
                </a:lnTo>
                <a:lnTo>
                  <a:pt x="1729456" y="44411"/>
                </a:lnTo>
                <a:lnTo>
                  <a:pt x="1727746" y="44411"/>
                </a:lnTo>
                <a:lnTo>
                  <a:pt x="1727746" y="45288"/>
                </a:lnTo>
                <a:lnTo>
                  <a:pt x="1724545" y="45288"/>
                </a:lnTo>
                <a:lnTo>
                  <a:pt x="1715151" y="50768"/>
                </a:lnTo>
                <a:close/>
              </a:path>
              <a:path w="1740534" h="101600">
                <a:moveTo>
                  <a:pt x="1704276" y="57111"/>
                </a:moveTo>
                <a:lnTo>
                  <a:pt x="0" y="57111"/>
                </a:lnTo>
                <a:lnTo>
                  <a:pt x="0" y="44411"/>
                </a:lnTo>
                <a:lnTo>
                  <a:pt x="1704254" y="44411"/>
                </a:lnTo>
                <a:lnTo>
                  <a:pt x="1715151" y="50768"/>
                </a:lnTo>
                <a:lnTo>
                  <a:pt x="1704276" y="57111"/>
                </a:lnTo>
                <a:close/>
              </a:path>
              <a:path w="1740534" h="101600">
                <a:moveTo>
                  <a:pt x="1729459" y="57111"/>
                </a:moveTo>
                <a:lnTo>
                  <a:pt x="1727746" y="57111"/>
                </a:lnTo>
                <a:lnTo>
                  <a:pt x="1727746" y="44411"/>
                </a:lnTo>
                <a:lnTo>
                  <a:pt x="1729456" y="44411"/>
                </a:lnTo>
                <a:lnTo>
                  <a:pt x="1740344" y="50761"/>
                </a:lnTo>
                <a:lnTo>
                  <a:pt x="1729459" y="57111"/>
                </a:lnTo>
                <a:close/>
              </a:path>
              <a:path w="1740534" h="101600">
                <a:moveTo>
                  <a:pt x="1724545" y="56248"/>
                </a:moveTo>
                <a:lnTo>
                  <a:pt x="1715151" y="50768"/>
                </a:lnTo>
                <a:lnTo>
                  <a:pt x="1724545" y="45288"/>
                </a:lnTo>
                <a:lnTo>
                  <a:pt x="1724545" y="56248"/>
                </a:lnTo>
                <a:close/>
              </a:path>
              <a:path w="1740534" h="101600">
                <a:moveTo>
                  <a:pt x="1727746" y="56248"/>
                </a:moveTo>
                <a:lnTo>
                  <a:pt x="1724545" y="56248"/>
                </a:lnTo>
                <a:lnTo>
                  <a:pt x="1724545" y="45288"/>
                </a:lnTo>
                <a:lnTo>
                  <a:pt x="1727746" y="45288"/>
                </a:lnTo>
                <a:lnTo>
                  <a:pt x="1727746" y="56248"/>
                </a:lnTo>
                <a:close/>
              </a:path>
              <a:path w="1740534" h="101600">
                <a:moveTo>
                  <a:pt x="1650911" y="101536"/>
                </a:moveTo>
                <a:lnTo>
                  <a:pt x="1645234" y="94576"/>
                </a:lnTo>
                <a:lnTo>
                  <a:pt x="1645729" y="92659"/>
                </a:lnTo>
                <a:lnTo>
                  <a:pt x="1646808" y="90982"/>
                </a:lnTo>
                <a:lnTo>
                  <a:pt x="1648345" y="89738"/>
                </a:lnTo>
                <a:lnTo>
                  <a:pt x="1715151" y="50768"/>
                </a:lnTo>
                <a:lnTo>
                  <a:pt x="1724545" y="56248"/>
                </a:lnTo>
                <a:lnTo>
                  <a:pt x="1727746" y="56248"/>
                </a:lnTo>
                <a:lnTo>
                  <a:pt x="1727746" y="57111"/>
                </a:lnTo>
                <a:lnTo>
                  <a:pt x="1729459" y="57111"/>
                </a:lnTo>
                <a:lnTo>
                  <a:pt x="1654746" y="100698"/>
                </a:lnTo>
                <a:lnTo>
                  <a:pt x="1652892" y="101422"/>
                </a:lnTo>
                <a:lnTo>
                  <a:pt x="1650911" y="101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90068" y="2494521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1276" y="3135083"/>
            <a:ext cx="3307079" cy="749300"/>
          </a:xfrm>
          <a:custGeom>
            <a:avLst/>
            <a:gdLst/>
            <a:ahLst/>
            <a:cxnLst/>
            <a:rect l="l" t="t" r="r" b="b"/>
            <a:pathLst>
              <a:path w="3307079" h="749300">
                <a:moveTo>
                  <a:pt x="6959" y="95123"/>
                </a:moveTo>
                <a:lnTo>
                  <a:pt x="0" y="89446"/>
                </a:lnTo>
                <a:lnTo>
                  <a:pt x="114" y="87452"/>
                </a:lnTo>
                <a:lnTo>
                  <a:pt x="838" y="85610"/>
                </a:lnTo>
                <a:lnTo>
                  <a:pt x="50774" y="0"/>
                </a:lnTo>
                <a:lnTo>
                  <a:pt x="58121" y="12598"/>
                </a:lnTo>
                <a:lnTo>
                  <a:pt x="44424" y="12598"/>
                </a:lnTo>
                <a:lnTo>
                  <a:pt x="44411" y="36089"/>
                </a:lnTo>
                <a:lnTo>
                  <a:pt x="11798" y="91998"/>
                </a:lnTo>
                <a:lnTo>
                  <a:pt x="10541" y="93548"/>
                </a:lnTo>
                <a:lnTo>
                  <a:pt x="8877" y="94615"/>
                </a:lnTo>
                <a:lnTo>
                  <a:pt x="6959" y="95123"/>
                </a:lnTo>
                <a:close/>
              </a:path>
              <a:path w="3307079" h="749300">
                <a:moveTo>
                  <a:pt x="44424" y="36068"/>
                </a:moveTo>
                <a:lnTo>
                  <a:pt x="44424" y="12598"/>
                </a:lnTo>
                <a:lnTo>
                  <a:pt x="57124" y="12598"/>
                </a:lnTo>
                <a:lnTo>
                  <a:pt x="57124" y="15798"/>
                </a:lnTo>
                <a:lnTo>
                  <a:pt x="45288" y="15798"/>
                </a:lnTo>
                <a:lnTo>
                  <a:pt x="50768" y="25193"/>
                </a:lnTo>
                <a:lnTo>
                  <a:pt x="44424" y="36068"/>
                </a:lnTo>
                <a:close/>
              </a:path>
              <a:path w="3307079" h="749300">
                <a:moveTo>
                  <a:pt x="94589" y="95123"/>
                </a:moveTo>
                <a:lnTo>
                  <a:pt x="92659" y="94615"/>
                </a:lnTo>
                <a:lnTo>
                  <a:pt x="90995" y="93548"/>
                </a:lnTo>
                <a:lnTo>
                  <a:pt x="89738" y="91998"/>
                </a:lnTo>
                <a:lnTo>
                  <a:pt x="57124" y="36089"/>
                </a:lnTo>
                <a:lnTo>
                  <a:pt x="57124" y="12598"/>
                </a:lnTo>
                <a:lnTo>
                  <a:pt x="58121" y="12598"/>
                </a:lnTo>
                <a:lnTo>
                  <a:pt x="100698" y="85610"/>
                </a:lnTo>
                <a:lnTo>
                  <a:pt x="101422" y="87452"/>
                </a:lnTo>
                <a:lnTo>
                  <a:pt x="101536" y="89446"/>
                </a:lnTo>
                <a:lnTo>
                  <a:pt x="101028" y="91363"/>
                </a:lnTo>
                <a:lnTo>
                  <a:pt x="99961" y="93027"/>
                </a:lnTo>
                <a:lnTo>
                  <a:pt x="98412" y="94284"/>
                </a:lnTo>
                <a:lnTo>
                  <a:pt x="96570" y="95008"/>
                </a:lnTo>
                <a:lnTo>
                  <a:pt x="94589" y="95123"/>
                </a:lnTo>
                <a:close/>
              </a:path>
              <a:path w="3307079" h="749300">
                <a:moveTo>
                  <a:pt x="50768" y="25193"/>
                </a:moveTo>
                <a:lnTo>
                  <a:pt x="45288" y="15798"/>
                </a:lnTo>
                <a:lnTo>
                  <a:pt x="56248" y="15798"/>
                </a:lnTo>
                <a:lnTo>
                  <a:pt x="50768" y="25193"/>
                </a:lnTo>
                <a:close/>
              </a:path>
              <a:path w="3307079" h="749300">
                <a:moveTo>
                  <a:pt x="57124" y="36089"/>
                </a:moveTo>
                <a:lnTo>
                  <a:pt x="50768" y="25193"/>
                </a:lnTo>
                <a:lnTo>
                  <a:pt x="56248" y="15798"/>
                </a:lnTo>
                <a:lnTo>
                  <a:pt x="57124" y="15798"/>
                </a:lnTo>
                <a:lnTo>
                  <a:pt x="57124" y="36089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3293808" y="16332"/>
                </a:lnTo>
                <a:lnTo>
                  <a:pt x="3306508" y="16332"/>
                </a:lnTo>
                <a:lnTo>
                  <a:pt x="3306508" y="736600"/>
                </a:lnTo>
                <a:lnTo>
                  <a:pt x="330015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9300"/>
                </a:moveTo>
                <a:lnTo>
                  <a:pt x="44424" y="749300"/>
                </a:lnTo>
                <a:lnTo>
                  <a:pt x="44424" y="36068"/>
                </a:lnTo>
                <a:lnTo>
                  <a:pt x="50768" y="25193"/>
                </a:lnTo>
                <a:lnTo>
                  <a:pt x="57111" y="36068"/>
                </a:lnTo>
                <a:lnTo>
                  <a:pt x="57124" y="736600"/>
                </a:lnTo>
                <a:lnTo>
                  <a:pt x="50774" y="736600"/>
                </a:lnTo>
                <a:lnTo>
                  <a:pt x="57124" y="742950"/>
                </a:lnTo>
                <a:lnTo>
                  <a:pt x="3306508" y="742950"/>
                </a:lnTo>
                <a:lnTo>
                  <a:pt x="3306508" y="749300"/>
                </a:lnTo>
                <a:close/>
              </a:path>
              <a:path w="3307079" h="749300">
                <a:moveTo>
                  <a:pt x="57124" y="742950"/>
                </a:moveTo>
                <a:lnTo>
                  <a:pt x="50774" y="736600"/>
                </a:lnTo>
                <a:lnTo>
                  <a:pt x="57124" y="736600"/>
                </a:lnTo>
                <a:lnTo>
                  <a:pt x="57124" y="742950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57124" y="742950"/>
                </a:lnTo>
                <a:lnTo>
                  <a:pt x="57124" y="736600"/>
                </a:lnTo>
                <a:lnTo>
                  <a:pt x="329380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2950"/>
                </a:moveTo>
                <a:lnTo>
                  <a:pt x="3293808" y="742950"/>
                </a:lnTo>
                <a:lnTo>
                  <a:pt x="3300158" y="736600"/>
                </a:lnTo>
                <a:lnTo>
                  <a:pt x="3306508" y="736600"/>
                </a:lnTo>
                <a:lnTo>
                  <a:pt x="3306508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935200" y="3257905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 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9149" y="2544445"/>
            <a:ext cx="1625600" cy="126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闭合导体回路原 磁通量的变化</a:t>
            </a:r>
            <a:endParaRPr sz="1800">
              <a:latin typeface="华文楷体"/>
              <a:cs typeface="华文楷体"/>
            </a:endParaRPr>
          </a:p>
          <a:p>
            <a:pPr marL="535305" marR="853440">
              <a:lnSpc>
                <a:spcPct val="100000"/>
              </a:lnSpc>
              <a:spcBef>
                <a:spcPts val="1140"/>
              </a:spcBef>
            </a:pPr>
            <a:r>
              <a:rPr dirty="0" sz="1800" spc="-5" b="1" i="1">
                <a:solidFill>
                  <a:srgbClr val="FF0000"/>
                </a:solidFill>
                <a:latin typeface="华文楷体"/>
                <a:cs typeface="华文楷体"/>
              </a:rPr>
              <a:t>阻 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72684" y="3553967"/>
            <a:ext cx="1813560" cy="571500"/>
          </a:xfrm>
          <a:custGeom>
            <a:avLst/>
            <a:gdLst/>
            <a:ahLst/>
            <a:cxnLst/>
            <a:rect l="l" t="t" r="r" b="b"/>
            <a:pathLst>
              <a:path w="1813559" h="571500">
                <a:moveTo>
                  <a:pt x="0" y="0"/>
                </a:moveTo>
                <a:lnTo>
                  <a:pt x="1813560" y="0"/>
                </a:lnTo>
                <a:lnTo>
                  <a:pt x="181356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68289" y="3548862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72684" y="3526320"/>
            <a:ext cx="18135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感应电流的磁场</a:t>
            </a:r>
            <a:endParaRPr sz="1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dirty="0" sz="1800" i="1">
                <a:latin typeface="华文楷体"/>
                <a:cs typeface="华文楷体"/>
              </a:rPr>
              <a:t>（中间量）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97923" y="4106989"/>
            <a:ext cx="5087620" cy="120967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baseline="-5555" sz="3000" spc="7" i="1">
                <a:latin typeface="华文楷体"/>
                <a:cs typeface="华文楷体"/>
              </a:rPr>
              <a:t>①</a:t>
            </a:r>
            <a:r>
              <a:rPr dirty="0" baseline="-5555" sz="3000" spc="277" i="1">
                <a:latin typeface="华文楷体"/>
                <a:cs typeface="华文楷体"/>
              </a:rPr>
              <a:t> </a:t>
            </a:r>
            <a:r>
              <a:rPr dirty="0" baseline="-5555" sz="3000" i="1">
                <a:latin typeface="华文楷体"/>
                <a:cs typeface="华文楷体"/>
              </a:rPr>
              <a:t>谁在阻碍</a:t>
            </a:r>
            <a:r>
              <a:rPr dirty="0" baseline="-5555" sz="3000" spc="112" i="1">
                <a:latin typeface="华文楷体"/>
                <a:cs typeface="华文楷体"/>
              </a:rPr>
              <a:t>？</a:t>
            </a:r>
            <a:r>
              <a:rPr dirty="0" sz="1800" spc="7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1800" i="1">
                <a:solidFill>
                  <a:srgbClr val="01611F"/>
                </a:solidFill>
                <a:latin typeface="华文楷体"/>
                <a:cs typeface="华文楷体"/>
              </a:rPr>
              <a:t>感应电流的磁场”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baseline="-4166" sz="3000" spc="7" i="1">
                <a:latin typeface="华文楷体"/>
                <a:cs typeface="华文楷体"/>
              </a:rPr>
              <a:t>②</a:t>
            </a:r>
            <a:r>
              <a:rPr dirty="0" baseline="-4166" sz="3000" spc="165" i="1">
                <a:latin typeface="华文楷体"/>
                <a:cs typeface="华文楷体"/>
              </a:rPr>
              <a:t> </a:t>
            </a:r>
            <a:r>
              <a:rPr dirty="0" baseline="-4166" sz="3000" i="1">
                <a:latin typeface="华文楷体"/>
                <a:cs typeface="华文楷体"/>
              </a:rPr>
              <a:t>阻碍什么</a:t>
            </a:r>
            <a:r>
              <a:rPr dirty="0" baseline="-4166" sz="3000" spc="112" i="1">
                <a:latin typeface="华文楷体"/>
                <a:cs typeface="华文楷体"/>
              </a:rPr>
              <a:t>？</a:t>
            </a:r>
            <a:r>
              <a:rPr dirty="0" sz="1800" spc="7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1800" i="1">
                <a:solidFill>
                  <a:srgbClr val="01611F"/>
                </a:solidFill>
                <a:latin typeface="华文楷体"/>
                <a:cs typeface="华文楷体"/>
              </a:rPr>
              <a:t>引起感应电流的磁通量的变化”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000" spc="5" i="1">
                <a:latin typeface="华文楷体"/>
                <a:cs typeface="华文楷体"/>
              </a:rPr>
              <a:t>③</a:t>
            </a:r>
            <a:r>
              <a:rPr dirty="0" sz="2000" spc="190" i="1">
                <a:latin typeface="华文楷体"/>
                <a:cs typeface="华文楷体"/>
              </a:rPr>
              <a:t> </a:t>
            </a:r>
            <a:r>
              <a:rPr dirty="0" sz="2000" i="1">
                <a:latin typeface="华文楷体"/>
                <a:cs typeface="华文楷体"/>
              </a:rPr>
              <a:t>如何阻碍</a:t>
            </a:r>
            <a:r>
              <a:rPr dirty="0" sz="2000" spc="75" i="1">
                <a:latin typeface="华文楷体"/>
                <a:cs typeface="华文楷体"/>
              </a:rPr>
              <a:t>？</a:t>
            </a:r>
            <a:r>
              <a:rPr dirty="0" sz="1800" spc="7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1800" i="1">
                <a:solidFill>
                  <a:srgbClr val="01611F"/>
                </a:solidFill>
                <a:latin typeface="华文楷体"/>
                <a:cs typeface="华文楷体"/>
              </a:rPr>
              <a:t>增反减同”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808054" y="141795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1361" y="1840090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实验观</a:t>
            </a:r>
            <a:r>
              <a:rPr dirty="0" sz="2800" spc="-5" i="1">
                <a:latin typeface="华文楷体"/>
                <a:cs typeface="华文楷体"/>
              </a:rPr>
              <a:t>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10611" y="2369820"/>
            <a:ext cx="3168395" cy="3279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6732" y="2369820"/>
            <a:ext cx="3645408" cy="3285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08054" y="1338440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5479" y="5768340"/>
            <a:ext cx="8214359" cy="542925"/>
          </a:xfrm>
          <a:custGeom>
            <a:avLst/>
            <a:gdLst/>
            <a:ahLst/>
            <a:cxnLst/>
            <a:rect l="l" t="t" r="r" b="b"/>
            <a:pathLst>
              <a:path w="8214359" h="542925">
                <a:moveTo>
                  <a:pt x="0" y="0"/>
                </a:moveTo>
                <a:lnTo>
                  <a:pt x="8214359" y="0"/>
                </a:lnTo>
                <a:lnTo>
                  <a:pt x="8214359" y="542543"/>
                </a:lnTo>
                <a:lnTo>
                  <a:pt x="0" y="54254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29879" y="5762625"/>
            <a:ext cx="8226425" cy="554990"/>
          </a:xfrm>
          <a:custGeom>
            <a:avLst/>
            <a:gdLst/>
            <a:ahLst/>
            <a:cxnLst/>
            <a:rect l="l" t="t" r="r" b="b"/>
            <a:pathLst>
              <a:path w="8226425" h="554989">
                <a:moveTo>
                  <a:pt x="8225980" y="554812"/>
                </a:moveTo>
                <a:lnTo>
                  <a:pt x="0" y="554812"/>
                </a:lnTo>
                <a:lnTo>
                  <a:pt x="0" y="0"/>
                </a:lnTo>
                <a:lnTo>
                  <a:pt x="8225980" y="0"/>
                </a:lnTo>
                <a:lnTo>
                  <a:pt x="822598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42112"/>
                </a:lnTo>
                <a:lnTo>
                  <a:pt x="6350" y="542112"/>
                </a:lnTo>
                <a:lnTo>
                  <a:pt x="12700" y="548462"/>
                </a:lnTo>
                <a:lnTo>
                  <a:pt x="8225980" y="548462"/>
                </a:lnTo>
                <a:lnTo>
                  <a:pt x="8225980" y="554812"/>
                </a:lnTo>
                <a:close/>
              </a:path>
              <a:path w="8226425" h="55498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226425" h="554989">
                <a:moveTo>
                  <a:pt x="821328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213280" y="6350"/>
                </a:lnTo>
                <a:lnTo>
                  <a:pt x="8213280" y="12700"/>
                </a:lnTo>
                <a:close/>
              </a:path>
              <a:path w="8226425" h="554989">
                <a:moveTo>
                  <a:pt x="8213280" y="548462"/>
                </a:moveTo>
                <a:lnTo>
                  <a:pt x="8213280" y="6350"/>
                </a:lnTo>
                <a:lnTo>
                  <a:pt x="8219630" y="12700"/>
                </a:lnTo>
                <a:lnTo>
                  <a:pt x="8225980" y="12700"/>
                </a:lnTo>
                <a:lnTo>
                  <a:pt x="8225980" y="542112"/>
                </a:lnTo>
                <a:lnTo>
                  <a:pt x="8219630" y="542112"/>
                </a:lnTo>
                <a:lnTo>
                  <a:pt x="8213280" y="548462"/>
                </a:lnTo>
                <a:close/>
              </a:path>
              <a:path w="8226425" h="554989">
                <a:moveTo>
                  <a:pt x="8225980" y="12700"/>
                </a:moveTo>
                <a:lnTo>
                  <a:pt x="8219630" y="12700"/>
                </a:lnTo>
                <a:lnTo>
                  <a:pt x="8213280" y="6350"/>
                </a:lnTo>
                <a:lnTo>
                  <a:pt x="8225980" y="6350"/>
                </a:lnTo>
                <a:lnTo>
                  <a:pt x="8225980" y="12700"/>
                </a:lnTo>
                <a:close/>
              </a:path>
              <a:path w="8226425" h="554989">
                <a:moveTo>
                  <a:pt x="12700" y="548462"/>
                </a:moveTo>
                <a:lnTo>
                  <a:pt x="6350" y="542112"/>
                </a:lnTo>
                <a:lnTo>
                  <a:pt x="12700" y="542112"/>
                </a:lnTo>
                <a:lnTo>
                  <a:pt x="12700" y="548462"/>
                </a:lnTo>
                <a:close/>
              </a:path>
              <a:path w="8226425" h="554989">
                <a:moveTo>
                  <a:pt x="8213280" y="548462"/>
                </a:moveTo>
                <a:lnTo>
                  <a:pt x="12700" y="548462"/>
                </a:lnTo>
                <a:lnTo>
                  <a:pt x="12700" y="542112"/>
                </a:lnTo>
                <a:lnTo>
                  <a:pt x="8213280" y="542112"/>
                </a:lnTo>
                <a:lnTo>
                  <a:pt x="8213280" y="548462"/>
                </a:lnTo>
                <a:close/>
              </a:path>
              <a:path w="8226425" h="554989">
                <a:moveTo>
                  <a:pt x="8225980" y="548462"/>
                </a:moveTo>
                <a:lnTo>
                  <a:pt x="8213280" y="548462"/>
                </a:lnTo>
                <a:lnTo>
                  <a:pt x="8219630" y="542112"/>
                </a:lnTo>
                <a:lnTo>
                  <a:pt x="8225980" y="542112"/>
                </a:lnTo>
                <a:lnTo>
                  <a:pt x="8225980" y="54846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70149" y="1814804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实验观</a:t>
            </a:r>
            <a:r>
              <a:rPr dirty="0" sz="2800" spc="-5" i="1">
                <a:latin typeface="华文楷体"/>
                <a:cs typeface="华文楷体"/>
              </a:rPr>
              <a:t>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61132" y="2272283"/>
            <a:ext cx="6057900" cy="403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08054" y="1311935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8587" y="1878456"/>
            <a:ext cx="19056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实验现象</a:t>
            </a:r>
            <a:r>
              <a:rPr dirty="0" sz="2600" spc="5" i="1">
                <a:latin typeface="华文楷体"/>
                <a:cs typeface="华文楷体"/>
              </a:rPr>
              <a:t>：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3440" y="2394204"/>
            <a:ext cx="2173223" cy="1475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63440" y="4279391"/>
            <a:ext cx="2173223" cy="1487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89292" y="2391155"/>
            <a:ext cx="2151888" cy="14782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27392" y="4274820"/>
            <a:ext cx="2115311" cy="14569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14608" y="2002281"/>
            <a:ext cx="358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①磁体靠近铝环时，铝环向后</a:t>
            </a:r>
            <a:r>
              <a:rPr dirty="0" sz="2000" spc="5" i="1">
                <a:latin typeface="华文楷体"/>
                <a:cs typeface="华文楷体"/>
              </a:rPr>
              <a:t>退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4608" y="3887482"/>
            <a:ext cx="485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②磁体从靠近处远离铝环时，铝环跟随磁</a:t>
            </a:r>
            <a:r>
              <a:rPr dirty="0" sz="2000" spc="5" i="1">
                <a:latin typeface="华文楷体"/>
                <a:cs typeface="华文楷体"/>
              </a:rPr>
              <a:t>体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97326" y="2807677"/>
            <a:ext cx="527050" cy="2520315"/>
          </a:xfrm>
          <a:custGeom>
            <a:avLst/>
            <a:gdLst/>
            <a:ahLst/>
            <a:cxnLst/>
            <a:rect l="l" t="t" r="r" b="b"/>
            <a:pathLst>
              <a:path w="527050" h="2520315">
                <a:moveTo>
                  <a:pt x="521830" y="2519819"/>
                </a:moveTo>
                <a:lnTo>
                  <a:pt x="4762" y="2519819"/>
                </a:lnTo>
                <a:lnTo>
                  <a:pt x="3289" y="2519578"/>
                </a:lnTo>
                <a:lnTo>
                  <a:pt x="1968" y="2518905"/>
                </a:lnTo>
                <a:lnTo>
                  <a:pt x="914" y="2517851"/>
                </a:lnTo>
                <a:lnTo>
                  <a:pt x="228" y="2516517"/>
                </a:lnTo>
                <a:lnTo>
                  <a:pt x="0" y="2515057"/>
                </a:lnTo>
                <a:lnTo>
                  <a:pt x="0" y="4762"/>
                </a:lnTo>
                <a:lnTo>
                  <a:pt x="4762" y="0"/>
                </a:lnTo>
                <a:lnTo>
                  <a:pt x="521830" y="0"/>
                </a:lnTo>
                <a:lnTo>
                  <a:pt x="5265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10294"/>
                </a:lnTo>
                <a:lnTo>
                  <a:pt x="4762" y="2510294"/>
                </a:lnTo>
                <a:lnTo>
                  <a:pt x="9525" y="2515057"/>
                </a:lnTo>
                <a:lnTo>
                  <a:pt x="526592" y="2515057"/>
                </a:lnTo>
                <a:lnTo>
                  <a:pt x="526351" y="2516517"/>
                </a:lnTo>
                <a:lnTo>
                  <a:pt x="525678" y="2517851"/>
                </a:lnTo>
                <a:lnTo>
                  <a:pt x="524624" y="2518905"/>
                </a:lnTo>
                <a:lnTo>
                  <a:pt x="523303" y="2519578"/>
                </a:lnTo>
                <a:lnTo>
                  <a:pt x="521830" y="2519819"/>
                </a:lnTo>
                <a:close/>
              </a:path>
              <a:path w="527050" h="252031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27050" h="2520315">
                <a:moveTo>
                  <a:pt x="5170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17067" y="4762"/>
                </a:lnTo>
                <a:lnTo>
                  <a:pt x="517067" y="9525"/>
                </a:lnTo>
                <a:close/>
              </a:path>
              <a:path w="527050" h="2520315">
                <a:moveTo>
                  <a:pt x="517067" y="2515057"/>
                </a:moveTo>
                <a:lnTo>
                  <a:pt x="517067" y="4762"/>
                </a:lnTo>
                <a:lnTo>
                  <a:pt x="521830" y="9525"/>
                </a:lnTo>
                <a:lnTo>
                  <a:pt x="526592" y="9525"/>
                </a:lnTo>
                <a:lnTo>
                  <a:pt x="526592" y="2510294"/>
                </a:lnTo>
                <a:lnTo>
                  <a:pt x="521830" y="2510294"/>
                </a:lnTo>
                <a:lnTo>
                  <a:pt x="517067" y="2515057"/>
                </a:lnTo>
                <a:close/>
              </a:path>
              <a:path w="527050" h="2520315">
                <a:moveTo>
                  <a:pt x="526592" y="9525"/>
                </a:moveTo>
                <a:lnTo>
                  <a:pt x="521830" y="9525"/>
                </a:lnTo>
                <a:lnTo>
                  <a:pt x="517067" y="4762"/>
                </a:lnTo>
                <a:lnTo>
                  <a:pt x="526592" y="4762"/>
                </a:lnTo>
                <a:lnTo>
                  <a:pt x="526592" y="9525"/>
                </a:lnTo>
                <a:close/>
              </a:path>
              <a:path w="527050" h="2520315">
                <a:moveTo>
                  <a:pt x="9525" y="2515057"/>
                </a:moveTo>
                <a:lnTo>
                  <a:pt x="4762" y="2510294"/>
                </a:lnTo>
                <a:lnTo>
                  <a:pt x="9525" y="2510294"/>
                </a:lnTo>
                <a:lnTo>
                  <a:pt x="9525" y="2515057"/>
                </a:lnTo>
                <a:close/>
              </a:path>
              <a:path w="527050" h="2520315">
                <a:moveTo>
                  <a:pt x="517067" y="2515057"/>
                </a:moveTo>
                <a:lnTo>
                  <a:pt x="9525" y="2515057"/>
                </a:lnTo>
                <a:lnTo>
                  <a:pt x="9525" y="2510294"/>
                </a:lnTo>
                <a:lnTo>
                  <a:pt x="517067" y="2510294"/>
                </a:lnTo>
                <a:lnTo>
                  <a:pt x="517067" y="2515057"/>
                </a:lnTo>
                <a:close/>
              </a:path>
              <a:path w="527050" h="2520315">
                <a:moveTo>
                  <a:pt x="526592" y="2515057"/>
                </a:moveTo>
                <a:lnTo>
                  <a:pt x="517067" y="2515057"/>
                </a:lnTo>
                <a:lnTo>
                  <a:pt x="521830" y="2510294"/>
                </a:lnTo>
                <a:lnTo>
                  <a:pt x="526592" y="2510294"/>
                </a:lnTo>
                <a:lnTo>
                  <a:pt x="526592" y="25150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27501" y="2846095"/>
            <a:ext cx="330200" cy="1854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华文楷体"/>
                <a:cs typeface="华文楷体"/>
              </a:rPr>
              <a:t>阻碍相对运动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16629" y="3128619"/>
            <a:ext cx="1062990" cy="942340"/>
          </a:xfrm>
          <a:custGeom>
            <a:avLst/>
            <a:gdLst/>
            <a:ahLst/>
            <a:cxnLst/>
            <a:rect l="l" t="t" r="r" b="b"/>
            <a:pathLst>
              <a:path w="1062989" h="942339">
                <a:moveTo>
                  <a:pt x="5054" y="941819"/>
                </a:moveTo>
                <a:lnTo>
                  <a:pt x="0" y="936116"/>
                </a:lnTo>
                <a:lnTo>
                  <a:pt x="1057313" y="0"/>
                </a:lnTo>
                <a:lnTo>
                  <a:pt x="1062367" y="5702"/>
                </a:lnTo>
                <a:lnTo>
                  <a:pt x="5054" y="941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16591" y="4064761"/>
            <a:ext cx="1062990" cy="962660"/>
          </a:xfrm>
          <a:custGeom>
            <a:avLst/>
            <a:gdLst/>
            <a:ahLst/>
            <a:cxnLst/>
            <a:rect l="l" t="t" r="r" b="b"/>
            <a:pathLst>
              <a:path w="1062989" h="962660">
                <a:moveTo>
                  <a:pt x="1057313" y="962050"/>
                </a:moveTo>
                <a:lnTo>
                  <a:pt x="0" y="5651"/>
                </a:lnTo>
                <a:lnTo>
                  <a:pt x="5118" y="0"/>
                </a:lnTo>
                <a:lnTo>
                  <a:pt x="1062431" y="956398"/>
                </a:lnTo>
                <a:lnTo>
                  <a:pt x="1057313" y="962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808054" y="1351699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8820" y="5768340"/>
            <a:ext cx="8214359" cy="542925"/>
          </a:xfrm>
          <a:custGeom>
            <a:avLst/>
            <a:gdLst/>
            <a:ahLst/>
            <a:cxnLst/>
            <a:rect l="l" t="t" r="r" b="b"/>
            <a:pathLst>
              <a:path w="8214359" h="542925">
                <a:moveTo>
                  <a:pt x="0" y="0"/>
                </a:moveTo>
                <a:lnTo>
                  <a:pt x="8214359" y="0"/>
                </a:lnTo>
                <a:lnTo>
                  <a:pt x="8214359" y="542543"/>
                </a:lnTo>
                <a:lnTo>
                  <a:pt x="0" y="54254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82901" y="5762625"/>
            <a:ext cx="8226425" cy="554990"/>
          </a:xfrm>
          <a:custGeom>
            <a:avLst/>
            <a:gdLst/>
            <a:ahLst/>
            <a:cxnLst/>
            <a:rect l="l" t="t" r="r" b="b"/>
            <a:pathLst>
              <a:path w="8226425" h="554989">
                <a:moveTo>
                  <a:pt x="8225967" y="554812"/>
                </a:moveTo>
                <a:lnTo>
                  <a:pt x="0" y="554812"/>
                </a:lnTo>
                <a:lnTo>
                  <a:pt x="0" y="0"/>
                </a:lnTo>
                <a:lnTo>
                  <a:pt x="8225967" y="0"/>
                </a:lnTo>
                <a:lnTo>
                  <a:pt x="822596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42112"/>
                </a:lnTo>
                <a:lnTo>
                  <a:pt x="6350" y="542112"/>
                </a:lnTo>
                <a:lnTo>
                  <a:pt x="12700" y="548462"/>
                </a:lnTo>
                <a:lnTo>
                  <a:pt x="8225967" y="548462"/>
                </a:lnTo>
                <a:lnTo>
                  <a:pt x="8225967" y="554812"/>
                </a:lnTo>
                <a:close/>
              </a:path>
              <a:path w="8226425" h="55498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226425" h="554989">
                <a:moveTo>
                  <a:pt x="821326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213267" y="6350"/>
                </a:lnTo>
                <a:lnTo>
                  <a:pt x="8213267" y="12700"/>
                </a:lnTo>
                <a:close/>
              </a:path>
              <a:path w="8226425" h="554989">
                <a:moveTo>
                  <a:pt x="8213267" y="548462"/>
                </a:moveTo>
                <a:lnTo>
                  <a:pt x="8213267" y="6350"/>
                </a:lnTo>
                <a:lnTo>
                  <a:pt x="8219617" y="12700"/>
                </a:lnTo>
                <a:lnTo>
                  <a:pt x="8225967" y="12700"/>
                </a:lnTo>
                <a:lnTo>
                  <a:pt x="8225967" y="542112"/>
                </a:lnTo>
                <a:lnTo>
                  <a:pt x="8219617" y="542112"/>
                </a:lnTo>
                <a:lnTo>
                  <a:pt x="8213267" y="548462"/>
                </a:lnTo>
                <a:close/>
              </a:path>
              <a:path w="8226425" h="554989">
                <a:moveTo>
                  <a:pt x="8225967" y="12700"/>
                </a:moveTo>
                <a:lnTo>
                  <a:pt x="8219617" y="12700"/>
                </a:lnTo>
                <a:lnTo>
                  <a:pt x="8213267" y="6350"/>
                </a:lnTo>
                <a:lnTo>
                  <a:pt x="8225967" y="6350"/>
                </a:lnTo>
                <a:lnTo>
                  <a:pt x="8225967" y="12700"/>
                </a:lnTo>
                <a:close/>
              </a:path>
              <a:path w="8226425" h="554989">
                <a:moveTo>
                  <a:pt x="12700" y="548462"/>
                </a:moveTo>
                <a:lnTo>
                  <a:pt x="6350" y="542112"/>
                </a:lnTo>
                <a:lnTo>
                  <a:pt x="12700" y="542112"/>
                </a:lnTo>
                <a:lnTo>
                  <a:pt x="12700" y="548462"/>
                </a:lnTo>
                <a:close/>
              </a:path>
              <a:path w="8226425" h="554989">
                <a:moveTo>
                  <a:pt x="8213267" y="548462"/>
                </a:moveTo>
                <a:lnTo>
                  <a:pt x="12700" y="548462"/>
                </a:lnTo>
                <a:lnTo>
                  <a:pt x="12700" y="542112"/>
                </a:lnTo>
                <a:lnTo>
                  <a:pt x="8213267" y="542112"/>
                </a:lnTo>
                <a:lnTo>
                  <a:pt x="8213267" y="548462"/>
                </a:lnTo>
                <a:close/>
              </a:path>
              <a:path w="8226425" h="554989">
                <a:moveTo>
                  <a:pt x="8225967" y="548462"/>
                </a:moveTo>
                <a:lnTo>
                  <a:pt x="8213267" y="548462"/>
                </a:lnTo>
                <a:lnTo>
                  <a:pt x="8219617" y="542112"/>
                </a:lnTo>
                <a:lnTo>
                  <a:pt x="8225967" y="542112"/>
                </a:lnTo>
                <a:lnTo>
                  <a:pt x="8225967" y="54846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45105" y="1778495"/>
            <a:ext cx="15754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实验观</a:t>
            </a:r>
            <a:r>
              <a:rPr dirty="0" sz="2600" spc="5" i="1">
                <a:latin typeface="华文楷体"/>
                <a:cs typeface="华文楷体"/>
              </a:rPr>
              <a:t>察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45079" y="2269235"/>
            <a:ext cx="6909816" cy="388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08054" y="127218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9664" y="1952498"/>
            <a:ext cx="30416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华文楷体"/>
                <a:cs typeface="华文楷体"/>
              </a:rPr>
              <a:t>2</a:t>
            </a:r>
            <a:r>
              <a:rPr dirty="0" sz="2800" b="1" i="1">
                <a:latin typeface="华文楷体"/>
                <a:cs typeface="华文楷体"/>
              </a:rPr>
              <a:t>、楞次定律的理</a:t>
            </a:r>
            <a:r>
              <a:rPr dirty="0" sz="2800" spc="-10" b="1" i="1">
                <a:latin typeface="华文楷体"/>
                <a:cs typeface="华文楷体"/>
              </a:rPr>
              <a:t>解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43945" y="2566987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2005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2005" y="0"/>
                </a:lnTo>
                <a:lnTo>
                  <a:pt x="18220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2005" y="576262"/>
                </a:lnTo>
                <a:lnTo>
                  <a:pt x="1822005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8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80" y="4762"/>
                </a:lnTo>
                <a:lnTo>
                  <a:pt x="1812480" y="9525"/>
                </a:lnTo>
                <a:close/>
              </a:path>
              <a:path w="1822450" h="581025">
                <a:moveTo>
                  <a:pt x="1812480" y="576262"/>
                </a:moveTo>
                <a:lnTo>
                  <a:pt x="1812480" y="4762"/>
                </a:lnTo>
                <a:lnTo>
                  <a:pt x="1817243" y="9525"/>
                </a:lnTo>
                <a:lnTo>
                  <a:pt x="1822005" y="9525"/>
                </a:lnTo>
                <a:lnTo>
                  <a:pt x="1822005" y="571500"/>
                </a:lnTo>
                <a:lnTo>
                  <a:pt x="1817243" y="571500"/>
                </a:lnTo>
                <a:lnTo>
                  <a:pt x="1812480" y="576262"/>
                </a:lnTo>
                <a:close/>
              </a:path>
              <a:path w="1822450" h="581025">
                <a:moveTo>
                  <a:pt x="1822005" y="9525"/>
                </a:moveTo>
                <a:lnTo>
                  <a:pt x="1817243" y="9525"/>
                </a:lnTo>
                <a:lnTo>
                  <a:pt x="1812480" y="4762"/>
                </a:lnTo>
                <a:lnTo>
                  <a:pt x="1822005" y="4762"/>
                </a:lnTo>
                <a:lnTo>
                  <a:pt x="1822005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80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80" y="571500"/>
                </a:lnTo>
                <a:lnTo>
                  <a:pt x="1812480" y="576262"/>
                </a:lnTo>
                <a:close/>
              </a:path>
              <a:path w="1822450" h="581025">
                <a:moveTo>
                  <a:pt x="1822005" y="576262"/>
                </a:moveTo>
                <a:lnTo>
                  <a:pt x="1812480" y="576262"/>
                </a:lnTo>
                <a:lnTo>
                  <a:pt x="1817243" y="571500"/>
                </a:lnTo>
                <a:lnTo>
                  <a:pt x="1822005" y="571500"/>
                </a:lnTo>
                <a:lnTo>
                  <a:pt x="1822005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96770" y="2566987"/>
            <a:ext cx="1208405" cy="581025"/>
          </a:xfrm>
          <a:custGeom>
            <a:avLst/>
            <a:gdLst/>
            <a:ahLst/>
            <a:cxnLst/>
            <a:rect l="l" t="t" r="r" b="b"/>
            <a:pathLst>
              <a:path w="1208404" h="581025">
                <a:moveTo>
                  <a:pt x="1208316" y="581025"/>
                </a:moveTo>
                <a:lnTo>
                  <a:pt x="0" y="581025"/>
                </a:lnTo>
                <a:lnTo>
                  <a:pt x="0" y="0"/>
                </a:lnTo>
                <a:lnTo>
                  <a:pt x="1208316" y="0"/>
                </a:lnTo>
                <a:lnTo>
                  <a:pt x="120831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208316" y="576262"/>
                </a:lnTo>
                <a:lnTo>
                  <a:pt x="1208316" y="581025"/>
                </a:lnTo>
                <a:close/>
              </a:path>
              <a:path w="1208404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08404" h="581025">
                <a:moveTo>
                  <a:pt x="119879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8791" y="4762"/>
                </a:lnTo>
                <a:lnTo>
                  <a:pt x="1198791" y="9525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1198791" y="4762"/>
                </a:lnTo>
                <a:lnTo>
                  <a:pt x="1203553" y="9525"/>
                </a:lnTo>
                <a:lnTo>
                  <a:pt x="1208316" y="9525"/>
                </a:lnTo>
                <a:lnTo>
                  <a:pt x="1208316" y="571500"/>
                </a:lnTo>
                <a:lnTo>
                  <a:pt x="1203553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9525"/>
                </a:moveTo>
                <a:lnTo>
                  <a:pt x="1203553" y="9525"/>
                </a:lnTo>
                <a:lnTo>
                  <a:pt x="1198791" y="4762"/>
                </a:lnTo>
                <a:lnTo>
                  <a:pt x="1208316" y="4762"/>
                </a:lnTo>
                <a:lnTo>
                  <a:pt x="1208316" y="9525"/>
                </a:lnTo>
                <a:close/>
              </a:path>
              <a:path w="1208404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198791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576262"/>
                </a:moveTo>
                <a:lnTo>
                  <a:pt x="1198791" y="576262"/>
                </a:lnTo>
                <a:lnTo>
                  <a:pt x="1203553" y="571500"/>
                </a:lnTo>
                <a:lnTo>
                  <a:pt x="1208316" y="571500"/>
                </a:lnTo>
                <a:lnTo>
                  <a:pt x="1208316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30438" y="268097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61188" y="2806738"/>
            <a:ext cx="1740535" cy="101600"/>
          </a:xfrm>
          <a:custGeom>
            <a:avLst/>
            <a:gdLst/>
            <a:ahLst/>
            <a:cxnLst/>
            <a:rect l="l" t="t" r="r" b="b"/>
            <a:pathLst>
              <a:path w="1740534" h="101600">
                <a:moveTo>
                  <a:pt x="1715151" y="50768"/>
                </a:moveTo>
                <a:lnTo>
                  <a:pt x="1648345" y="11798"/>
                </a:lnTo>
                <a:lnTo>
                  <a:pt x="1646809" y="10541"/>
                </a:lnTo>
                <a:lnTo>
                  <a:pt x="1645729" y="8877"/>
                </a:lnTo>
                <a:lnTo>
                  <a:pt x="1645234" y="6946"/>
                </a:lnTo>
                <a:lnTo>
                  <a:pt x="1645348" y="4965"/>
                </a:lnTo>
                <a:lnTo>
                  <a:pt x="1646059" y="3111"/>
                </a:lnTo>
                <a:lnTo>
                  <a:pt x="1647316" y="1574"/>
                </a:lnTo>
                <a:lnTo>
                  <a:pt x="1648993" y="508"/>
                </a:lnTo>
                <a:lnTo>
                  <a:pt x="1650911" y="0"/>
                </a:lnTo>
                <a:lnTo>
                  <a:pt x="1652892" y="114"/>
                </a:lnTo>
                <a:lnTo>
                  <a:pt x="1654746" y="838"/>
                </a:lnTo>
                <a:lnTo>
                  <a:pt x="1729456" y="44411"/>
                </a:lnTo>
                <a:lnTo>
                  <a:pt x="1727746" y="44411"/>
                </a:lnTo>
                <a:lnTo>
                  <a:pt x="1727746" y="45288"/>
                </a:lnTo>
                <a:lnTo>
                  <a:pt x="1724545" y="45288"/>
                </a:lnTo>
                <a:lnTo>
                  <a:pt x="1715151" y="50768"/>
                </a:lnTo>
                <a:close/>
              </a:path>
              <a:path w="1740534" h="101600">
                <a:moveTo>
                  <a:pt x="1704276" y="57111"/>
                </a:moveTo>
                <a:lnTo>
                  <a:pt x="0" y="57111"/>
                </a:lnTo>
                <a:lnTo>
                  <a:pt x="0" y="44411"/>
                </a:lnTo>
                <a:lnTo>
                  <a:pt x="1704254" y="44411"/>
                </a:lnTo>
                <a:lnTo>
                  <a:pt x="1715151" y="50768"/>
                </a:lnTo>
                <a:lnTo>
                  <a:pt x="1704276" y="57111"/>
                </a:lnTo>
                <a:close/>
              </a:path>
              <a:path w="1740534" h="101600">
                <a:moveTo>
                  <a:pt x="1729459" y="57111"/>
                </a:moveTo>
                <a:lnTo>
                  <a:pt x="1727746" y="57111"/>
                </a:lnTo>
                <a:lnTo>
                  <a:pt x="1727746" y="44411"/>
                </a:lnTo>
                <a:lnTo>
                  <a:pt x="1729456" y="44411"/>
                </a:lnTo>
                <a:lnTo>
                  <a:pt x="1740344" y="50761"/>
                </a:lnTo>
                <a:lnTo>
                  <a:pt x="1729459" y="57111"/>
                </a:lnTo>
                <a:close/>
              </a:path>
              <a:path w="1740534" h="101600">
                <a:moveTo>
                  <a:pt x="1724545" y="56248"/>
                </a:moveTo>
                <a:lnTo>
                  <a:pt x="1715151" y="50768"/>
                </a:lnTo>
                <a:lnTo>
                  <a:pt x="1724545" y="45288"/>
                </a:lnTo>
                <a:lnTo>
                  <a:pt x="1724545" y="56248"/>
                </a:lnTo>
                <a:close/>
              </a:path>
              <a:path w="1740534" h="101600">
                <a:moveTo>
                  <a:pt x="1727746" y="56248"/>
                </a:moveTo>
                <a:lnTo>
                  <a:pt x="1724545" y="56248"/>
                </a:lnTo>
                <a:lnTo>
                  <a:pt x="1724545" y="45288"/>
                </a:lnTo>
                <a:lnTo>
                  <a:pt x="1727746" y="45288"/>
                </a:lnTo>
                <a:lnTo>
                  <a:pt x="1727746" y="56248"/>
                </a:lnTo>
                <a:close/>
              </a:path>
              <a:path w="1740534" h="101600">
                <a:moveTo>
                  <a:pt x="1650911" y="101536"/>
                </a:moveTo>
                <a:lnTo>
                  <a:pt x="1645234" y="94576"/>
                </a:lnTo>
                <a:lnTo>
                  <a:pt x="1645729" y="92659"/>
                </a:lnTo>
                <a:lnTo>
                  <a:pt x="1646809" y="90982"/>
                </a:lnTo>
                <a:lnTo>
                  <a:pt x="1648345" y="89738"/>
                </a:lnTo>
                <a:lnTo>
                  <a:pt x="1715151" y="50768"/>
                </a:lnTo>
                <a:lnTo>
                  <a:pt x="1724545" y="56248"/>
                </a:lnTo>
                <a:lnTo>
                  <a:pt x="1727746" y="56248"/>
                </a:lnTo>
                <a:lnTo>
                  <a:pt x="1727746" y="57111"/>
                </a:lnTo>
                <a:lnTo>
                  <a:pt x="1729459" y="57111"/>
                </a:lnTo>
                <a:lnTo>
                  <a:pt x="1654746" y="100698"/>
                </a:lnTo>
                <a:lnTo>
                  <a:pt x="1652892" y="101422"/>
                </a:lnTo>
                <a:lnTo>
                  <a:pt x="1650911" y="101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04180" y="3135083"/>
            <a:ext cx="3307079" cy="749300"/>
          </a:xfrm>
          <a:custGeom>
            <a:avLst/>
            <a:gdLst/>
            <a:ahLst/>
            <a:cxnLst/>
            <a:rect l="l" t="t" r="r" b="b"/>
            <a:pathLst>
              <a:path w="3307079" h="749300">
                <a:moveTo>
                  <a:pt x="6959" y="95123"/>
                </a:moveTo>
                <a:lnTo>
                  <a:pt x="0" y="89446"/>
                </a:lnTo>
                <a:lnTo>
                  <a:pt x="114" y="87452"/>
                </a:lnTo>
                <a:lnTo>
                  <a:pt x="838" y="85610"/>
                </a:lnTo>
                <a:lnTo>
                  <a:pt x="50774" y="0"/>
                </a:lnTo>
                <a:lnTo>
                  <a:pt x="58123" y="12598"/>
                </a:lnTo>
                <a:lnTo>
                  <a:pt x="44424" y="12598"/>
                </a:lnTo>
                <a:lnTo>
                  <a:pt x="44424" y="36089"/>
                </a:lnTo>
                <a:lnTo>
                  <a:pt x="11811" y="91998"/>
                </a:lnTo>
                <a:lnTo>
                  <a:pt x="10553" y="93548"/>
                </a:lnTo>
                <a:lnTo>
                  <a:pt x="8877" y="94615"/>
                </a:lnTo>
                <a:lnTo>
                  <a:pt x="6959" y="95123"/>
                </a:lnTo>
                <a:close/>
              </a:path>
              <a:path w="3307079" h="749300">
                <a:moveTo>
                  <a:pt x="44424" y="36089"/>
                </a:moveTo>
                <a:lnTo>
                  <a:pt x="44424" y="12598"/>
                </a:lnTo>
                <a:lnTo>
                  <a:pt x="57124" y="12598"/>
                </a:lnTo>
                <a:lnTo>
                  <a:pt x="57124" y="15798"/>
                </a:lnTo>
                <a:lnTo>
                  <a:pt x="45288" y="15798"/>
                </a:lnTo>
                <a:lnTo>
                  <a:pt x="50774" y="25204"/>
                </a:lnTo>
                <a:lnTo>
                  <a:pt x="44424" y="36089"/>
                </a:lnTo>
                <a:close/>
              </a:path>
              <a:path w="3307079" h="749300">
                <a:moveTo>
                  <a:pt x="94589" y="95123"/>
                </a:moveTo>
                <a:lnTo>
                  <a:pt x="92659" y="94615"/>
                </a:lnTo>
                <a:lnTo>
                  <a:pt x="90995" y="93548"/>
                </a:lnTo>
                <a:lnTo>
                  <a:pt x="89738" y="91998"/>
                </a:lnTo>
                <a:lnTo>
                  <a:pt x="57124" y="36089"/>
                </a:lnTo>
                <a:lnTo>
                  <a:pt x="57124" y="12598"/>
                </a:lnTo>
                <a:lnTo>
                  <a:pt x="58123" y="12598"/>
                </a:lnTo>
                <a:lnTo>
                  <a:pt x="100711" y="85610"/>
                </a:lnTo>
                <a:lnTo>
                  <a:pt x="101422" y="87452"/>
                </a:lnTo>
                <a:lnTo>
                  <a:pt x="101536" y="89446"/>
                </a:lnTo>
                <a:lnTo>
                  <a:pt x="101028" y="91363"/>
                </a:lnTo>
                <a:lnTo>
                  <a:pt x="99961" y="93027"/>
                </a:lnTo>
                <a:lnTo>
                  <a:pt x="98425" y="94284"/>
                </a:lnTo>
                <a:lnTo>
                  <a:pt x="96570" y="95008"/>
                </a:lnTo>
                <a:lnTo>
                  <a:pt x="94589" y="95123"/>
                </a:lnTo>
                <a:close/>
              </a:path>
              <a:path w="3307079" h="749300">
                <a:moveTo>
                  <a:pt x="50774" y="25204"/>
                </a:moveTo>
                <a:lnTo>
                  <a:pt x="45288" y="15798"/>
                </a:lnTo>
                <a:lnTo>
                  <a:pt x="56261" y="15798"/>
                </a:lnTo>
                <a:lnTo>
                  <a:pt x="50774" y="25204"/>
                </a:lnTo>
                <a:close/>
              </a:path>
              <a:path w="3307079" h="749300">
                <a:moveTo>
                  <a:pt x="57124" y="36089"/>
                </a:moveTo>
                <a:lnTo>
                  <a:pt x="50774" y="25204"/>
                </a:lnTo>
                <a:lnTo>
                  <a:pt x="56261" y="15798"/>
                </a:lnTo>
                <a:lnTo>
                  <a:pt x="57124" y="15798"/>
                </a:lnTo>
                <a:lnTo>
                  <a:pt x="57124" y="36089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3293808" y="16332"/>
                </a:lnTo>
                <a:lnTo>
                  <a:pt x="3306508" y="16332"/>
                </a:lnTo>
                <a:lnTo>
                  <a:pt x="3306508" y="736600"/>
                </a:lnTo>
                <a:lnTo>
                  <a:pt x="330015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9300"/>
                </a:moveTo>
                <a:lnTo>
                  <a:pt x="44424" y="749300"/>
                </a:lnTo>
                <a:lnTo>
                  <a:pt x="44424" y="36089"/>
                </a:lnTo>
                <a:lnTo>
                  <a:pt x="50774" y="25204"/>
                </a:lnTo>
                <a:lnTo>
                  <a:pt x="57124" y="36089"/>
                </a:lnTo>
                <a:lnTo>
                  <a:pt x="57124" y="736600"/>
                </a:lnTo>
                <a:lnTo>
                  <a:pt x="50774" y="736600"/>
                </a:lnTo>
                <a:lnTo>
                  <a:pt x="57124" y="742950"/>
                </a:lnTo>
                <a:lnTo>
                  <a:pt x="3306508" y="742950"/>
                </a:lnTo>
                <a:lnTo>
                  <a:pt x="3306508" y="749300"/>
                </a:lnTo>
                <a:close/>
              </a:path>
              <a:path w="3307079" h="749300">
                <a:moveTo>
                  <a:pt x="57124" y="742950"/>
                </a:moveTo>
                <a:lnTo>
                  <a:pt x="50774" y="736600"/>
                </a:lnTo>
                <a:lnTo>
                  <a:pt x="57124" y="736600"/>
                </a:lnTo>
                <a:lnTo>
                  <a:pt x="57124" y="742950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57124" y="742950"/>
                </a:lnTo>
                <a:lnTo>
                  <a:pt x="57124" y="736600"/>
                </a:lnTo>
                <a:lnTo>
                  <a:pt x="329380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2950"/>
                </a:moveTo>
                <a:lnTo>
                  <a:pt x="3293808" y="742950"/>
                </a:lnTo>
                <a:lnTo>
                  <a:pt x="3300158" y="736600"/>
                </a:lnTo>
                <a:lnTo>
                  <a:pt x="3306508" y="736600"/>
                </a:lnTo>
                <a:lnTo>
                  <a:pt x="3306508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68105" y="3257905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 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2053" y="2544445"/>
            <a:ext cx="1625600" cy="126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闭合导体回路原 磁通量的变化</a:t>
            </a:r>
            <a:endParaRPr sz="1800">
              <a:latin typeface="华文楷体"/>
              <a:cs typeface="华文楷体"/>
            </a:endParaRPr>
          </a:p>
          <a:p>
            <a:pPr marL="535305" marR="853440">
              <a:lnSpc>
                <a:spcPct val="100000"/>
              </a:lnSpc>
              <a:spcBef>
                <a:spcPts val="1140"/>
              </a:spcBef>
            </a:pPr>
            <a:r>
              <a:rPr dirty="0" sz="1800" spc="-5" b="1" i="1">
                <a:solidFill>
                  <a:srgbClr val="FF0000"/>
                </a:solidFill>
                <a:latin typeface="华文楷体"/>
                <a:cs typeface="华文楷体"/>
              </a:rPr>
              <a:t>阻 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05728" y="3553967"/>
            <a:ext cx="1812289" cy="571500"/>
          </a:xfrm>
          <a:custGeom>
            <a:avLst/>
            <a:gdLst/>
            <a:ahLst/>
            <a:cxnLst/>
            <a:rect l="l" t="t" r="r" b="b"/>
            <a:pathLst>
              <a:path w="1812290" h="571500">
                <a:moveTo>
                  <a:pt x="0" y="0"/>
                </a:moveTo>
                <a:lnTo>
                  <a:pt x="1812035" y="0"/>
                </a:lnTo>
                <a:lnTo>
                  <a:pt x="181203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01193" y="3548862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05728" y="3526320"/>
            <a:ext cx="181228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感应电流的磁场</a:t>
            </a:r>
            <a:endParaRPr sz="1800">
              <a:latin typeface="华文楷体"/>
              <a:cs typeface="华文楷体"/>
            </a:endParaRPr>
          </a:p>
          <a:p>
            <a:pPr algn="ctr" marL="635">
              <a:lnSpc>
                <a:spcPct val="100000"/>
              </a:lnSpc>
            </a:pPr>
            <a:r>
              <a:rPr dirty="0" sz="1800" i="1">
                <a:latin typeface="华文楷体"/>
                <a:cs typeface="华文楷体"/>
              </a:rPr>
              <a:t>（中间量）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65411" y="4188638"/>
            <a:ext cx="5087620" cy="120967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baseline="-5555" sz="3000" spc="7" i="1">
                <a:latin typeface="华文楷体"/>
                <a:cs typeface="华文楷体"/>
              </a:rPr>
              <a:t>①</a:t>
            </a:r>
            <a:r>
              <a:rPr dirty="0" baseline="-5555" sz="3000" spc="277" i="1">
                <a:latin typeface="华文楷体"/>
                <a:cs typeface="华文楷体"/>
              </a:rPr>
              <a:t> </a:t>
            </a:r>
            <a:r>
              <a:rPr dirty="0" baseline="-5555" sz="3000" i="1">
                <a:latin typeface="华文楷体"/>
                <a:cs typeface="华文楷体"/>
              </a:rPr>
              <a:t>谁在阻碍</a:t>
            </a:r>
            <a:r>
              <a:rPr dirty="0" baseline="-5555" sz="3000" spc="112" i="1">
                <a:latin typeface="华文楷体"/>
                <a:cs typeface="华文楷体"/>
              </a:rPr>
              <a:t>？</a:t>
            </a:r>
            <a:r>
              <a:rPr dirty="0" sz="1800" spc="7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1800" i="1">
                <a:solidFill>
                  <a:srgbClr val="01611F"/>
                </a:solidFill>
                <a:latin typeface="华文楷体"/>
                <a:cs typeface="华文楷体"/>
              </a:rPr>
              <a:t>感应电流的磁场”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baseline="-4166" sz="3000" spc="7" i="1">
                <a:latin typeface="华文楷体"/>
                <a:cs typeface="华文楷体"/>
              </a:rPr>
              <a:t>②</a:t>
            </a:r>
            <a:r>
              <a:rPr dirty="0" baseline="-4166" sz="3000" spc="165" i="1">
                <a:latin typeface="华文楷体"/>
                <a:cs typeface="华文楷体"/>
              </a:rPr>
              <a:t> </a:t>
            </a:r>
            <a:r>
              <a:rPr dirty="0" baseline="-4166" sz="3000" i="1">
                <a:latin typeface="华文楷体"/>
                <a:cs typeface="华文楷体"/>
              </a:rPr>
              <a:t>阻碍什么</a:t>
            </a:r>
            <a:r>
              <a:rPr dirty="0" baseline="-4166" sz="3000" spc="112" i="1">
                <a:latin typeface="华文楷体"/>
                <a:cs typeface="华文楷体"/>
              </a:rPr>
              <a:t>？</a:t>
            </a:r>
            <a:r>
              <a:rPr dirty="0" sz="1800" spc="7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1800" i="1">
                <a:solidFill>
                  <a:srgbClr val="01611F"/>
                </a:solidFill>
                <a:latin typeface="华文楷体"/>
                <a:cs typeface="华文楷体"/>
              </a:rPr>
              <a:t>引起感应电流的磁通量的变化”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000" spc="5" i="1">
                <a:latin typeface="华文楷体"/>
                <a:cs typeface="华文楷体"/>
              </a:rPr>
              <a:t>③</a:t>
            </a:r>
            <a:r>
              <a:rPr dirty="0" sz="2000" spc="190" i="1">
                <a:latin typeface="华文楷体"/>
                <a:cs typeface="华文楷体"/>
              </a:rPr>
              <a:t> </a:t>
            </a:r>
            <a:r>
              <a:rPr dirty="0" sz="2000" i="1">
                <a:latin typeface="华文楷体"/>
                <a:cs typeface="华文楷体"/>
              </a:rPr>
              <a:t>如何阻碍</a:t>
            </a:r>
            <a:r>
              <a:rPr dirty="0" sz="2000" spc="75" i="1">
                <a:latin typeface="华文楷体"/>
                <a:cs typeface="华文楷体"/>
              </a:rPr>
              <a:t>？</a:t>
            </a:r>
            <a:r>
              <a:rPr dirty="0" sz="1800" spc="7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1800" i="1">
                <a:solidFill>
                  <a:srgbClr val="01611F"/>
                </a:solidFill>
                <a:latin typeface="华文楷体"/>
                <a:cs typeface="华文楷体"/>
              </a:rPr>
              <a:t>增反减同”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68637" y="2569768"/>
            <a:ext cx="784860" cy="581025"/>
          </a:xfrm>
          <a:custGeom>
            <a:avLst/>
            <a:gdLst/>
            <a:ahLst/>
            <a:cxnLst/>
            <a:rect l="l" t="t" r="r" b="b"/>
            <a:pathLst>
              <a:path w="784860" h="581025">
                <a:moveTo>
                  <a:pt x="784479" y="581025"/>
                </a:moveTo>
                <a:lnTo>
                  <a:pt x="0" y="581025"/>
                </a:lnTo>
                <a:lnTo>
                  <a:pt x="0" y="0"/>
                </a:lnTo>
                <a:lnTo>
                  <a:pt x="784479" y="0"/>
                </a:lnTo>
                <a:lnTo>
                  <a:pt x="78447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784479" y="576262"/>
                </a:lnTo>
                <a:lnTo>
                  <a:pt x="784479" y="581025"/>
                </a:lnTo>
                <a:close/>
              </a:path>
              <a:path w="78486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84860" h="581025">
                <a:moveTo>
                  <a:pt x="77495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74954" y="4762"/>
                </a:lnTo>
                <a:lnTo>
                  <a:pt x="774954" y="9525"/>
                </a:lnTo>
                <a:close/>
              </a:path>
              <a:path w="784860" h="581025">
                <a:moveTo>
                  <a:pt x="774954" y="576262"/>
                </a:moveTo>
                <a:lnTo>
                  <a:pt x="774954" y="4762"/>
                </a:lnTo>
                <a:lnTo>
                  <a:pt x="779716" y="9525"/>
                </a:lnTo>
                <a:lnTo>
                  <a:pt x="784479" y="9525"/>
                </a:lnTo>
                <a:lnTo>
                  <a:pt x="784479" y="571500"/>
                </a:lnTo>
                <a:lnTo>
                  <a:pt x="779716" y="571500"/>
                </a:lnTo>
                <a:lnTo>
                  <a:pt x="774954" y="576262"/>
                </a:lnTo>
                <a:close/>
              </a:path>
              <a:path w="784860" h="581025">
                <a:moveTo>
                  <a:pt x="784479" y="9525"/>
                </a:moveTo>
                <a:lnTo>
                  <a:pt x="779716" y="9525"/>
                </a:lnTo>
                <a:lnTo>
                  <a:pt x="774954" y="4762"/>
                </a:lnTo>
                <a:lnTo>
                  <a:pt x="784479" y="4762"/>
                </a:lnTo>
                <a:lnTo>
                  <a:pt x="784479" y="9525"/>
                </a:lnTo>
                <a:close/>
              </a:path>
              <a:path w="78486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784860" h="581025">
                <a:moveTo>
                  <a:pt x="774954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774954" y="571500"/>
                </a:lnTo>
                <a:lnTo>
                  <a:pt x="774954" y="576262"/>
                </a:lnTo>
                <a:close/>
              </a:path>
              <a:path w="784860" h="581025">
                <a:moveTo>
                  <a:pt x="784479" y="576262"/>
                </a:moveTo>
                <a:lnTo>
                  <a:pt x="774954" y="576262"/>
                </a:lnTo>
                <a:lnTo>
                  <a:pt x="779716" y="571500"/>
                </a:lnTo>
                <a:lnTo>
                  <a:pt x="784479" y="571500"/>
                </a:lnTo>
                <a:lnTo>
                  <a:pt x="784479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48341" y="2807080"/>
            <a:ext cx="713740" cy="101600"/>
          </a:xfrm>
          <a:custGeom>
            <a:avLst/>
            <a:gdLst/>
            <a:ahLst/>
            <a:cxnLst/>
            <a:rect l="l" t="t" r="r" b="b"/>
            <a:pathLst>
              <a:path w="713739" h="101600">
                <a:moveTo>
                  <a:pt x="677500" y="44211"/>
                </a:moveTo>
                <a:lnTo>
                  <a:pt x="621474" y="11823"/>
                </a:lnTo>
                <a:lnTo>
                  <a:pt x="619925" y="10566"/>
                </a:lnTo>
                <a:lnTo>
                  <a:pt x="618845" y="8902"/>
                </a:lnTo>
                <a:lnTo>
                  <a:pt x="618337" y="6985"/>
                </a:lnTo>
                <a:lnTo>
                  <a:pt x="618439" y="4991"/>
                </a:lnTo>
                <a:lnTo>
                  <a:pt x="619150" y="3136"/>
                </a:lnTo>
                <a:lnTo>
                  <a:pt x="620407" y="1600"/>
                </a:lnTo>
                <a:lnTo>
                  <a:pt x="622071" y="520"/>
                </a:lnTo>
                <a:lnTo>
                  <a:pt x="623989" y="0"/>
                </a:lnTo>
                <a:lnTo>
                  <a:pt x="625970" y="114"/>
                </a:lnTo>
                <a:lnTo>
                  <a:pt x="627824" y="825"/>
                </a:lnTo>
                <a:lnTo>
                  <a:pt x="702727" y="44119"/>
                </a:lnTo>
                <a:lnTo>
                  <a:pt x="677500" y="44211"/>
                </a:lnTo>
                <a:close/>
              </a:path>
              <a:path w="713739" h="101600">
                <a:moveTo>
                  <a:pt x="688416" y="50521"/>
                </a:moveTo>
                <a:lnTo>
                  <a:pt x="677500" y="44211"/>
                </a:lnTo>
                <a:lnTo>
                  <a:pt x="701001" y="44119"/>
                </a:lnTo>
                <a:lnTo>
                  <a:pt x="701005" y="44996"/>
                </a:lnTo>
                <a:lnTo>
                  <a:pt x="697801" y="44996"/>
                </a:lnTo>
                <a:lnTo>
                  <a:pt x="688416" y="50521"/>
                </a:lnTo>
                <a:close/>
              </a:path>
              <a:path w="713739" h="101600">
                <a:moveTo>
                  <a:pt x="624382" y="101536"/>
                </a:moveTo>
                <a:lnTo>
                  <a:pt x="618680" y="94615"/>
                </a:lnTo>
                <a:lnTo>
                  <a:pt x="619175" y="92684"/>
                </a:lnTo>
                <a:lnTo>
                  <a:pt x="620242" y="91008"/>
                </a:lnTo>
                <a:lnTo>
                  <a:pt x="621779" y="89750"/>
                </a:lnTo>
                <a:lnTo>
                  <a:pt x="677561" y="56911"/>
                </a:lnTo>
                <a:lnTo>
                  <a:pt x="701052" y="56819"/>
                </a:lnTo>
                <a:lnTo>
                  <a:pt x="701001" y="44119"/>
                </a:lnTo>
                <a:lnTo>
                  <a:pt x="702727" y="44119"/>
                </a:lnTo>
                <a:lnTo>
                  <a:pt x="713625" y="50419"/>
                </a:lnTo>
                <a:lnTo>
                  <a:pt x="628218" y="100698"/>
                </a:lnTo>
                <a:lnTo>
                  <a:pt x="626363" y="101422"/>
                </a:lnTo>
                <a:lnTo>
                  <a:pt x="624382" y="101536"/>
                </a:lnTo>
                <a:close/>
              </a:path>
              <a:path w="713739" h="101600">
                <a:moveTo>
                  <a:pt x="38" y="59550"/>
                </a:moveTo>
                <a:lnTo>
                  <a:pt x="0" y="46850"/>
                </a:lnTo>
                <a:lnTo>
                  <a:pt x="677500" y="44211"/>
                </a:lnTo>
                <a:lnTo>
                  <a:pt x="688416" y="50521"/>
                </a:lnTo>
                <a:lnTo>
                  <a:pt x="677561" y="56911"/>
                </a:lnTo>
                <a:lnTo>
                  <a:pt x="38" y="59550"/>
                </a:lnTo>
                <a:close/>
              </a:path>
              <a:path w="713739" h="101600">
                <a:moveTo>
                  <a:pt x="697839" y="55968"/>
                </a:moveTo>
                <a:lnTo>
                  <a:pt x="688416" y="50521"/>
                </a:lnTo>
                <a:lnTo>
                  <a:pt x="697801" y="44996"/>
                </a:lnTo>
                <a:lnTo>
                  <a:pt x="697839" y="55968"/>
                </a:lnTo>
                <a:close/>
              </a:path>
              <a:path w="713739" h="101600">
                <a:moveTo>
                  <a:pt x="701049" y="55968"/>
                </a:moveTo>
                <a:lnTo>
                  <a:pt x="697839" y="55968"/>
                </a:lnTo>
                <a:lnTo>
                  <a:pt x="697801" y="44996"/>
                </a:lnTo>
                <a:lnTo>
                  <a:pt x="701005" y="44996"/>
                </a:lnTo>
                <a:lnTo>
                  <a:pt x="701049" y="55968"/>
                </a:lnTo>
                <a:close/>
              </a:path>
              <a:path w="713739" h="101600">
                <a:moveTo>
                  <a:pt x="677561" y="56911"/>
                </a:moveTo>
                <a:lnTo>
                  <a:pt x="688416" y="50521"/>
                </a:lnTo>
                <a:lnTo>
                  <a:pt x="697839" y="55968"/>
                </a:lnTo>
                <a:lnTo>
                  <a:pt x="701049" y="55968"/>
                </a:lnTo>
                <a:lnTo>
                  <a:pt x="701052" y="56819"/>
                </a:lnTo>
                <a:lnTo>
                  <a:pt x="677561" y="56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33761" y="2499995"/>
            <a:ext cx="34721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1645" algn="l"/>
              </a:tabLst>
            </a:pPr>
            <a:r>
              <a:rPr dirty="0" sz="1800" i="1">
                <a:latin typeface="华文楷体"/>
                <a:cs typeface="华文楷体"/>
              </a:rPr>
              <a:t>引起	</a:t>
            </a:r>
            <a:r>
              <a:rPr dirty="0" baseline="1543" sz="2700" i="1">
                <a:latin typeface="华文楷体"/>
                <a:cs typeface="华文楷体"/>
              </a:rPr>
              <a:t>产生</a:t>
            </a:r>
            <a:endParaRPr baseline="1543" sz="27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48990" y="3136188"/>
            <a:ext cx="2012314" cy="749300"/>
          </a:xfrm>
          <a:custGeom>
            <a:avLst/>
            <a:gdLst/>
            <a:ahLst/>
            <a:cxnLst/>
            <a:rect l="l" t="t" r="r" b="b"/>
            <a:pathLst>
              <a:path w="2012314" h="749300">
                <a:moveTo>
                  <a:pt x="6959" y="95123"/>
                </a:moveTo>
                <a:lnTo>
                  <a:pt x="0" y="89446"/>
                </a:lnTo>
                <a:lnTo>
                  <a:pt x="114" y="87452"/>
                </a:lnTo>
                <a:lnTo>
                  <a:pt x="838" y="85610"/>
                </a:lnTo>
                <a:lnTo>
                  <a:pt x="50774" y="0"/>
                </a:lnTo>
                <a:lnTo>
                  <a:pt x="58130" y="12611"/>
                </a:lnTo>
                <a:lnTo>
                  <a:pt x="44424" y="12611"/>
                </a:lnTo>
                <a:lnTo>
                  <a:pt x="44424" y="36102"/>
                </a:lnTo>
                <a:lnTo>
                  <a:pt x="11811" y="92011"/>
                </a:lnTo>
                <a:lnTo>
                  <a:pt x="10553" y="93548"/>
                </a:lnTo>
                <a:lnTo>
                  <a:pt x="8877" y="94615"/>
                </a:lnTo>
                <a:lnTo>
                  <a:pt x="6959" y="95123"/>
                </a:lnTo>
                <a:close/>
              </a:path>
              <a:path w="2012314" h="749300">
                <a:moveTo>
                  <a:pt x="44424" y="36102"/>
                </a:moveTo>
                <a:lnTo>
                  <a:pt x="44424" y="12611"/>
                </a:lnTo>
                <a:lnTo>
                  <a:pt x="57124" y="12611"/>
                </a:lnTo>
                <a:lnTo>
                  <a:pt x="57124" y="15811"/>
                </a:lnTo>
                <a:lnTo>
                  <a:pt x="45288" y="15811"/>
                </a:lnTo>
                <a:lnTo>
                  <a:pt x="50774" y="25216"/>
                </a:lnTo>
                <a:lnTo>
                  <a:pt x="44424" y="36102"/>
                </a:lnTo>
                <a:close/>
              </a:path>
              <a:path w="2012314" h="749300">
                <a:moveTo>
                  <a:pt x="94589" y="95123"/>
                </a:moveTo>
                <a:lnTo>
                  <a:pt x="92659" y="94615"/>
                </a:lnTo>
                <a:lnTo>
                  <a:pt x="90995" y="93548"/>
                </a:lnTo>
                <a:lnTo>
                  <a:pt x="89738" y="92011"/>
                </a:lnTo>
                <a:lnTo>
                  <a:pt x="57124" y="36102"/>
                </a:lnTo>
                <a:lnTo>
                  <a:pt x="57124" y="12611"/>
                </a:lnTo>
                <a:lnTo>
                  <a:pt x="58130" y="12611"/>
                </a:lnTo>
                <a:lnTo>
                  <a:pt x="100711" y="85610"/>
                </a:lnTo>
                <a:lnTo>
                  <a:pt x="101422" y="87452"/>
                </a:lnTo>
                <a:lnTo>
                  <a:pt x="101536" y="89446"/>
                </a:lnTo>
                <a:lnTo>
                  <a:pt x="101028" y="91363"/>
                </a:lnTo>
                <a:lnTo>
                  <a:pt x="99961" y="93040"/>
                </a:lnTo>
                <a:lnTo>
                  <a:pt x="98425" y="94297"/>
                </a:lnTo>
                <a:lnTo>
                  <a:pt x="96570" y="95008"/>
                </a:lnTo>
                <a:lnTo>
                  <a:pt x="94589" y="95123"/>
                </a:lnTo>
                <a:close/>
              </a:path>
              <a:path w="2012314" h="749300">
                <a:moveTo>
                  <a:pt x="50774" y="25216"/>
                </a:moveTo>
                <a:lnTo>
                  <a:pt x="45288" y="15811"/>
                </a:lnTo>
                <a:lnTo>
                  <a:pt x="56261" y="15811"/>
                </a:lnTo>
                <a:lnTo>
                  <a:pt x="50774" y="25216"/>
                </a:lnTo>
                <a:close/>
              </a:path>
              <a:path w="2012314" h="749300">
                <a:moveTo>
                  <a:pt x="57124" y="36102"/>
                </a:moveTo>
                <a:lnTo>
                  <a:pt x="50774" y="25216"/>
                </a:lnTo>
                <a:lnTo>
                  <a:pt x="56261" y="15811"/>
                </a:lnTo>
                <a:lnTo>
                  <a:pt x="57124" y="15811"/>
                </a:lnTo>
                <a:lnTo>
                  <a:pt x="57124" y="36102"/>
                </a:lnTo>
                <a:close/>
              </a:path>
              <a:path w="2012314" h="749300">
                <a:moveTo>
                  <a:pt x="1999614" y="742950"/>
                </a:moveTo>
                <a:lnTo>
                  <a:pt x="1999614" y="16332"/>
                </a:lnTo>
                <a:lnTo>
                  <a:pt x="2012314" y="16332"/>
                </a:lnTo>
                <a:lnTo>
                  <a:pt x="2012314" y="736600"/>
                </a:lnTo>
                <a:lnTo>
                  <a:pt x="2005964" y="736600"/>
                </a:lnTo>
                <a:lnTo>
                  <a:pt x="1999614" y="742950"/>
                </a:lnTo>
                <a:close/>
              </a:path>
              <a:path w="2012314" h="749300">
                <a:moveTo>
                  <a:pt x="2012314" y="749300"/>
                </a:moveTo>
                <a:lnTo>
                  <a:pt x="44424" y="749300"/>
                </a:lnTo>
                <a:lnTo>
                  <a:pt x="44424" y="36102"/>
                </a:lnTo>
                <a:lnTo>
                  <a:pt x="50774" y="25216"/>
                </a:lnTo>
                <a:lnTo>
                  <a:pt x="57124" y="36102"/>
                </a:lnTo>
                <a:lnTo>
                  <a:pt x="57124" y="736600"/>
                </a:lnTo>
                <a:lnTo>
                  <a:pt x="50774" y="736600"/>
                </a:lnTo>
                <a:lnTo>
                  <a:pt x="57124" y="742950"/>
                </a:lnTo>
                <a:lnTo>
                  <a:pt x="2012314" y="742950"/>
                </a:lnTo>
                <a:lnTo>
                  <a:pt x="2012314" y="749300"/>
                </a:lnTo>
                <a:close/>
              </a:path>
              <a:path w="2012314" h="749300">
                <a:moveTo>
                  <a:pt x="57124" y="742950"/>
                </a:moveTo>
                <a:lnTo>
                  <a:pt x="50774" y="736600"/>
                </a:lnTo>
                <a:lnTo>
                  <a:pt x="57124" y="736600"/>
                </a:lnTo>
                <a:lnTo>
                  <a:pt x="57124" y="742950"/>
                </a:lnTo>
                <a:close/>
              </a:path>
              <a:path w="2012314" h="749300">
                <a:moveTo>
                  <a:pt x="1999614" y="742950"/>
                </a:moveTo>
                <a:lnTo>
                  <a:pt x="57124" y="742950"/>
                </a:lnTo>
                <a:lnTo>
                  <a:pt x="57124" y="736600"/>
                </a:lnTo>
                <a:lnTo>
                  <a:pt x="1999614" y="736600"/>
                </a:lnTo>
                <a:lnTo>
                  <a:pt x="1999614" y="742950"/>
                </a:lnTo>
                <a:close/>
              </a:path>
              <a:path w="2012314" h="749300">
                <a:moveTo>
                  <a:pt x="2012314" y="742950"/>
                </a:moveTo>
                <a:lnTo>
                  <a:pt x="1999614" y="742950"/>
                </a:lnTo>
                <a:lnTo>
                  <a:pt x="2005964" y="736600"/>
                </a:lnTo>
                <a:lnTo>
                  <a:pt x="2012314" y="736600"/>
                </a:lnTo>
                <a:lnTo>
                  <a:pt x="2012314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109518" y="2547226"/>
            <a:ext cx="492759" cy="1266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相对 运动</a:t>
            </a:r>
            <a:endParaRPr sz="1800">
              <a:latin typeface="华文楷体"/>
              <a:cs typeface="华文楷体"/>
            </a:endParaRPr>
          </a:p>
          <a:p>
            <a:pPr marL="12700" marR="243204">
              <a:lnSpc>
                <a:spcPct val="100000"/>
              </a:lnSpc>
              <a:spcBef>
                <a:spcPts val="1125"/>
              </a:spcBef>
            </a:pPr>
            <a:r>
              <a:rPr dirty="0" sz="1800" spc="-5" b="1" i="1">
                <a:solidFill>
                  <a:srgbClr val="FF0000"/>
                </a:solidFill>
                <a:latin typeface="华文楷体"/>
                <a:cs typeface="华文楷体"/>
              </a:rPr>
              <a:t>阻 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808054" y="127218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6169" y="2085022"/>
            <a:ext cx="17646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29565" algn="l"/>
                <a:tab pos="330200" algn="l"/>
              </a:tabLst>
            </a:pPr>
            <a:r>
              <a:rPr dirty="0" sz="2800" i="1">
                <a:latin typeface="华文楷体"/>
                <a:cs typeface="华文楷体"/>
              </a:rPr>
              <a:t>实验观</a:t>
            </a:r>
            <a:r>
              <a:rPr dirty="0" sz="2800" spc="-5" i="1">
                <a:latin typeface="华文楷体"/>
                <a:cs typeface="华文楷体"/>
              </a:rPr>
              <a:t>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85459" y="2035365"/>
            <a:ext cx="1485900" cy="3727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05071" y="5163311"/>
            <a:ext cx="1251203" cy="544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08054" y="127218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1417319"/>
            <a:ext cx="6926580" cy="4351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0149" y="2095182"/>
            <a:ext cx="3068320" cy="1560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华文楷体"/>
                <a:cs typeface="华文楷体"/>
              </a:rPr>
              <a:t>2</a:t>
            </a:r>
            <a:r>
              <a:rPr dirty="0" sz="2400" b="1" i="1">
                <a:latin typeface="华文楷体"/>
                <a:cs typeface="华文楷体"/>
              </a:rPr>
              <a:t>、楞次定律的理</a:t>
            </a:r>
            <a:r>
              <a:rPr dirty="0" sz="2400" spc="-5" b="1" i="1">
                <a:latin typeface="华文楷体"/>
                <a:cs typeface="华文楷体"/>
              </a:rPr>
              <a:t>解</a:t>
            </a:r>
            <a:endParaRPr sz="2400">
              <a:latin typeface="华文楷体"/>
              <a:cs typeface="华文楷体"/>
            </a:endParaRPr>
          </a:p>
          <a:p>
            <a:pPr marL="66675">
              <a:lnSpc>
                <a:spcPct val="100000"/>
              </a:lnSpc>
              <a:spcBef>
                <a:spcPts val="2005"/>
              </a:spcBef>
            </a:pPr>
            <a:r>
              <a:rPr dirty="0" baseline="1157" sz="3600" spc="-727">
                <a:latin typeface="Cambria"/>
                <a:cs typeface="Cambria"/>
              </a:rPr>
              <a:t>④</a:t>
            </a:r>
            <a:r>
              <a:rPr dirty="0" baseline="1157" sz="3600" spc="-697">
                <a:latin typeface="Cambria"/>
                <a:cs typeface="Cambria"/>
              </a:rPr>
              <a:t> </a:t>
            </a:r>
            <a:r>
              <a:rPr dirty="0" baseline="1157" sz="3600" i="1">
                <a:latin typeface="华文楷体"/>
                <a:cs typeface="华文楷体"/>
              </a:rPr>
              <a:t>能否阻止</a:t>
            </a:r>
            <a:r>
              <a:rPr dirty="0" baseline="1157" sz="3600" spc="-960" i="1">
                <a:latin typeface="华文楷体"/>
                <a:cs typeface="华文楷体"/>
              </a:rPr>
              <a:t>？</a:t>
            </a:r>
            <a:r>
              <a:rPr dirty="0" sz="2400" spc="-640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2400" i="1">
                <a:solidFill>
                  <a:srgbClr val="01611F"/>
                </a:solidFill>
                <a:latin typeface="华文楷体"/>
                <a:cs typeface="华文楷体"/>
              </a:rPr>
              <a:t>不能”</a:t>
            </a:r>
            <a:endParaRPr sz="2400">
              <a:latin typeface="华文楷体"/>
              <a:cs typeface="华文楷体"/>
            </a:endParaRPr>
          </a:p>
          <a:p>
            <a:pPr marL="64135">
              <a:lnSpc>
                <a:spcPct val="100000"/>
              </a:lnSpc>
              <a:spcBef>
                <a:spcPts val="960"/>
              </a:spcBef>
            </a:pPr>
            <a:r>
              <a:rPr dirty="0" sz="2800" spc="-5" i="1">
                <a:latin typeface="华文楷体"/>
                <a:cs typeface="华文楷体"/>
              </a:rPr>
              <a:t>⑤</a:t>
            </a:r>
            <a:r>
              <a:rPr dirty="0" sz="2800" spc="-10" i="1">
                <a:latin typeface="华文楷体"/>
                <a:cs typeface="华文楷体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为何阻碍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08054" y="127218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71359" y="3432047"/>
            <a:ext cx="2443480" cy="1294130"/>
          </a:xfrm>
          <a:custGeom>
            <a:avLst/>
            <a:gdLst/>
            <a:ahLst/>
            <a:cxnLst/>
            <a:rect l="l" t="t" r="r" b="b"/>
            <a:pathLst>
              <a:path w="2443479" h="1294129">
                <a:moveTo>
                  <a:pt x="2226564" y="1293876"/>
                </a:moveTo>
                <a:lnTo>
                  <a:pt x="216408" y="1293876"/>
                </a:lnTo>
                <a:lnTo>
                  <a:pt x="166723" y="1288224"/>
                </a:lnTo>
                <a:lnTo>
                  <a:pt x="121157" y="1272027"/>
                </a:lnTo>
                <a:lnTo>
                  <a:pt x="80994" y="1246581"/>
                </a:lnTo>
                <a:lnTo>
                  <a:pt x="47520" y="1213183"/>
                </a:lnTo>
                <a:lnTo>
                  <a:pt x="22019" y="1173131"/>
                </a:lnTo>
                <a:lnTo>
                  <a:pt x="5776" y="1127723"/>
                </a:lnTo>
                <a:lnTo>
                  <a:pt x="76" y="1078255"/>
                </a:lnTo>
                <a:lnTo>
                  <a:pt x="0" y="214884"/>
                </a:lnTo>
                <a:lnTo>
                  <a:pt x="5728" y="165530"/>
                </a:lnTo>
                <a:lnTo>
                  <a:pt x="21991" y="120211"/>
                </a:lnTo>
                <a:lnTo>
                  <a:pt x="47506" y="80237"/>
                </a:lnTo>
                <a:lnTo>
                  <a:pt x="80988" y="46919"/>
                </a:lnTo>
                <a:lnTo>
                  <a:pt x="121155" y="21567"/>
                </a:lnTo>
                <a:lnTo>
                  <a:pt x="166723" y="5490"/>
                </a:lnTo>
                <a:lnTo>
                  <a:pt x="216408" y="0"/>
                </a:lnTo>
                <a:lnTo>
                  <a:pt x="2226564" y="0"/>
                </a:lnTo>
                <a:lnTo>
                  <a:pt x="2276127" y="5490"/>
                </a:lnTo>
                <a:lnTo>
                  <a:pt x="2321614" y="21567"/>
                </a:lnTo>
                <a:lnTo>
                  <a:pt x="2361740" y="46919"/>
                </a:lnTo>
                <a:lnTo>
                  <a:pt x="2395223" y="80237"/>
                </a:lnTo>
                <a:lnTo>
                  <a:pt x="2420778" y="120211"/>
                </a:lnTo>
                <a:lnTo>
                  <a:pt x="2437122" y="165530"/>
                </a:lnTo>
                <a:lnTo>
                  <a:pt x="2442972" y="214884"/>
                </a:lnTo>
                <a:lnTo>
                  <a:pt x="2442972" y="754379"/>
                </a:lnTo>
                <a:lnTo>
                  <a:pt x="2442572" y="1078255"/>
                </a:lnTo>
                <a:lnTo>
                  <a:pt x="2442972" y="1078991"/>
                </a:lnTo>
                <a:lnTo>
                  <a:pt x="2437122" y="1128186"/>
                </a:lnTo>
                <a:lnTo>
                  <a:pt x="2420778" y="1173400"/>
                </a:lnTo>
                <a:lnTo>
                  <a:pt x="2395223" y="1213320"/>
                </a:lnTo>
                <a:lnTo>
                  <a:pt x="2361740" y="1246639"/>
                </a:lnTo>
                <a:lnTo>
                  <a:pt x="2321614" y="1272044"/>
                </a:lnTo>
                <a:lnTo>
                  <a:pt x="2276127" y="1288226"/>
                </a:lnTo>
                <a:lnTo>
                  <a:pt x="2226564" y="1293876"/>
                </a:lnTo>
                <a:close/>
              </a:path>
              <a:path w="2443479" h="1294129">
                <a:moveTo>
                  <a:pt x="0" y="1078991"/>
                </a:moveTo>
                <a:lnTo>
                  <a:pt x="0" y="1078255"/>
                </a:lnTo>
                <a:lnTo>
                  <a:pt x="0" y="107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65086" y="3425139"/>
            <a:ext cx="2455545" cy="1295400"/>
          </a:xfrm>
          <a:custGeom>
            <a:avLst/>
            <a:gdLst/>
            <a:ahLst/>
            <a:cxnLst/>
            <a:rect l="l" t="t" r="r" b="b"/>
            <a:pathLst>
              <a:path w="2455545" h="1295400">
                <a:moveTo>
                  <a:pt x="2309456" y="12700"/>
                </a:moveTo>
                <a:lnTo>
                  <a:pt x="145745" y="12700"/>
                </a:lnTo>
                <a:lnTo>
                  <a:pt x="156057" y="0"/>
                </a:lnTo>
                <a:lnTo>
                  <a:pt x="2299131" y="0"/>
                </a:lnTo>
                <a:lnTo>
                  <a:pt x="2309456" y="12700"/>
                </a:lnTo>
                <a:close/>
              </a:path>
              <a:path w="2455545" h="1295400">
                <a:moveTo>
                  <a:pt x="140461" y="25400"/>
                </a:moveTo>
                <a:lnTo>
                  <a:pt x="116230" y="25400"/>
                </a:lnTo>
                <a:lnTo>
                  <a:pt x="125818" y="12700"/>
                </a:lnTo>
                <a:lnTo>
                  <a:pt x="150253" y="12700"/>
                </a:lnTo>
                <a:lnTo>
                  <a:pt x="140461" y="25400"/>
                </a:lnTo>
                <a:close/>
              </a:path>
              <a:path w="2455545" h="1295400">
                <a:moveTo>
                  <a:pt x="149961" y="25400"/>
                </a:moveTo>
                <a:lnTo>
                  <a:pt x="150253" y="12700"/>
                </a:lnTo>
                <a:lnTo>
                  <a:pt x="159981" y="12700"/>
                </a:lnTo>
                <a:lnTo>
                  <a:pt x="149961" y="25400"/>
                </a:lnTo>
                <a:close/>
              </a:path>
              <a:path w="2455545" h="1295400">
                <a:moveTo>
                  <a:pt x="2305227" y="25400"/>
                </a:moveTo>
                <a:lnTo>
                  <a:pt x="2295207" y="12700"/>
                </a:lnTo>
                <a:lnTo>
                  <a:pt x="2304935" y="12700"/>
                </a:lnTo>
                <a:lnTo>
                  <a:pt x="2305227" y="25400"/>
                </a:lnTo>
                <a:close/>
              </a:path>
              <a:path w="2455545" h="1295400">
                <a:moveTo>
                  <a:pt x="2338958" y="25400"/>
                </a:moveTo>
                <a:lnTo>
                  <a:pt x="2314740" y="25400"/>
                </a:lnTo>
                <a:lnTo>
                  <a:pt x="2304935" y="12700"/>
                </a:lnTo>
                <a:lnTo>
                  <a:pt x="2329383" y="12700"/>
                </a:lnTo>
                <a:lnTo>
                  <a:pt x="2338958" y="25400"/>
                </a:lnTo>
                <a:close/>
              </a:path>
              <a:path w="2455545" h="1295400">
                <a:moveTo>
                  <a:pt x="113398" y="38100"/>
                </a:moveTo>
                <a:lnTo>
                  <a:pt x="89217" y="38100"/>
                </a:lnTo>
                <a:lnTo>
                  <a:pt x="97916" y="25400"/>
                </a:lnTo>
                <a:lnTo>
                  <a:pt x="122427" y="25400"/>
                </a:lnTo>
                <a:lnTo>
                  <a:pt x="113398" y="38100"/>
                </a:lnTo>
                <a:close/>
              </a:path>
              <a:path w="2455545" h="1295400">
                <a:moveTo>
                  <a:pt x="2365971" y="38100"/>
                </a:moveTo>
                <a:lnTo>
                  <a:pt x="2341791" y="38100"/>
                </a:lnTo>
                <a:lnTo>
                  <a:pt x="2332761" y="25400"/>
                </a:lnTo>
                <a:lnTo>
                  <a:pt x="2357272" y="25400"/>
                </a:lnTo>
                <a:lnTo>
                  <a:pt x="2365971" y="38100"/>
                </a:lnTo>
                <a:close/>
              </a:path>
              <a:path w="2455545" h="1295400">
                <a:moveTo>
                  <a:pt x="81203" y="63500"/>
                </a:moveTo>
                <a:lnTo>
                  <a:pt x="65062" y="63500"/>
                </a:lnTo>
                <a:lnTo>
                  <a:pt x="72770" y="50800"/>
                </a:lnTo>
                <a:lnTo>
                  <a:pt x="80822" y="38100"/>
                </a:lnTo>
                <a:lnTo>
                  <a:pt x="105155" y="38100"/>
                </a:lnTo>
                <a:lnTo>
                  <a:pt x="96697" y="50800"/>
                </a:lnTo>
                <a:lnTo>
                  <a:pt x="89026" y="50800"/>
                </a:lnTo>
                <a:lnTo>
                  <a:pt x="81203" y="63500"/>
                </a:lnTo>
                <a:close/>
              </a:path>
              <a:path w="2455545" h="1295400">
                <a:moveTo>
                  <a:pt x="2390139" y="63500"/>
                </a:moveTo>
                <a:lnTo>
                  <a:pt x="2373998" y="63500"/>
                </a:lnTo>
                <a:lnTo>
                  <a:pt x="2366162" y="50800"/>
                </a:lnTo>
                <a:lnTo>
                  <a:pt x="2358491" y="50800"/>
                </a:lnTo>
                <a:lnTo>
                  <a:pt x="2350033" y="38100"/>
                </a:lnTo>
                <a:lnTo>
                  <a:pt x="2374366" y="38100"/>
                </a:lnTo>
                <a:lnTo>
                  <a:pt x="2382418" y="50800"/>
                </a:lnTo>
                <a:lnTo>
                  <a:pt x="2390139" y="63500"/>
                </a:lnTo>
                <a:close/>
              </a:path>
              <a:path w="2455545" h="1295400">
                <a:moveTo>
                  <a:pt x="54216" y="88900"/>
                </a:moveTo>
                <a:lnTo>
                  <a:pt x="44132" y="88900"/>
                </a:lnTo>
                <a:lnTo>
                  <a:pt x="50723" y="76200"/>
                </a:lnTo>
                <a:lnTo>
                  <a:pt x="57708" y="63500"/>
                </a:lnTo>
                <a:lnTo>
                  <a:pt x="74142" y="63500"/>
                </a:lnTo>
                <a:lnTo>
                  <a:pt x="67005" y="76200"/>
                </a:lnTo>
                <a:lnTo>
                  <a:pt x="60617" y="76200"/>
                </a:lnTo>
                <a:lnTo>
                  <a:pt x="54216" y="88900"/>
                </a:lnTo>
                <a:close/>
              </a:path>
              <a:path w="2455545" h="1295400">
                <a:moveTo>
                  <a:pt x="2411056" y="88900"/>
                </a:moveTo>
                <a:lnTo>
                  <a:pt x="2400985" y="88900"/>
                </a:lnTo>
                <a:lnTo>
                  <a:pt x="2394572" y="76200"/>
                </a:lnTo>
                <a:lnTo>
                  <a:pt x="2388196" y="76200"/>
                </a:lnTo>
                <a:lnTo>
                  <a:pt x="2381046" y="63500"/>
                </a:lnTo>
                <a:lnTo>
                  <a:pt x="2397493" y="63500"/>
                </a:lnTo>
                <a:lnTo>
                  <a:pt x="2404465" y="76200"/>
                </a:lnTo>
                <a:lnTo>
                  <a:pt x="2411056" y="88900"/>
                </a:lnTo>
                <a:close/>
              </a:path>
              <a:path w="2455545" h="1295400">
                <a:moveTo>
                  <a:pt x="60426" y="88900"/>
                </a:moveTo>
                <a:lnTo>
                  <a:pt x="60617" y="76200"/>
                </a:lnTo>
                <a:lnTo>
                  <a:pt x="67208" y="76200"/>
                </a:lnTo>
                <a:lnTo>
                  <a:pt x="60426" y="88900"/>
                </a:lnTo>
                <a:close/>
              </a:path>
              <a:path w="2455545" h="1295400">
                <a:moveTo>
                  <a:pt x="2394775" y="88900"/>
                </a:moveTo>
                <a:lnTo>
                  <a:pt x="2387993" y="76200"/>
                </a:lnTo>
                <a:lnTo>
                  <a:pt x="2394572" y="76200"/>
                </a:lnTo>
                <a:lnTo>
                  <a:pt x="2394775" y="88900"/>
                </a:lnTo>
                <a:close/>
              </a:path>
              <a:path w="2455545" h="1295400">
                <a:moveTo>
                  <a:pt x="37896" y="114300"/>
                </a:moveTo>
                <a:lnTo>
                  <a:pt x="26809" y="114300"/>
                </a:lnTo>
                <a:lnTo>
                  <a:pt x="32169" y="101600"/>
                </a:lnTo>
                <a:lnTo>
                  <a:pt x="37934" y="88900"/>
                </a:lnTo>
                <a:lnTo>
                  <a:pt x="54394" y="88900"/>
                </a:lnTo>
                <a:lnTo>
                  <a:pt x="48374" y="101600"/>
                </a:lnTo>
                <a:lnTo>
                  <a:pt x="43091" y="101600"/>
                </a:lnTo>
                <a:lnTo>
                  <a:pt x="37896" y="114300"/>
                </a:lnTo>
                <a:close/>
              </a:path>
              <a:path w="2455545" h="1295400">
                <a:moveTo>
                  <a:pt x="2428379" y="114300"/>
                </a:moveTo>
                <a:lnTo>
                  <a:pt x="2417292" y="114300"/>
                </a:lnTo>
                <a:lnTo>
                  <a:pt x="2412098" y="101600"/>
                </a:lnTo>
                <a:lnTo>
                  <a:pt x="2406815" y="101600"/>
                </a:lnTo>
                <a:lnTo>
                  <a:pt x="2400795" y="88900"/>
                </a:lnTo>
                <a:lnTo>
                  <a:pt x="2417254" y="88900"/>
                </a:lnTo>
                <a:lnTo>
                  <a:pt x="2423032" y="101600"/>
                </a:lnTo>
                <a:lnTo>
                  <a:pt x="2428379" y="114300"/>
                </a:lnTo>
                <a:close/>
              </a:path>
              <a:path w="2455545" h="1295400">
                <a:moveTo>
                  <a:pt x="19253" y="165100"/>
                </a:moveTo>
                <a:lnTo>
                  <a:pt x="6997" y="165100"/>
                </a:lnTo>
                <a:lnTo>
                  <a:pt x="9994" y="152400"/>
                </a:lnTo>
                <a:lnTo>
                  <a:pt x="13487" y="139700"/>
                </a:lnTo>
                <a:lnTo>
                  <a:pt x="17462" y="127000"/>
                </a:lnTo>
                <a:lnTo>
                  <a:pt x="21907" y="114300"/>
                </a:lnTo>
                <a:lnTo>
                  <a:pt x="38049" y="114300"/>
                </a:lnTo>
                <a:lnTo>
                  <a:pt x="33286" y="127000"/>
                </a:lnTo>
                <a:lnTo>
                  <a:pt x="29095" y="139700"/>
                </a:lnTo>
                <a:lnTo>
                  <a:pt x="25463" y="139700"/>
                </a:lnTo>
                <a:lnTo>
                  <a:pt x="22072" y="152400"/>
                </a:lnTo>
                <a:lnTo>
                  <a:pt x="19253" y="165100"/>
                </a:lnTo>
                <a:close/>
              </a:path>
              <a:path w="2455545" h="1295400">
                <a:moveTo>
                  <a:pt x="2448191" y="165100"/>
                </a:moveTo>
                <a:lnTo>
                  <a:pt x="2435936" y="165100"/>
                </a:lnTo>
                <a:lnTo>
                  <a:pt x="2433027" y="152400"/>
                </a:lnTo>
                <a:lnTo>
                  <a:pt x="2429725" y="139700"/>
                </a:lnTo>
                <a:lnTo>
                  <a:pt x="2426093" y="139700"/>
                </a:lnTo>
                <a:lnTo>
                  <a:pt x="2421775" y="127000"/>
                </a:lnTo>
                <a:lnTo>
                  <a:pt x="2421915" y="127000"/>
                </a:lnTo>
                <a:lnTo>
                  <a:pt x="2417140" y="114300"/>
                </a:lnTo>
                <a:lnTo>
                  <a:pt x="2433281" y="114300"/>
                </a:lnTo>
                <a:lnTo>
                  <a:pt x="2437739" y="127000"/>
                </a:lnTo>
                <a:lnTo>
                  <a:pt x="2441714" y="139700"/>
                </a:lnTo>
                <a:lnTo>
                  <a:pt x="2445207" y="152400"/>
                </a:lnTo>
                <a:lnTo>
                  <a:pt x="2448191" y="165100"/>
                </a:lnTo>
                <a:close/>
              </a:path>
              <a:path w="2455545" h="1295400">
                <a:moveTo>
                  <a:pt x="14376" y="190500"/>
                </a:moveTo>
                <a:lnTo>
                  <a:pt x="1790" y="190500"/>
                </a:lnTo>
                <a:lnTo>
                  <a:pt x="2565" y="177800"/>
                </a:lnTo>
                <a:lnTo>
                  <a:pt x="4521" y="165100"/>
                </a:lnTo>
                <a:lnTo>
                  <a:pt x="19329" y="165100"/>
                </a:lnTo>
                <a:lnTo>
                  <a:pt x="16929" y="177800"/>
                </a:lnTo>
                <a:lnTo>
                  <a:pt x="15125" y="177800"/>
                </a:lnTo>
                <a:lnTo>
                  <a:pt x="14376" y="190500"/>
                </a:lnTo>
                <a:close/>
              </a:path>
              <a:path w="2455545" h="1295400">
                <a:moveTo>
                  <a:pt x="2453398" y="190500"/>
                </a:moveTo>
                <a:lnTo>
                  <a:pt x="2440812" y="190500"/>
                </a:lnTo>
                <a:lnTo>
                  <a:pt x="2440063" y="177800"/>
                </a:lnTo>
                <a:lnTo>
                  <a:pt x="2438273" y="177800"/>
                </a:lnTo>
                <a:lnTo>
                  <a:pt x="2435859" y="165100"/>
                </a:lnTo>
                <a:lnTo>
                  <a:pt x="2450680" y="165100"/>
                </a:lnTo>
                <a:lnTo>
                  <a:pt x="2452624" y="177800"/>
                </a:lnTo>
                <a:lnTo>
                  <a:pt x="2453398" y="190500"/>
                </a:lnTo>
                <a:close/>
              </a:path>
              <a:path w="2455545" h="1295400">
                <a:moveTo>
                  <a:pt x="13309" y="203200"/>
                </a:moveTo>
                <a:lnTo>
                  <a:pt x="647" y="203200"/>
                </a:lnTo>
                <a:lnTo>
                  <a:pt x="1155" y="190500"/>
                </a:lnTo>
                <a:lnTo>
                  <a:pt x="13792" y="190500"/>
                </a:lnTo>
                <a:lnTo>
                  <a:pt x="13309" y="203200"/>
                </a:lnTo>
                <a:close/>
              </a:path>
              <a:path w="2455545" h="1295400">
                <a:moveTo>
                  <a:pt x="2454541" y="203200"/>
                </a:moveTo>
                <a:lnTo>
                  <a:pt x="2441879" y="203200"/>
                </a:lnTo>
                <a:lnTo>
                  <a:pt x="2441397" y="190500"/>
                </a:lnTo>
                <a:lnTo>
                  <a:pt x="2454046" y="190500"/>
                </a:lnTo>
                <a:lnTo>
                  <a:pt x="2454541" y="203200"/>
                </a:lnTo>
                <a:close/>
              </a:path>
              <a:path w="2455545" h="1295400">
                <a:moveTo>
                  <a:pt x="12776" y="215900"/>
                </a:moveTo>
                <a:lnTo>
                  <a:pt x="76" y="215900"/>
                </a:lnTo>
                <a:lnTo>
                  <a:pt x="292" y="203200"/>
                </a:lnTo>
                <a:lnTo>
                  <a:pt x="12979" y="203200"/>
                </a:lnTo>
                <a:lnTo>
                  <a:pt x="12776" y="215900"/>
                </a:lnTo>
                <a:close/>
              </a:path>
              <a:path w="2455545" h="1295400">
                <a:moveTo>
                  <a:pt x="2455113" y="215900"/>
                </a:moveTo>
                <a:lnTo>
                  <a:pt x="2442425" y="215900"/>
                </a:lnTo>
                <a:lnTo>
                  <a:pt x="2442209" y="203200"/>
                </a:lnTo>
                <a:lnTo>
                  <a:pt x="2454897" y="203200"/>
                </a:lnTo>
                <a:lnTo>
                  <a:pt x="2455113" y="215900"/>
                </a:lnTo>
                <a:close/>
              </a:path>
              <a:path w="2455545" h="1295400">
                <a:moveTo>
                  <a:pt x="12700" y="1079500"/>
                </a:moveTo>
                <a:lnTo>
                  <a:pt x="0" y="1079500"/>
                </a:lnTo>
                <a:lnTo>
                  <a:pt x="0" y="215900"/>
                </a:lnTo>
                <a:lnTo>
                  <a:pt x="12700" y="215900"/>
                </a:lnTo>
                <a:lnTo>
                  <a:pt x="12700" y="1079500"/>
                </a:lnTo>
                <a:close/>
              </a:path>
              <a:path w="2455545" h="1295400">
                <a:moveTo>
                  <a:pt x="2455189" y="1079500"/>
                </a:moveTo>
                <a:lnTo>
                  <a:pt x="2442489" y="1079500"/>
                </a:lnTo>
                <a:lnTo>
                  <a:pt x="2442489" y="215900"/>
                </a:lnTo>
                <a:lnTo>
                  <a:pt x="2455189" y="215900"/>
                </a:lnTo>
                <a:lnTo>
                  <a:pt x="2455189" y="1079500"/>
                </a:lnTo>
                <a:close/>
              </a:path>
              <a:path w="2455545" h="1295400">
                <a:moveTo>
                  <a:pt x="12979" y="1092200"/>
                </a:moveTo>
                <a:lnTo>
                  <a:pt x="292" y="1092200"/>
                </a:lnTo>
                <a:lnTo>
                  <a:pt x="76" y="1079500"/>
                </a:lnTo>
                <a:lnTo>
                  <a:pt x="12776" y="1079500"/>
                </a:lnTo>
                <a:lnTo>
                  <a:pt x="12979" y="1092200"/>
                </a:lnTo>
                <a:close/>
              </a:path>
              <a:path w="2455545" h="1295400">
                <a:moveTo>
                  <a:pt x="2454897" y="1092200"/>
                </a:moveTo>
                <a:lnTo>
                  <a:pt x="2442209" y="1092200"/>
                </a:lnTo>
                <a:lnTo>
                  <a:pt x="2442425" y="1079500"/>
                </a:lnTo>
                <a:lnTo>
                  <a:pt x="2455113" y="1079500"/>
                </a:lnTo>
                <a:lnTo>
                  <a:pt x="2454897" y="1092200"/>
                </a:lnTo>
                <a:close/>
              </a:path>
              <a:path w="2455545" h="1295400">
                <a:moveTo>
                  <a:pt x="13792" y="1104900"/>
                </a:moveTo>
                <a:lnTo>
                  <a:pt x="1155" y="1104900"/>
                </a:lnTo>
                <a:lnTo>
                  <a:pt x="647" y="1092200"/>
                </a:lnTo>
                <a:lnTo>
                  <a:pt x="13309" y="1092200"/>
                </a:lnTo>
                <a:lnTo>
                  <a:pt x="13792" y="1104900"/>
                </a:lnTo>
                <a:close/>
              </a:path>
              <a:path w="2455545" h="1295400">
                <a:moveTo>
                  <a:pt x="2454046" y="1104900"/>
                </a:moveTo>
                <a:lnTo>
                  <a:pt x="2441397" y="1104900"/>
                </a:lnTo>
                <a:lnTo>
                  <a:pt x="2441879" y="1092200"/>
                </a:lnTo>
                <a:lnTo>
                  <a:pt x="2454541" y="1092200"/>
                </a:lnTo>
                <a:lnTo>
                  <a:pt x="2454046" y="1104900"/>
                </a:lnTo>
                <a:close/>
              </a:path>
              <a:path w="2455545" h="1295400">
                <a:moveTo>
                  <a:pt x="16992" y="1117600"/>
                </a:moveTo>
                <a:lnTo>
                  <a:pt x="2565" y="1117600"/>
                </a:lnTo>
                <a:lnTo>
                  <a:pt x="1790" y="1104900"/>
                </a:lnTo>
                <a:lnTo>
                  <a:pt x="15087" y="1104900"/>
                </a:lnTo>
                <a:lnTo>
                  <a:pt x="16992" y="1117600"/>
                </a:lnTo>
                <a:close/>
              </a:path>
              <a:path w="2455545" h="1295400">
                <a:moveTo>
                  <a:pt x="2452624" y="1117600"/>
                </a:moveTo>
                <a:lnTo>
                  <a:pt x="2438209" y="1117600"/>
                </a:lnTo>
                <a:lnTo>
                  <a:pt x="2440101" y="1104900"/>
                </a:lnTo>
                <a:lnTo>
                  <a:pt x="2453398" y="1104900"/>
                </a:lnTo>
                <a:lnTo>
                  <a:pt x="2452624" y="1117600"/>
                </a:lnTo>
                <a:close/>
              </a:path>
              <a:path w="2455545" h="1295400">
                <a:moveTo>
                  <a:pt x="38049" y="1181100"/>
                </a:moveTo>
                <a:lnTo>
                  <a:pt x="21907" y="1181100"/>
                </a:lnTo>
                <a:lnTo>
                  <a:pt x="17462" y="1168400"/>
                </a:lnTo>
                <a:lnTo>
                  <a:pt x="13487" y="1155700"/>
                </a:lnTo>
                <a:lnTo>
                  <a:pt x="9994" y="1143000"/>
                </a:lnTo>
                <a:lnTo>
                  <a:pt x="6997" y="1130300"/>
                </a:lnTo>
                <a:lnTo>
                  <a:pt x="4521" y="1117600"/>
                </a:lnTo>
                <a:lnTo>
                  <a:pt x="16929" y="1117600"/>
                </a:lnTo>
                <a:lnTo>
                  <a:pt x="19329" y="1130300"/>
                </a:lnTo>
                <a:lnTo>
                  <a:pt x="22161" y="1143000"/>
                </a:lnTo>
                <a:lnTo>
                  <a:pt x="25463" y="1155700"/>
                </a:lnTo>
                <a:lnTo>
                  <a:pt x="29095" y="1155700"/>
                </a:lnTo>
                <a:lnTo>
                  <a:pt x="33413" y="1168400"/>
                </a:lnTo>
                <a:lnTo>
                  <a:pt x="38049" y="1181100"/>
                </a:lnTo>
                <a:close/>
              </a:path>
              <a:path w="2455545" h="1295400">
                <a:moveTo>
                  <a:pt x="2433281" y="1181100"/>
                </a:moveTo>
                <a:lnTo>
                  <a:pt x="2417140" y="1181100"/>
                </a:lnTo>
                <a:lnTo>
                  <a:pt x="2421915" y="1168400"/>
                </a:lnTo>
                <a:lnTo>
                  <a:pt x="2421775" y="1168400"/>
                </a:lnTo>
                <a:lnTo>
                  <a:pt x="2426093" y="1155700"/>
                </a:lnTo>
                <a:lnTo>
                  <a:pt x="2429725" y="1155700"/>
                </a:lnTo>
                <a:lnTo>
                  <a:pt x="2433129" y="1143000"/>
                </a:lnTo>
                <a:lnTo>
                  <a:pt x="2435936" y="1130300"/>
                </a:lnTo>
                <a:lnTo>
                  <a:pt x="2438273" y="1117600"/>
                </a:lnTo>
                <a:lnTo>
                  <a:pt x="2450680" y="1117600"/>
                </a:lnTo>
                <a:lnTo>
                  <a:pt x="2448191" y="1130300"/>
                </a:lnTo>
                <a:lnTo>
                  <a:pt x="2445207" y="1143000"/>
                </a:lnTo>
                <a:lnTo>
                  <a:pt x="2441714" y="1155700"/>
                </a:lnTo>
                <a:lnTo>
                  <a:pt x="2437739" y="1168400"/>
                </a:lnTo>
                <a:lnTo>
                  <a:pt x="2433281" y="1181100"/>
                </a:lnTo>
                <a:close/>
              </a:path>
              <a:path w="2455545" h="1295400">
                <a:moveTo>
                  <a:pt x="54394" y="1206500"/>
                </a:moveTo>
                <a:lnTo>
                  <a:pt x="37934" y="1206500"/>
                </a:lnTo>
                <a:lnTo>
                  <a:pt x="32169" y="1193800"/>
                </a:lnTo>
                <a:lnTo>
                  <a:pt x="26809" y="1181100"/>
                </a:lnTo>
                <a:lnTo>
                  <a:pt x="37896" y="1181100"/>
                </a:lnTo>
                <a:lnTo>
                  <a:pt x="43091" y="1193800"/>
                </a:lnTo>
                <a:lnTo>
                  <a:pt x="48374" y="1193800"/>
                </a:lnTo>
                <a:lnTo>
                  <a:pt x="54394" y="1206500"/>
                </a:lnTo>
                <a:close/>
              </a:path>
              <a:path w="2455545" h="1295400">
                <a:moveTo>
                  <a:pt x="48552" y="1193800"/>
                </a:moveTo>
                <a:lnTo>
                  <a:pt x="43091" y="1193800"/>
                </a:lnTo>
                <a:lnTo>
                  <a:pt x="42938" y="1181100"/>
                </a:lnTo>
                <a:lnTo>
                  <a:pt x="48552" y="1193800"/>
                </a:lnTo>
                <a:close/>
              </a:path>
              <a:path w="2455545" h="1295400">
                <a:moveTo>
                  <a:pt x="2412098" y="1193800"/>
                </a:moveTo>
                <a:lnTo>
                  <a:pt x="2406650" y="1193800"/>
                </a:lnTo>
                <a:lnTo>
                  <a:pt x="2412250" y="1181100"/>
                </a:lnTo>
                <a:lnTo>
                  <a:pt x="2412098" y="1193800"/>
                </a:lnTo>
                <a:close/>
              </a:path>
              <a:path w="2455545" h="1295400">
                <a:moveTo>
                  <a:pt x="2417254" y="1206500"/>
                </a:moveTo>
                <a:lnTo>
                  <a:pt x="2400795" y="1206500"/>
                </a:lnTo>
                <a:lnTo>
                  <a:pt x="2406815" y="1193800"/>
                </a:lnTo>
                <a:lnTo>
                  <a:pt x="2412098" y="1193800"/>
                </a:lnTo>
                <a:lnTo>
                  <a:pt x="2417292" y="1181100"/>
                </a:lnTo>
                <a:lnTo>
                  <a:pt x="2428379" y="1181100"/>
                </a:lnTo>
                <a:lnTo>
                  <a:pt x="2423032" y="1193800"/>
                </a:lnTo>
                <a:lnTo>
                  <a:pt x="2417254" y="1206500"/>
                </a:lnTo>
                <a:close/>
              </a:path>
              <a:path w="2455545" h="1295400">
                <a:moveTo>
                  <a:pt x="74142" y="1231900"/>
                </a:moveTo>
                <a:lnTo>
                  <a:pt x="57708" y="1231900"/>
                </a:lnTo>
                <a:lnTo>
                  <a:pt x="50723" y="1219200"/>
                </a:lnTo>
                <a:lnTo>
                  <a:pt x="44132" y="1206500"/>
                </a:lnTo>
                <a:lnTo>
                  <a:pt x="60426" y="1206500"/>
                </a:lnTo>
                <a:lnTo>
                  <a:pt x="67208" y="1219200"/>
                </a:lnTo>
                <a:lnTo>
                  <a:pt x="67005" y="1219200"/>
                </a:lnTo>
                <a:lnTo>
                  <a:pt x="74142" y="1231900"/>
                </a:lnTo>
                <a:close/>
              </a:path>
              <a:path w="2455545" h="1295400">
                <a:moveTo>
                  <a:pt x="2397493" y="1231900"/>
                </a:moveTo>
                <a:lnTo>
                  <a:pt x="2381046" y="1231900"/>
                </a:lnTo>
                <a:lnTo>
                  <a:pt x="2388196" y="1219200"/>
                </a:lnTo>
                <a:lnTo>
                  <a:pt x="2387993" y="1219200"/>
                </a:lnTo>
                <a:lnTo>
                  <a:pt x="2394775" y="1206500"/>
                </a:lnTo>
                <a:lnTo>
                  <a:pt x="2411056" y="1206500"/>
                </a:lnTo>
                <a:lnTo>
                  <a:pt x="2404465" y="1219200"/>
                </a:lnTo>
                <a:lnTo>
                  <a:pt x="2397493" y="1231900"/>
                </a:lnTo>
                <a:close/>
              </a:path>
              <a:path w="2455545" h="1295400">
                <a:moveTo>
                  <a:pt x="89026" y="1244600"/>
                </a:moveTo>
                <a:lnTo>
                  <a:pt x="72770" y="1244600"/>
                </a:lnTo>
                <a:lnTo>
                  <a:pt x="65062" y="1231900"/>
                </a:lnTo>
                <a:lnTo>
                  <a:pt x="81203" y="1231900"/>
                </a:lnTo>
                <a:lnTo>
                  <a:pt x="89026" y="1244600"/>
                </a:lnTo>
                <a:close/>
              </a:path>
              <a:path w="2455545" h="1295400">
                <a:moveTo>
                  <a:pt x="2382418" y="1244600"/>
                </a:moveTo>
                <a:lnTo>
                  <a:pt x="2366162" y="1244600"/>
                </a:lnTo>
                <a:lnTo>
                  <a:pt x="2373998" y="1231900"/>
                </a:lnTo>
                <a:lnTo>
                  <a:pt x="2390139" y="1231900"/>
                </a:lnTo>
                <a:lnTo>
                  <a:pt x="2382418" y="1244600"/>
                </a:lnTo>
                <a:close/>
              </a:path>
              <a:path w="2455545" h="1295400">
                <a:moveTo>
                  <a:pt x="105155" y="1257300"/>
                </a:moveTo>
                <a:lnTo>
                  <a:pt x="89217" y="1257300"/>
                </a:lnTo>
                <a:lnTo>
                  <a:pt x="80822" y="1244600"/>
                </a:lnTo>
                <a:lnTo>
                  <a:pt x="96697" y="1244600"/>
                </a:lnTo>
                <a:lnTo>
                  <a:pt x="105155" y="1257300"/>
                </a:lnTo>
                <a:close/>
              </a:path>
              <a:path w="2455545" h="1295400">
                <a:moveTo>
                  <a:pt x="2365971" y="1257300"/>
                </a:moveTo>
                <a:lnTo>
                  <a:pt x="2350033" y="1257300"/>
                </a:lnTo>
                <a:lnTo>
                  <a:pt x="2358491" y="1244600"/>
                </a:lnTo>
                <a:lnTo>
                  <a:pt x="2374366" y="1244600"/>
                </a:lnTo>
                <a:lnTo>
                  <a:pt x="2365971" y="1257300"/>
                </a:lnTo>
                <a:close/>
              </a:path>
              <a:path w="2455545" h="1295400">
                <a:moveTo>
                  <a:pt x="131470" y="1270000"/>
                </a:moveTo>
                <a:lnTo>
                  <a:pt x="106933" y="1270000"/>
                </a:lnTo>
                <a:lnTo>
                  <a:pt x="97916" y="1257300"/>
                </a:lnTo>
                <a:lnTo>
                  <a:pt x="122161" y="1257300"/>
                </a:lnTo>
                <a:lnTo>
                  <a:pt x="131470" y="1270000"/>
                </a:lnTo>
                <a:close/>
              </a:path>
              <a:path w="2455545" h="1295400">
                <a:moveTo>
                  <a:pt x="2348255" y="1270000"/>
                </a:moveTo>
                <a:lnTo>
                  <a:pt x="2323731" y="1270000"/>
                </a:lnTo>
                <a:lnTo>
                  <a:pt x="2333028" y="1257300"/>
                </a:lnTo>
                <a:lnTo>
                  <a:pt x="2357272" y="1257300"/>
                </a:lnTo>
                <a:lnTo>
                  <a:pt x="2348255" y="1270000"/>
                </a:lnTo>
                <a:close/>
              </a:path>
              <a:path w="2455545" h="1295400">
                <a:moveTo>
                  <a:pt x="159981" y="1282700"/>
                </a:moveTo>
                <a:lnTo>
                  <a:pt x="125818" y="1282700"/>
                </a:lnTo>
                <a:lnTo>
                  <a:pt x="116230" y="1270000"/>
                </a:lnTo>
                <a:lnTo>
                  <a:pt x="149961" y="1270000"/>
                </a:lnTo>
                <a:lnTo>
                  <a:pt x="159981" y="1282700"/>
                </a:lnTo>
                <a:close/>
              </a:path>
              <a:path w="2455545" h="1295400">
                <a:moveTo>
                  <a:pt x="2329383" y="1282700"/>
                </a:moveTo>
                <a:lnTo>
                  <a:pt x="2295207" y="1282700"/>
                </a:lnTo>
                <a:lnTo>
                  <a:pt x="2305227" y="1270000"/>
                </a:lnTo>
                <a:lnTo>
                  <a:pt x="2338958" y="1270000"/>
                </a:lnTo>
                <a:lnTo>
                  <a:pt x="2329383" y="1282700"/>
                </a:lnTo>
                <a:close/>
              </a:path>
              <a:path w="2455545" h="1295400">
                <a:moveTo>
                  <a:pt x="2299131" y="1295400"/>
                </a:moveTo>
                <a:lnTo>
                  <a:pt x="156057" y="1295400"/>
                </a:lnTo>
                <a:lnTo>
                  <a:pt x="145745" y="1282700"/>
                </a:lnTo>
                <a:lnTo>
                  <a:pt x="2309456" y="1282700"/>
                </a:lnTo>
                <a:lnTo>
                  <a:pt x="2299131" y="12954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21931" y="3810914"/>
            <a:ext cx="23685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i="1">
                <a:latin typeface="华文楷体"/>
                <a:cs typeface="华文楷体"/>
              </a:rPr>
              <a:t>为何总是“阻碍”？</a:t>
            </a:r>
            <a:endParaRPr sz="1800">
              <a:latin typeface="华文楷体"/>
              <a:cs typeface="华文楷体"/>
            </a:endParaRPr>
          </a:p>
          <a:p>
            <a:pPr marL="298450" marR="233679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i="1">
                <a:latin typeface="华文楷体"/>
                <a:cs typeface="华文楷体"/>
              </a:rPr>
              <a:t>若“促进”会有怎 样的结果呢？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19695" y="3184956"/>
            <a:ext cx="343738" cy="5204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430655" y="3444456"/>
            <a:ext cx="608787" cy="3365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09900" y="1919554"/>
            <a:ext cx="3988435" cy="2931795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400" spc="-5" b="1" i="1">
                <a:latin typeface="华文楷体"/>
                <a:cs typeface="华文楷体"/>
              </a:rPr>
              <a:t>2</a:t>
            </a:r>
            <a:r>
              <a:rPr dirty="0" sz="2400" b="1" i="1">
                <a:latin typeface="华文楷体"/>
                <a:cs typeface="华文楷体"/>
              </a:rPr>
              <a:t>、楞次定律的理</a:t>
            </a:r>
            <a:r>
              <a:rPr dirty="0" sz="2400" spc="-5" b="1" i="1">
                <a:latin typeface="华文楷体"/>
                <a:cs typeface="华文楷体"/>
              </a:rPr>
              <a:t>解</a:t>
            </a:r>
            <a:endParaRPr sz="2400">
              <a:latin typeface="华文楷体"/>
              <a:cs typeface="华文楷体"/>
            </a:endParaRPr>
          </a:p>
          <a:p>
            <a:pPr marL="66675">
              <a:lnSpc>
                <a:spcPct val="100000"/>
              </a:lnSpc>
              <a:spcBef>
                <a:spcPts val="1605"/>
              </a:spcBef>
            </a:pPr>
            <a:r>
              <a:rPr dirty="0" sz="2800" spc="-570">
                <a:latin typeface="Cambria"/>
                <a:cs typeface="Cambria"/>
              </a:rPr>
              <a:t>④</a:t>
            </a:r>
            <a:r>
              <a:rPr dirty="0" sz="2800" spc="-540">
                <a:latin typeface="Cambria"/>
                <a:cs typeface="Cambria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能否阻止</a:t>
            </a:r>
            <a:r>
              <a:rPr dirty="0" sz="2800" spc="-805" i="1">
                <a:latin typeface="华文楷体"/>
                <a:cs typeface="华文楷体"/>
              </a:rPr>
              <a:t>？</a:t>
            </a:r>
            <a:r>
              <a:rPr dirty="0" sz="2400" spc="-805" i="1">
                <a:solidFill>
                  <a:srgbClr val="01611F"/>
                </a:solidFill>
                <a:latin typeface="华文楷体"/>
                <a:cs typeface="华文楷体"/>
              </a:rPr>
              <a:t>“</a:t>
            </a:r>
            <a:r>
              <a:rPr dirty="0" sz="2400" i="1">
                <a:solidFill>
                  <a:srgbClr val="01611F"/>
                </a:solidFill>
                <a:latin typeface="华文楷体"/>
                <a:cs typeface="华文楷体"/>
              </a:rPr>
              <a:t>不能”</a:t>
            </a:r>
            <a:endParaRPr sz="2400">
              <a:latin typeface="华文楷体"/>
              <a:cs typeface="华文楷体"/>
            </a:endParaRPr>
          </a:p>
          <a:p>
            <a:pPr marL="64135">
              <a:lnSpc>
                <a:spcPts val="3180"/>
              </a:lnSpc>
              <a:spcBef>
                <a:spcPts val="1300"/>
              </a:spcBef>
            </a:pPr>
            <a:r>
              <a:rPr dirty="0" sz="2800" spc="-5" i="1">
                <a:latin typeface="华文楷体"/>
                <a:cs typeface="华文楷体"/>
              </a:rPr>
              <a:t>⑤</a:t>
            </a:r>
            <a:r>
              <a:rPr dirty="0" sz="2800" i="1">
                <a:latin typeface="华文楷体"/>
                <a:cs typeface="华文楷体"/>
              </a:rPr>
              <a:t> 为何阻碍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algn="just" marL="64135" marR="5080" indent="711200">
              <a:lnSpc>
                <a:spcPts val="3000"/>
              </a:lnSpc>
              <a:spcBef>
                <a:spcPts val="220"/>
              </a:spcBef>
            </a:pPr>
            <a:r>
              <a:rPr dirty="0" sz="2800" i="1">
                <a:solidFill>
                  <a:srgbClr val="01611F"/>
                </a:solidFill>
                <a:latin typeface="华文楷体"/>
                <a:cs typeface="华文楷体"/>
              </a:rPr>
              <a:t>感应电流沿着楞次</a:t>
            </a:r>
            <a:r>
              <a:rPr dirty="0" sz="2800" spc="-5" i="1">
                <a:solidFill>
                  <a:srgbClr val="01611F"/>
                </a:solidFill>
                <a:latin typeface="华文楷体"/>
                <a:cs typeface="华文楷体"/>
              </a:rPr>
              <a:t>定 </a:t>
            </a:r>
            <a:r>
              <a:rPr dirty="0" sz="2800" i="1">
                <a:solidFill>
                  <a:srgbClr val="01611F"/>
                </a:solidFill>
                <a:latin typeface="华文楷体"/>
                <a:cs typeface="华文楷体"/>
              </a:rPr>
              <a:t>律所述的方向，是能量</a:t>
            </a:r>
            <a:r>
              <a:rPr dirty="0" sz="2800" spc="-5" i="1">
                <a:solidFill>
                  <a:srgbClr val="01611F"/>
                </a:solidFill>
                <a:latin typeface="华文楷体"/>
                <a:cs typeface="华文楷体"/>
              </a:rPr>
              <a:t>守 </a:t>
            </a:r>
            <a:r>
              <a:rPr dirty="0" sz="2800" i="1">
                <a:solidFill>
                  <a:srgbClr val="01611F"/>
                </a:solidFill>
                <a:latin typeface="华文楷体"/>
                <a:cs typeface="华文楷体"/>
              </a:rPr>
              <a:t>恒定律的必然结果</a:t>
            </a:r>
            <a:r>
              <a:rPr dirty="0" sz="2800" spc="-5" i="1">
                <a:solidFill>
                  <a:srgbClr val="01611F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08054" y="127218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二、楞次定律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0988" y="2674620"/>
            <a:ext cx="3508248" cy="3093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98146" y="2674607"/>
            <a:ext cx="3523615" cy="3093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14802" y="1344612"/>
            <a:ext cx="1812925" cy="113157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35"/>
              </a:spcBef>
              <a:buFont typeface="Wingdings"/>
              <a:buChar char=""/>
              <a:tabLst>
                <a:tab pos="469900" algn="l"/>
              </a:tabLst>
            </a:pPr>
            <a:r>
              <a:rPr dirty="0" sz="3000">
                <a:latin typeface="黑体"/>
                <a:cs typeface="黑体"/>
              </a:rPr>
              <a:t>应用</a:t>
            </a:r>
            <a:endParaRPr sz="3000">
              <a:latin typeface="黑体"/>
              <a:cs typeface="黑体"/>
            </a:endParaRPr>
          </a:p>
          <a:p>
            <a:pPr marL="276225" indent="-228600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276225" algn="l"/>
              </a:tabLst>
            </a:pPr>
            <a:r>
              <a:rPr dirty="0" sz="2400" i="1">
                <a:latin typeface="华文楷体"/>
                <a:cs typeface="华文楷体"/>
              </a:rPr>
              <a:t>水力发电站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5598" y="1211546"/>
            <a:ext cx="7851140" cy="2287905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725"/>
              </a:spcBef>
              <a:buFont typeface="Wingdings"/>
              <a:buChar char=""/>
              <a:tabLst>
                <a:tab pos="469900" algn="l"/>
              </a:tabLst>
            </a:pPr>
            <a:r>
              <a:rPr dirty="0" sz="3000">
                <a:latin typeface="黑体"/>
                <a:cs typeface="黑体"/>
              </a:rPr>
              <a:t>总结</a:t>
            </a:r>
            <a:endParaRPr sz="3000">
              <a:latin typeface="黑体"/>
              <a:cs typeface="黑体"/>
            </a:endParaRPr>
          </a:p>
          <a:p>
            <a:pPr marL="241300" indent="-228600">
              <a:lnSpc>
                <a:spcPct val="100000"/>
              </a:lnSpc>
              <a:spcBef>
                <a:spcPts val="15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描述感应电流方向的规律</a:t>
            </a:r>
            <a:r>
              <a:rPr dirty="0" sz="2800" spc="-5" i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dirty="0" sz="2800" b="1" i="1">
                <a:latin typeface="华文楷体"/>
                <a:cs typeface="华文楷体"/>
              </a:rPr>
              <a:t>楞次定律：</a:t>
            </a:r>
            <a:r>
              <a:rPr dirty="0" sz="2800" i="1">
                <a:latin typeface="华文楷体"/>
                <a:cs typeface="华文楷体"/>
              </a:rPr>
              <a:t>感应电流具有这样的方向，即感应电</a:t>
            </a:r>
            <a:r>
              <a:rPr dirty="0" sz="2800" spc="-5" i="1">
                <a:latin typeface="华文楷体"/>
                <a:cs typeface="华文楷体"/>
              </a:rPr>
              <a:t>流 </a:t>
            </a:r>
            <a:r>
              <a:rPr dirty="0" sz="2800" i="1">
                <a:latin typeface="华文楷体"/>
                <a:cs typeface="华文楷体"/>
              </a:rPr>
              <a:t>的磁场总是要阻碍引起感应电流的磁通量的变化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38753" y="3758971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2005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2005" y="0"/>
                </a:lnTo>
                <a:lnTo>
                  <a:pt x="18220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2005" y="576262"/>
                </a:lnTo>
                <a:lnTo>
                  <a:pt x="1822005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8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80" y="4762"/>
                </a:lnTo>
                <a:lnTo>
                  <a:pt x="1812480" y="9525"/>
                </a:lnTo>
                <a:close/>
              </a:path>
              <a:path w="1822450" h="581025">
                <a:moveTo>
                  <a:pt x="1812480" y="576262"/>
                </a:moveTo>
                <a:lnTo>
                  <a:pt x="1812480" y="4762"/>
                </a:lnTo>
                <a:lnTo>
                  <a:pt x="1817242" y="9525"/>
                </a:lnTo>
                <a:lnTo>
                  <a:pt x="1822005" y="9525"/>
                </a:lnTo>
                <a:lnTo>
                  <a:pt x="1822005" y="571500"/>
                </a:lnTo>
                <a:lnTo>
                  <a:pt x="1817242" y="571500"/>
                </a:lnTo>
                <a:lnTo>
                  <a:pt x="1812480" y="576262"/>
                </a:lnTo>
                <a:close/>
              </a:path>
              <a:path w="1822450" h="581025">
                <a:moveTo>
                  <a:pt x="1822005" y="9525"/>
                </a:moveTo>
                <a:lnTo>
                  <a:pt x="1817242" y="9525"/>
                </a:lnTo>
                <a:lnTo>
                  <a:pt x="1812480" y="4762"/>
                </a:lnTo>
                <a:lnTo>
                  <a:pt x="1822005" y="4762"/>
                </a:lnTo>
                <a:lnTo>
                  <a:pt x="1822005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80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80" y="571500"/>
                </a:lnTo>
                <a:lnTo>
                  <a:pt x="1812480" y="576262"/>
                </a:lnTo>
                <a:close/>
              </a:path>
              <a:path w="1822450" h="581025">
                <a:moveTo>
                  <a:pt x="1822005" y="576262"/>
                </a:moveTo>
                <a:lnTo>
                  <a:pt x="1812480" y="576262"/>
                </a:lnTo>
                <a:lnTo>
                  <a:pt x="1817242" y="571500"/>
                </a:lnTo>
                <a:lnTo>
                  <a:pt x="1822005" y="571500"/>
                </a:lnTo>
                <a:lnTo>
                  <a:pt x="1822005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91578" y="3758971"/>
            <a:ext cx="1208405" cy="581025"/>
          </a:xfrm>
          <a:custGeom>
            <a:avLst/>
            <a:gdLst/>
            <a:ahLst/>
            <a:cxnLst/>
            <a:rect l="l" t="t" r="r" b="b"/>
            <a:pathLst>
              <a:path w="1208404" h="581025">
                <a:moveTo>
                  <a:pt x="1208316" y="581025"/>
                </a:moveTo>
                <a:lnTo>
                  <a:pt x="0" y="581025"/>
                </a:lnTo>
                <a:lnTo>
                  <a:pt x="0" y="0"/>
                </a:lnTo>
                <a:lnTo>
                  <a:pt x="1208316" y="0"/>
                </a:lnTo>
                <a:lnTo>
                  <a:pt x="120831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208316" y="576262"/>
                </a:lnTo>
                <a:lnTo>
                  <a:pt x="1208316" y="581025"/>
                </a:lnTo>
                <a:close/>
              </a:path>
              <a:path w="1208404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08404" h="581025">
                <a:moveTo>
                  <a:pt x="119879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8791" y="4762"/>
                </a:lnTo>
                <a:lnTo>
                  <a:pt x="1198791" y="9525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1198791" y="4762"/>
                </a:lnTo>
                <a:lnTo>
                  <a:pt x="1203553" y="9525"/>
                </a:lnTo>
                <a:lnTo>
                  <a:pt x="1208316" y="9525"/>
                </a:lnTo>
                <a:lnTo>
                  <a:pt x="1208316" y="571500"/>
                </a:lnTo>
                <a:lnTo>
                  <a:pt x="1203553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9525"/>
                </a:moveTo>
                <a:lnTo>
                  <a:pt x="1203553" y="9525"/>
                </a:lnTo>
                <a:lnTo>
                  <a:pt x="1198791" y="4762"/>
                </a:lnTo>
                <a:lnTo>
                  <a:pt x="1208316" y="4762"/>
                </a:lnTo>
                <a:lnTo>
                  <a:pt x="1208316" y="9525"/>
                </a:lnTo>
                <a:close/>
              </a:path>
              <a:path w="1208404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198791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576262"/>
                </a:moveTo>
                <a:lnTo>
                  <a:pt x="1198791" y="576262"/>
                </a:lnTo>
                <a:lnTo>
                  <a:pt x="1203553" y="571500"/>
                </a:lnTo>
                <a:lnTo>
                  <a:pt x="1208316" y="571500"/>
                </a:lnTo>
                <a:lnTo>
                  <a:pt x="1208316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325245" y="3872953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5983" y="3998721"/>
            <a:ext cx="1740535" cy="101600"/>
          </a:xfrm>
          <a:custGeom>
            <a:avLst/>
            <a:gdLst/>
            <a:ahLst/>
            <a:cxnLst/>
            <a:rect l="l" t="t" r="r" b="b"/>
            <a:pathLst>
              <a:path w="1740534" h="101600">
                <a:moveTo>
                  <a:pt x="1715153" y="50761"/>
                </a:moveTo>
                <a:lnTo>
                  <a:pt x="1648358" y="11798"/>
                </a:lnTo>
                <a:lnTo>
                  <a:pt x="1646821" y="10540"/>
                </a:lnTo>
                <a:lnTo>
                  <a:pt x="1645742" y="8877"/>
                </a:lnTo>
                <a:lnTo>
                  <a:pt x="1645234" y="6946"/>
                </a:lnTo>
                <a:lnTo>
                  <a:pt x="1645348" y="4965"/>
                </a:lnTo>
                <a:lnTo>
                  <a:pt x="1646072" y="3111"/>
                </a:lnTo>
                <a:lnTo>
                  <a:pt x="1647329" y="1574"/>
                </a:lnTo>
                <a:lnTo>
                  <a:pt x="1649006" y="507"/>
                </a:lnTo>
                <a:lnTo>
                  <a:pt x="1650923" y="0"/>
                </a:lnTo>
                <a:lnTo>
                  <a:pt x="1652904" y="114"/>
                </a:lnTo>
                <a:lnTo>
                  <a:pt x="1654759" y="825"/>
                </a:lnTo>
                <a:lnTo>
                  <a:pt x="1729472" y="44411"/>
                </a:lnTo>
                <a:lnTo>
                  <a:pt x="1727758" y="44411"/>
                </a:lnTo>
                <a:lnTo>
                  <a:pt x="1727758" y="45275"/>
                </a:lnTo>
                <a:lnTo>
                  <a:pt x="1724558" y="45275"/>
                </a:lnTo>
                <a:lnTo>
                  <a:pt x="1715153" y="50761"/>
                </a:lnTo>
                <a:close/>
              </a:path>
              <a:path w="1740534" h="101600">
                <a:moveTo>
                  <a:pt x="1704267" y="57111"/>
                </a:moveTo>
                <a:lnTo>
                  <a:pt x="0" y="57111"/>
                </a:lnTo>
                <a:lnTo>
                  <a:pt x="0" y="44411"/>
                </a:lnTo>
                <a:lnTo>
                  <a:pt x="1704267" y="44411"/>
                </a:lnTo>
                <a:lnTo>
                  <a:pt x="1715153" y="50761"/>
                </a:lnTo>
                <a:lnTo>
                  <a:pt x="1704267" y="57111"/>
                </a:lnTo>
                <a:close/>
              </a:path>
              <a:path w="1740534" h="101600">
                <a:moveTo>
                  <a:pt x="1729472" y="57111"/>
                </a:moveTo>
                <a:lnTo>
                  <a:pt x="1727758" y="57111"/>
                </a:lnTo>
                <a:lnTo>
                  <a:pt x="1727758" y="44411"/>
                </a:lnTo>
                <a:lnTo>
                  <a:pt x="1729472" y="44411"/>
                </a:lnTo>
                <a:lnTo>
                  <a:pt x="1740357" y="50761"/>
                </a:lnTo>
                <a:lnTo>
                  <a:pt x="1729472" y="57111"/>
                </a:lnTo>
                <a:close/>
              </a:path>
              <a:path w="1740534" h="101600">
                <a:moveTo>
                  <a:pt x="1724558" y="56248"/>
                </a:moveTo>
                <a:lnTo>
                  <a:pt x="1715153" y="50761"/>
                </a:lnTo>
                <a:lnTo>
                  <a:pt x="1724558" y="45275"/>
                </a:lnTo>
                <a:lnTo>
                  <a:pt x="1724558" y="56248"/>
                </a:lnTo>
                <a:close/>
              </a:path>
              <a:path w="1740534" h="101600">
                <a:moveTo>
                  <a:pt x="1727758" y="56248"/>
                </a:moveTo>
                <a:lnTo>
                  <a:pt x="1724558" y="56248"/>
                </a:lnTo>
                <a:lnTo>
                  <a:pt x="1724558" y="45275"/>
                </a:lnTo>
                <a:lnTo>
                  <a:pt x="1727758" y="45275"/>
                </a:lnTo>
                <a:lnTo>
                  <a:pt x="1727758" y="56248"/>
                </a:lnTo>
                <a:close/>
              </a:path>
              <a:path w="1740534" h="101600">
                <a:moveTo>
                  <a:pt x="1650923" y="101536"/>
                </a:moveTo>
                <a:lnTo>
                  <a:pt x="1645234" y="94576"/>
                </a:lnTo>
                <a:lnTo>
                  <a:pt x="1645742" y="92659"/>
                </a:lnTo>
                <a:lnTo>
                  <a:pt x="1646821" y="90982"/>
                </a:lnTo>
                <a:lnTo>
                  <a:pt x="1648358" y="89725"/>
                </a:lnTo>
                <a:lnTo>
                  <a:pt x="1715153" y="50761"/>
                </a:lnTo>
                <a:lnTo>
                  <a:pt x="1724558" y="56248"/>
                </a:lnTo>
                <a:lnTo>
                  <a:pt x="1727758" y="56248"/>
                </a:lnTo>
                <a:lnTo>
                  <a:pt x="1727758" y="57111"/>
                </a:lnTo>
                <a:lnTo>
                  <a:pt x="1729472" y="57111"/>
                </a:lnTo>
                <a:lnTo>
                  <a:pt x="1654759" y="100698"/>
                </a:lnTo>
                <a:lnTo>
                  <a:pt x="1652904" y="101422"/>
                </a:lnTo>
                <a:lnTo>
                  <a:pt x="1650923" y="101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17780" y="3686505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98987" y="4327067"/>
            <a:ext cx="3307079" cy="749300"/>
          </a:xfrm>
          <a:custGeom>
            <a:avLst/>
            <a:gdLst/>
            <a:ahLst/>
            <a:cxnLst/>
            <a:rect l="l" t="t" r="r" b="b"/>
            <a:pathLst>
              <a:path w="3307079" h="749300">
                <a:moveTo>
                  <a:pt x="6959" y="95123"/>
                </a:moveTo>
                <a:lnTo>
                  <a:pt x="0" y="89433"/>
                </a:lnTo>
                <a:lnTo>
                  <a:pt x="114" y="87452"/>
                </a:lnTo>
                <a:lnTo>
                  <a:pt x="838" y="85598"/>
                </a:lnTo>
                <a:lnTo>
                  <a:pt x="50774" y="0"/>
                </a:lnTo>
                <a:lnTo>
                  <a:pt x="58122" y="12598"/>
                </a:lnTo>
                <a:lnTo>
                  <a:pt x="44424" y="12598"/>
                </a:lnTo>
                <a:lnTo>
                  <a:pt x="44411" y="36089"/>
                </a:lnTo>
                <a:lnTo>
                  <a:pt x="11798" y="91998"/>
                </a:lnTo>
                <a:lnTo>
                  <a:pt x="10541" y="93535"/>
                </a:lnTo>
                <a:lnTo>
                  <a:pt x="8877" y="94614"/>
                </a:lnTo>
                <a:lnTo>
                  <a:pt x="6959" y="95123"/>
                </a:lnTo>
                <a:close/>
              </a:path>
              <a:path w="3307079" h="749300">
                <a:moveTo>
                  <a:pt x="44424" y="36067"/>
                </a:moveTo>
                <a:lnTo>
                  <a:pt x="44424" y="12598"/>
                </a:lnTo>
                <a:lnTo>
                  <a:pt x="57124" y="12598"/>
                </a:lnTo>
                <a:lnTo>
                  <a:pt x="57124" y="15798"/>
                </a:lnTo>
                <a:lnTo>
                  <a:pt x="45288" y="15798"/>
                </a:lnTo>
                <a:lnTo>
                  <a:pt x="50768" y="25193"/>
                </a:lnTo>
                <a:lnTo>
                  <a:pt x="44424" y="36067"/>
                </a:lnTo>
                <a:close/>
              </a:path>
              <a:path w="3307079" h="749300">
                <a:moveTo>
                  <a:pt x="94576" y="95123"/>
                </a:moveTo>
                <a:lnTo>
                  <a:pt x="92659" y="94614"/>
                </a:lnTo>
                <a:lnTo>
                  <a:pt x="90995" y="93535"/>
                </a:lnTo>
                <a:lnTo>
                  <a:pt x="89738" y="91998"/>
                </a:lnTo>
                <a:lnTo>
                  <a:pt x="57124" y="36089"/>
                </a:lnTo>
                <a:lnTo>
                  <a:pt x="57124" y="12598"/>
                </a:lnTo>
                <a:lnTo>
                  <a:pt x="58122" y="12598"/>
                </a:lnTo>
                <a:lnTo>
                  <a:pt x="100698" y="85598"/>
                </a:lnTo>
                <a:lnTo>
                  <a:pt x="101422" y="87452"/>
                </a:lnTo>
                <a:lnTo>
                  <a:pt x="101536" y="89433"/>
                </a:lnTo>
                <a:lnTo>
                  <a:pt x="101028" y="91363"/>
                </a:lnTo>
                <a:lnTo>
                  <a:pt x="99961" y="93027"/>
                </a:lnTo>
                <a:lnTo>
                  <a:pt x="98412" y="94284"/>
                </a:lnTo>
                <a:lnTo>
                  <a:pt x="96570" y="95008"/>
                </a:lnTo>
                <a:lnTo>
                  <a:pt x="94576" y="95123"/>
                </a:lnTo>
                <a:close/>
              </a:path>
              <a:path w="3307079" h="749300">
                <a:moveTo>
                  <a:pt x="50768" y="25193"/>
                </a:moveTo>
                <a:lnTo>
                  <a:pt x="45288" y="15798"/>
                </a:lnTo>
                <a:lnTo>
                  <a:pt x="56248" y="15798"/>
                </a:lnTo>
                <a:lnTo>
                  <a:pt x="50768" y="25193"/>
                </a:lnTo>
                <a:close/>
              </a:path>
              <a:path w="3307079" h="749300">
                <a:moveTo>
                  <a:pt x="57124" y="36089"/>
                </a:moveTo>
                <a:lnTo>
                  <a:pt x="50768" y="25193"/>
                </a:lnTo>
                <a:lnTo>
                  <a:pt x="56248" y="15798"/>
                </a:lnTo>
                <a:lnTo>
                  <a:pt x="57124" y="15798"/>
                </a:lnTo>
                <a:lnTo>
                  <a:pt x="57124" y="36089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3293808" y="16332"/>
                </a:lnTo>
                <a:lnTo>
                  <a:pt x="3306508" y="16332"/>
                </a:lnTo>
                <a:lnTo>
                  <a:pt x="3306508" y="736600"/>
                </a:lnTo>
                <a:lnTo>
                  <a:pt x="330015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9300"/>
                </a:moveTo>
                <a:lnTo>
                  <a:pt x="44424" y="749300"/>
                </a:lnTo>
                <a:lnTo>
                  <a:pt x="44424" y="36067"/>
                </a:lnTo>
                <a:lnTo>
                  <a:pt x="50768" y="25193"/>
                </a:lnTo>
                <a:lnTo>
                  <a:pt x="57111" y="36067"/>
                </a:lnTo>
                <a:lnTo>
                  <a:pt x="57124" y="736600"/>
                </a:lnTo>
                <a:lnTo>
                  <a:pt x="50774" y="736600"/>
                </a:lnTo>
                <a:lnTo>
                  <a:pt x="57124" y="742950"/>
                </a:lnTo>
                <a:lnTo>
                  <a:pt x="3306508" y="742950"/>
                </a:lnTo>
                <a:lnTo>
                  <a:pt x="3306508" y="749300"/>
                </a:lnTo>
                <a:close/>
              </a:path>
              <a:path w="3307079" h="749300">
                <a:moveTo>
                  <a:pt x="57124" y="742950"/>
                </a:moveTo>
                <a:lnTo>
                  <a:pt x="50774" y="736600"/>
                </a:lnTo>
                <a:lnTo>
                  <a:pt x="57124" y="736600"/>
                </a:lnTo>
                <a:lnTo>
                  <a:pt x="57124" y="742950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57124" y="742950"/>
                </a:lnTo>
                <a:lnTo>
                  <a:pt x="57124" y="736600"/>
                </a:lnTo>
                <a:lnTo>
                  <a:pt x="329380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2950"/>
                </a:moveTo>
                <a:lnTo>
                  <a:pt x="3293808" y="742950"/>
                </a:lnTo>
                <a:lnTo>
                  <a:pt x="3300158" y="736600"/>
                </a:lnTo>
                <a:lnTo>
                  <a:pt x="3306508" y="736600"/>
                </a:lnTo>
                <a:lnTo>
                  <a:pt x="3306508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62913" y="444988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 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860" y="3736428"/>
            <a:ext cx="1625600" cy="126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闭合导体回路原 磁通量的变化</a:t>
            </a:r>
            <a:endParaRPr sz="1800">
              <a:latin typeface="华文楷体"/>
              <a:cs typeface="华文楷体"/>
            </a:endParaRPr>
          </a:p>
          <a:p>
            <a:pPr marL="535305" marR="853440">
              <a:lnSpc>
                <a:spcPct val="100000"/>
              </a:lnSpc>
              <a:spcBef>
                <a:spcPts val="1140"/>
              </a:spcBef>
            </a:pPr>
            <a:r>
              <a:rPr dirty="0" sz="1800" i="1">
                <a:latin typeface="华文楷体"/>
                <a:cs typeface="华文楷体"/>
              </a:rPr>
              <a:t>阻 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01055" y="4745735"/>
            <a:ext cx="1812289" cy="571500"/>
          </a:xfrm>
          <a:custGeom>
            <a:avLst/>
            <a:gdLst/>
            <a:ahLst/>
            <a:cxnLst/>
            <a:rect l="l" t="t" r="r" b="b"/>
            <a:pathLst>
              <a:path w="1812290" h="571500">
                <a:moveTo>
                  <a:pt x="0" y="0"/>
                </a:moveTo>
                <a:lnTo>
                  <a:pt x="1812036" y="0"/>
                </a:lnTo>
                <a:lnTo>
                  <a:pt x="18120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96001" y="4740846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01055" y="4718304"/>
            <a:ext cx="181228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感应电流的磁场</a:t>
            </a:r>
            <a:endParaRPr sz="1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dirty="0" sz="1800" i="1">
                <a:latin typeface="华文楷体"/>
                <a:cs typeface="华文楷体"/>
              </a:rPr>
              <a:t>（中间量）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2025-04-20T10:20:29Z</dcterms:created>
  <dcterms:modified xsi:type="dcterms:W3CDTF">2025-04-20T10:20:29Z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