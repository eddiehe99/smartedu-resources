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98470" y="1151813"/>
            <a:ext cx="2882265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89039" y="6180632"/>
            <a:ext cx="1042035" cy="361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9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1398" y="805497"/>
            <a:ext cx="4140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FFFF"/>
                </a:solidFill>
                <a:latin typeface="微软雅黑"/>
                <a:cs typeface="微软雅黑"/>
              </a:rPr>
              <a:t>国家中小学课程资源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339782" y="2073452"/>
            <a:ext cx="551243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微软雅黑"/>
                <a:cs typeface="微软雅黑"/>
              </a:rPr>
              <a:t>互感和自感</a:t>
            </a:r>
            <a:r>
              <a:rPr dirty="0" sz="3200" b="1">
                <a:solidFill>
                  <a:srgbClr val="FFFFFF"/>
                </a:solidFill>
                <a:latin typeface="微软雅黑"/>
                <a:cs typeface="微软雅黑"/>
              </a:rPr>
              <a:t>（第二课时</a:t>
            </a:r>
            <a:r>
              <a:rPr dirty="0" sz="3200" spc="5" b="1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3200">
              <a:latin typeface="微软雅黑"/>
              <a:cs typeface="微软雅黑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834705" y="3569668"/>
          <a:ext cx="8091805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54680"/>
                <a:gridCol w="1520190"/>
                <a:gridCol w="3417570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315"/>
                        </a:lnSpc>
                      </a:pPr>
                      <a:r>
                        <a:rPr dirty="0" sz="2800" spc="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主讲人：林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勇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2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2667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spc="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校：北京市第八中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8537" y="1831975"/>
            <a:ext cx="561276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538235"/>
                </a:solidFill>
                <a:latin typeface="微软雅黑"/>
                <a:cs typeface="微软雅黑"/>
              </a:rPr>
              <a:t>互感和自感（第二课时</a:t>
            </a:r>
            <a:r>
              <a:rPr dirty="0" sz="4000" spc="-5">
                <a:solidFill>
                  <a:srgbClr val="538235"/>
                </a:solidFill>
                <a:latin typeface="微软雅黑"/>
                <a:cs typeface="微软雅黑"/>
              </a:rPr>
              <a:t>）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755201" y="3091348"/>
          <a:ext cx="7017384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17470"/>
                <a:gridCol w="982980"/>
                <a:gridCol w="3417570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538235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538235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solidFill>
                            <a:srgbClr val="538235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538235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315"/>
                        </a:lnSpc>
                      </a:pPr>
                      <a:r>
                        <a:rPr dirty="0" sz="2800" spc="10" b="1">
                          <a:solidFill>
                            <a:srgbClr val="538235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b="1">
                          <a:solidFill>
                            <a:srgbClr val="538235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538235"/>
                          </a:solidFill>
                          <a:latin typeface="华文楷体"/>
                          <a:cs typeface="华文楷体"/>
                        </a:rPr>
                        <a:t>主讲人：林</a:t>
                      </a:r>
                      <a:r>
                        <a:rPr dirty="0" sz="2800" spc="-10" b="1">
                          <a:solidFill>
                            <a:srgbClr val="538235"/>
                          </a:solidFill>
                          <a:latin typeface="华文楷体"/>
                          <a:cs typeface="华文楷体"/>
                        </a:rPr>
                        <a:t>勇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2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538235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2667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spc="10" b="1">
                          <a:solidFill>
                            <a:srgbClr val="538235"/>
                          </a:solidFill>
                          <a:latin typeface="华文楷体"/>
                          <a:cs typeface="华文楷体"/>
                        </a:rPr>
                        <a:t>校：北京市第八中</a:t>
                      </a:r>
                      <a:r>
                        <a:rPr dirty="0" sz="2800" b="1">
                          <a:solidFill>
                            <a:srgbClr val="538235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12592" y="1046988"/>
            <a:ext cx="5768339" cy="4762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398354" y="4274007"/>
            <a:ext cx="4182490" cy="11212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549002" y="4289348"/>
            <a:ext cx="122326" cy="122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759250" y="4319866"/>
            <a:ext cx="184861" cy="1844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92102" y="4267644"/>
            <a:ext cx="4195017" cy="113275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18571" y="4397540"/>
            <a:ext cx="246824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电流传感器的作</a:t>
            </a:r>
            <a:r>
              <a:rPr dirty="0" sz="2400" spc="-5" b="1">
                <a:latin typeface="华文楷体"/>
                <a:cs typeface="华文楷体"/>
              </a:rPr>
              <a:t>用 </a:t>
            </a:r>
            <a:r>
              <a:rPr dirty="0" sz="2400" b="1">
                <a:latin typeface="华文楷体"/>
                <a:cs typeface="华文楷体"/>
              </a:rPr>
              <a:t>相当于一个电流</a:t>
            </a:r>
            <a:r>
              <a:rPr dirty="0" sz="2400" spc="-5" b="1">
                <a:latin typeface="华文楷体"/>
                <a:cs typeface="华文楷体"/>
              </a:rPr>
              <a:t>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07920" y="3666744"/>
            <a:ext cx="1150620" cy="172516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70903" y="1821179"/>
            <a:ext cx="2429255" cy="2395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86100" y="1818132"/>
            <a:ext cx="2429255" cy="23987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742432" y="2554223"/>
            <a:ext cx="502919" cy="9311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38393" y="2538539"/>
            <a:ext cx="511175" cy="962025"/>
          </a:xfrm>
          <a:custGeom>
            <a:avLst/>
            <a:gdLst/>
            <a:ahLst/>
            <a:cxnLst/>
            <a:rect l="l" t="t" r="r" b="b"/>
            <a:pathLst>
              <a:path w="511175" h="962025">
                <a:moveTo>
                  <a:pt x="251307" y="248005"/>
                </a:moveTo>
                <a:lnTo>
                  <a:pt x="251307" y="0"/>
                </a:lnTo>
                <a:lnTo>
                  <a:pt x="259447" y="15087"/>
                </a:lnTo>
                <a:lnTo>
                  <a:pt x="258927" y="15087"/>
                </a:lnTo>
                <a:lnTo>
                  <a:pt x="251764" y="16891"/>
                </a:lnTo>
                <a:lnTo>
                  <a:pt x="258927" y="30168"/>
                </a:lnTo>
                <a:lnTo>
                  <a:pt x="258927" y="244195"/>
                </a:lnTo>
                <a:lnTo>
                  <a:pt x="255117" y="244195"/>
                </a:lnTo>
                <a:lnTo>
                  <a:pt x="251307" y="248005"/>
                </a:lnTo>
                <a:close/>
              </a:path>
              <a:path w="511175" h="962025">
                <a:moveTo>
                  <a:pt x="258927" y="30168"/>
                </a:moveTo>
                <a:lnTo>
                  <a:pt x="251764" y="16891"/>
                </a:lnTo>
                <a:lnTo>
                  <a:pt x="258927" y="15087"/>
                </a:lnTo>
                <a:lnTo>
                  <a:pt x="258927" y="30168"/>
                </a:lnTo>
                <a:close/>
              </a:path>
              <a:path w="511175" h="962025">
                <a:moveTo>
                  <a:pt x="502108" y="480929"/>
                </a:moveTo>
                <a:lnTo>
                  <a:pt x="258927" y="30168"/>
                </a:lnTo>
                <a:lnTo>
                  <a:pt x="258927" y="15087"/>
                </a:lnTo>
                <a:lnTo>
                  <a:pt x="259447" y="15087"/>
                </a:lnTo>
                <a:lnTo>
                  <a:pt x="509783" y="479120"/>
                </a:lnTo>
                <a:lnTo>
                  <a:pt x="503085" y="479120"/>
                </a:lnTo>
                <a:lnTo>
                  <a:pt x="502108" y="480929"/>
                </a:lnTo>
                <a:close/>
              </a:path>
              <a:path w="511175" h="962025">
                <a:moveTo>
                  <a:pt x="251307" y="717664"/>
                </a:moveTo>
                <a:lnTo>
                  <a:pt x="0" y="717664"/>
                </a:lnTo>
                <a:lnTo>
                  <a:pt x="0" y="244195"/>
                </a:lnTo>
                <a:lnTo>
                  <a:pt x="251307" y="244195"/>
                </a:lnTo>
                <a:lnTo>
                  <a:pt x="251307" y="248005"/>
                </a:lnTo>
                <a:lnTo>
                  <a:pt x="7620" y="248005"/>
                </a:lnTo>
                <a:lnTo>
                  <a:pt x="3810" y="251815"/>
                </a:lnTo>
                <a:lnTo>
                  <a:pt x="7620" y="251815"/>
                </a:lnTo>
                <a:lnTo>
                  <a:pt x="7620" y="710044"/>
                </a:lnTo>
                <a:lnTo>
                  <a:pt x="3810" y="710044"/>
                </a:lnTo>
                <a:lnTo>
                  <a:pt x="7620" y="713854"/>
                </a:lnTo>
                <a:lnTo>
                  <a:pt x="251307" y="713854"/>
                </a:lnTo>
                <a:lnTo>
                  <a:pt x="251307" y="717664"/>
                </a:lnTo>
                <a:close/>
              </a:path>
              <a:path w="511175" h="962025">
                <a:moveTo>
                  <a:pt x="258927" y="251815"/>
                </a:moveTo>
                <a:lnTo>
                  <a:pt x="7620" y="251815"/>
                </a:lnTo>
                <a:lnTo>
                  <a:pt x="7620" y="248005"/>
                </a:lnTo>
                <a:lnTo>
                  <a:pt x="251307" y="248005"/>
                </a:lnTo>
                <a:lnTo>
                  <a:pt x="255117" y="244195"/>
                </a:lnTo>
                <a:lnTo>
                  <a:pt x="258927" y="244195"/>
                </a:lnTo>
                <a:lnTo>
                  <a:pt x="258927" y="251815"/>
                </a:lnTo>
                <a:close/>
              </a:path>
              <a:path w="511175" h="962025">
                <a:moveTo>
                  <a:pt x="7620" y="251815"/>
                </a:moveTo>
                <a:lnTo>
                  <a:pt x="3810" y="251815"/>
                </a:lnTo>
                <a:lnTo>
                  <a:pt x="7620" y="248005"/>
                </a:lnTo>
                <a:lnTo>
                  <a:pt x="7620" y="251815"/>
                </a:lnTo>
                <a:close/>
              </a:path>
              <a:path w="511175" h="962025">
                <a:moveTo>
                  <a:pt x="503085" y="482739"/>
                </a:moveTo>
                <a:lnTo>
                  <a:pt x="502112" y="480923"/>
                </a:lnTo>
                <a:lnTo>
                  <a:pt x="503085" y="479120"/>
                </a:lnTo>
                <a:lnTo>
                  <a:pt x="503085" y="482739"/>
                </a:lnTo>
                <a:close/>
              </a:path>
              <a:path w="511175" h="962025">
                <a:moveTo>
                  <a:pt x="509776" y="482739"/>
                </a:moveTo>
                <a:lnTo>
                  <a:pt x="503085" y="482739"/>
                </a:lnTo>
                <a:lnTo>
                  <a:pt x="503085" y="479120"/>
                </a:lnTo>
                <a:lnTo>
                  <a:pt x="509783" y="479120"/>
                </a:lnTo>
                <a:lnTo>
                  <a:pt x="510752" y="480929"/>
                </a:lnTo>
                <a:lnTo>
                  <a:pt x="509776" y="482739"/>
                </a:lnTo>
                <a:close/>
              </a:path>
              <a:path w="511175" h="962025">
                <a:moveTo>
                  <a:pt x="259446" y="946772"/>
                </a:moveTo>
                <a:lnTo>
                  <a:pt x="258927" y="946772"/>
                </a:lnTo>
                <a:lnTo>
                  <a:pt x="258927" y="931679"/>
                </a:lnTo>
                <a:lnTo>
                  <a:pt x="502108" y="480929"/>
                </a:lnTo>
                <a:lnTo>
                  <a:pt x="503085" y="482739"/>
                </a:lnTo>
                <a:lnTo>
                  <a:pt x="509776" y="482739"/>
                </a:lnTo>
                <a:lnTo>
                  <a:pt x="259446" y="946772"/>
                </a:lnTo>
                <a:close/>
              </a:path>
              <a:path w="511175" h="962025">
                <a:moveTo>
                  <a:pt x="7620" y="713854"/>
                </a:moveTo>
                <a:lnTo>
                  <a:pt x="3810" y="710044"/>
                </a:lnTo>
                <a:lnTo>
                  <a:pt x="7620" y="710044"/>
                </a:lnTo>
                <a:lnTo>
                  <a:pt x="7620" y="713854"/>
                </a:lnTo>
                <a:close/>
              </a:path>
              <a:path w="511175" h="962025">
                <a:moveTo>
                  <a:pt x="258927" y="717664"/>
                </a:moveTo>
                <a:lnTo>
                  <a:pt x="255117" y="717664"/>
                </a:lnTo>
                <a:lnTo>
                  <a:pt x="251307" y="713854"/>
                </a:lnTo>
                <a:lnTo>
                  <a:pt x="7620" y="713854"/>
                </a:lnTo>
                <a:lnTo>
                  <a:pt x="7620" y="710044"/>
                </a:lnTo>
                <a:lnTo>
                  <a:pt x="258927" y="710044"/>
                </a:lnTo>
                <a:lnTo>
                  <a:pt x="258927" y="717664"/>
                </a:lnTo>
                <a:close/>
              </a:path>
              <a:path w="511175" h="962025">
                <a:moveTo>
                  <a:pt x="251307" y="961859"/>
                </a:moveTo>
                <a:lnTo>
                  <a:pt x="251307" y="713854"/>
                </a:lnTo>
                <a:lnTo>
                  <a:pt x="255117" y="717664"/>
                </a:lnTo>
                <a:lnTo>
                  <a:pt x="258927" y="717664"/>
                </a:lnTo>
                <a:lnTo>
                  <a:pt x="258927" y="931679"/>
                </a:lnTo>
                <a:lnTo>
                  <a:pt x="251764" y="944956"/>
                </a:lnTo>
                <a:lnTo>
                  <a:pt x="258927" y="946772"/>
                </a:lnTo>
                <a:lnTo>
                  <a:pt x="259446" y="946772"/>
                </a:lnTo>
                <a:lnTo>
                  <a:pt x="251307" y="961859"/>
                </a:lnTo>
                <a:close/>
              </a:path>
              <a:path w="511175" h="962025">
                <a:moveTo>
                  <a:pt x="258927" y="946772"/>
                </a:moveTo>
                <a:lnTo>
                  <a:pt x="251764" y="944956"/>
                </a:lnTo>
                <a:lnTo>
                  <a:pt x="258927" y="931679"/>
                </a:lnTo>
                <a:lnTo>
                  <a:pt x="258927" y="946772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83764" y="1200911"/>
            <a:ext cx="6824472" cy="3624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19755" y="1178052"/>
            <a:ext cx="6952488" cy="3909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64307" y="1726692"/>
            <a:ext cx="2648712" cy="2191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63311" y="1731264"/>
            <a:ext cx="4238244" cy="23926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22804" y="1132332"/>
            <a:ext cx="6946392" cy="3688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96311" y="1758695"/>
            <a:ext cx="2418588" cy="2118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292852" y="1452372"/>
            <a:ext cx="4062984" cy="27325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2951" y="1280160"/>
            <a:ext cx="6909816" cy="3669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20111" y="1784604"/>
            <a:ext cx="2528316" cy="22920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09971" y="1653539"/>
            <a:ext cx="4245864" cy="24323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65832" y="1303019"/>
            <a:ext cx="6909816" cy="3669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85288" y="1118616"/>
            <a:ext cx="6821423" cy="38313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7010" y="1037513"/>
            <a:ext cx="247396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二、自感现</a:t>
            </a:r>
            <a:r>
              <a:rPr dirty="0" spc="-10"/>
              <a:t>象</a:t>
            </a:r>
          </a:p>
        </p:txBody>
      </p:sp>
      <p:sp>
        <p:nvSpPr>
          <p:cNvPr id="3" name="object 3"/>
          <p:cNvSpPr/>
          <p:nvPr/>
        </p:nvSpPr>
        <p:spPr>
          <a:xfrm>
            <a:off x="8628888" y="1197863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90" h="364490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828531" y="1421891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5" h="245744">
                <a:moveTo>
                  <a:pt x="0" y="0"/>
                </a:moveTo>
                <a:lnTo>
                  <a:pt x="246888" y="0"/>
                </a:lnTo>
                <a:lnTo>
                  <a:pt x="246888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79877" y="157764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622334" y="1514322"/>
            <a:ext cx="5064125" cy="89916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217804">
              <a:lnSpc>
                <a:spcPct val="100000"/>
              </a:lnSpc>
              <a:spcBef>
                <a:spcPts val="660"/>
              </a:spcBef>
            </a:pPr>
            <a:r>
              <a:rPr dirty="0" sz="2400" b="1">
                <a:latin typeface="Times New Roman"/>
                <a:cs typeface="Times New Roman"/>
              </a:rPr>
              <a:t>3.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华文楷体"/>
                <a:cs typeface="华文楷体"/>
              </a:rPr>
              <a:t>自感的利用与防</a:t>
            </a:r>
            <a:r>
              <a:rPr dirty="0" sz="2400" spc="-5" b="1">
                <a:latin typeface="华文楷体"/>
                <a:cs typeface="华文楷体"/>
              </a:rPr>
              <a:t>止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2400" b="1">
                <a:latin typeface="华文楷体"/>
                <a:cs typeface="华文楷体"/>
              </a:rPr>
              <a:t>（</a:t>
            </a:r>
            <a:r>
              <a:rPr dirty="0" sz="2400" b="1">
                <a:latin typeface="Times New Roman"/>
                <a:cs typeface="Times New Roman"/>
              </a:rPr>
              <a:t>1</a:t>
            </a:r>
            <a:r>
              <a:rPr dirty="0" sz="2400" b="1">
                <a:latin typeface="华文楷体"/>
                <a:cs typeface="华文楷体"/>
              </a:rPr>
              <a:t>）利用：感应圈、日光灯镇流器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56916" y="2503932"/>
            <a:ext cx="2010156" cy="16535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31891" y="2516123"/>
            <a:ext cx="3694175" cy="16200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23744" y="1303019"/>
            <a:ext cx="6888480" cy="38755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7030" y="1037513"/>
            <a:ext cx="247396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二、自感现</a:t>
            </a:r>
            <a:r>
              <a:rPr dirty="0" spc="-10"/>
              <a:t>象</a:t>
            </a:r>
          </a:p>
        </p:txBody>
      </p:sp>
      <p:sp>
        <p:nvSpPr>
          <p:cNvPr id="3" name="object 3"/>
          <p:cNvSpPr/>
          <p:nvPr/>
        </p:nvSpPr>
        <p:spPr>
          <a:xfrm>
            <a:off x="8788907" y="1197863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90" h="364490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988552" y="1421891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5" h="245744">
                <a:moveTo>
                  <a:pt x="0" y="0"/>
                </a:moveTo>
                <a:lnTo>
                  <a:pt x="246888" y="0"/>
                </a:lnTo>
                <a:lnTo>
                  <a:pt x="246888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39897" y="157764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782354" y="1502892"/>
            <a:ext cx="5064125" cy="922019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217804">
              <a:lnSpc>
                <a:spcPct val="100000"/>
              </a:lnSpc>
              <a:spcBef>
                <a:spcPts val="750"/>
              </a:spcBef>
            </a:pPr>
            <a:r>
              <a:rPr dirty="0" sz="2400" b="1">
                <a:latin typeface="Times New Roman"/>
                <a:cs typeface="Times New Roman"/>
              </a:rPr>
              <a:t>3.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华文楷体"/>
                <a:cs typeface="华文楷体"/>
              </a:rPr>
              <a:t>自感的利用与防</a:t>
            </a:r>
            <a:r>
              <a:rPr dirty="0" sz="2400" spc="-5" b="1">
                <a:latin typeface="华文楷体"/>
                <a:cs typeface="华文楷体"/>
              </a:rPr>
              <a:t>止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2400" b="1">
                <a:latin typeface="华文楷体"/>
                <a:cs typeface="华文楷体"/>
              </a:rPr>
              <a:t>（</a:t>
            </a:r>
            <a:r>
              <a:rPr dirty="0" sz="2400" b="1">
                <a:latin typeface="Times New Roman"/>
                <a:cs typeface="Times New Roman"/>
              </a:rPr>
              <a:t>1</a:t>
            </a:r>
            <a:r>
              <a:rPr dirty="0" sz="2400" b="1">
                <a:latin typeface="华文楷体"/>
                <a:cs typeface="华文楷体"/>
              </a:rPr>
              <a:t>）利用：感应圈、日光灯镇流器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76435" y="4402201"/>
            <a:ext cx="5062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（</a:t>
            </a:r>
            <a:r>
              <a:rPr dirty="0" sz="2400" b="1">
                <a:latin typeface="Times New Roman"/>
                <a:cs typeface="Times New Roman"/>
              </a:rPr>
              <a:t>2</a:t>
            </a:r>
            <a:r>
              <a:rPr dirty="0" sz="2400" b="1">
                <a:latin typeface="华文楷体"/>
                <a:cs typeface="华文楷体"/>
              </a:rPr>
              <a:t>）危害：电弧火花</a:t>
            </a:r>
            <a:r>
              <a:rPr dirty="0" sz="2400" b="1">
                <a:latin typeface="Times New Roman"/>
                <a:cs typeface="Times New Roman"/>
              </a:rPr>
              <a:t>——</a:t>
            </a:r>
            <a:r>
              <a:rPr dirty="0" sz="2400" b="1">
                <a:latin typeface="华文楷体"/>
                <a:cs typeface="华文楷体"/>
              </a:rPr>
              <a:t>烧蚀开关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16935" y="2514600"/>
            <a:ext cx="2010156" cy="16535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391911" y="2516123"/>
            <a:ext cx="3694176" cy="16200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42771" y="1733257"/>
            <a:ext cx="480695" cy="0"/>
          </a:xfrm>
          <a:custGeom>
            <a:avLst/>
            <a:gdLst/>
            <a:ahLst/>
            <a:cxnLst/>
            <a:rect l="l" t="t" r="r" b="b"/>
            <a:pathLst>
              <a:path w="480695" h="0">
                <a:moveTo>
                  <a:pt x="0" y="0"/>
                </a:moveTo>
                <a:lnTo>
                  <a:pt x="480314" y="0"/>
                </a:lnTo>
              </a:path>
            </a:pathLst>
          </a:custGeom>
          <a:ln w="177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074386" y="3155975"/>
            <a:ext cx="414655" cy="0"/>
          </a:xfrm>
          <a:custGeom>
            <a:avLst/>
            <a:gdLst/>
            <a:ahLst/>
            <a:cxnLst/>
            <a:rect l="l" t="t" r="r" b="b"/>
            <a:pathLst>
              <a:path w="414654" h="0">
                <a:moveTo>
                  <a:pt x="0" y="0"/>
                </a:moveTo>
                <a:lnTo>
                  <a:pt x="414096" y="0"/>
                </a:lnTo>
              </a:path>
            </a:pathLst>
          </a:custGeom>
          <a:ln w="179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54819" y="2869907"/>
            <a:ext cx="252539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baseline="8101" sz="3600" b="1">
                <a:latin typeface="华文楷体"/>
                <a:cs typeface="华文楷体"/>
              </a:rPr>
              <a:t>所</a:t>
            </a:r>
            <a:r>
              <a:rPr dirty="0" baseline="8101" sz="3600" spc="-7" b="1">
                <a:latin typeface="华文楷体"/>
                <a:cs typeface="华文楷体"/>
              </a:rPr>
              <a:t>以</a:t>
            </a:r>
            <a:r>
              <a:rPr dirty="0" baseline="8101" sz="3600" spc="127" b="1">
                <a:latin typeface="华文楷体"/>
                <a:cs typeface="华文楷体"/>
              </a:rPr>
              <a:t> </a:t>
            </a:r>
            <a:r>
              <a:rPr dirty="0" sz="2850" spc="15" i="1">
                <a:latin typeface="Times New Roman"/>
                <a:cs typeface="Times New Roman"/>
              </a:rPr>
              <a:t>E</a:t>
            </a:r>
            <a:r>
              <a:rPr dirty="0" sz="2850" spc="-65" i="1">
                <a:latin typeface="Times New Roman"/>
                <a:cs typeface="Times New Roman"/>
              </a:rPr>
              <a:t> </a:t>
            </a:r>
            <a:r>
              <a:rPr dirty="0" sz="2850" spc="409">
                <a:latin typeface="Symbol"/>
                <a:cs typeface="Symbol"/>
              </a:rPr>
              <a:t></a:t>
            </a:r>
            <a:r>
              <a:rPr dirty="0" sz="2850" spc="-135">
                <a:latin typeface="Times New Roman"/>
                <a:cs typeface="Times New Roman"/>
              </a:rPr>
              <a:t> </a:t>
            </a:r>
            <a:r>
              <a:rPr dirty="0" sz="2850" spc="15" i="1">
                <a:latin typeface="Times New Roman"/>
                <a:cs typeface="Times New Roman"/>
              </a:rPr>
              <a:t>n</a:t>
            </a:r>
            <a:r>
              <a:rPr dirty="0" sz="2850" spc="-400" i="1">
                <a:latin typeface="Times New Roman"/>
                <a:cs typeface="Times New Roman"/>
              </a:rPr>
              <a:t> </a:t>
            </a:r>
            <a:r>
              <a:rPr dirty="0" sz="2850" spc="-844">
                <a:latin typeface="Symbol"/>
                <a:cs typeface="Symbol"/>
              </a:rPr>
              <a:t></a:t>
            </a:r>
            <a:r>
              <a:rPr dirty="0" sz="2850" spc="-165">
                <a:latin typeface="Times New Roman"/>
                <a:cs typeface="Times New Roman"/>
              </a:rPr>
              <a:t> </a:t>
            </a:r>
            <a:r>
              <a:rPr dirty="0" baseline="35087" sz="4275" spc="-15">
                <a:latin typeface="Symbol"/>
                <a:cs typeface="Symbol"/>
              </a:rPr>
              <a:t></a:t>
            </a:r>
            <a:r>
              <a:rPr dirty="0" baseline="35087" sz="4275" spc="-15" i="1">
                <a:latin typeface="Times New Roman"/>
                <a:cs typeface="Times New Roman"/>
              </a:rPr>
              <a:t>I</a:t>
            </a:r>
            <a:r>
              <a:rPr dirty="0" baseline="35087" sz="4275" spc="165" i="1">
                <a:latin typeface="Times New Roman"/>
                <a:cs typeface="Times New Roman"/>
              </a:rPr>
              <a:t> </a:t>
            </a:r>
            <a:r>
              <a:rPr dirty="0" sz="2850" spc="-844">
                <a:latin typeface="Symbol"/>
                <a:cs typeface="Symbol"/>
              </a:rPr>
              <a:t></a:t>
            </a:r>
            <a:r>
              <a:rPr dirty="0" sz="2850" spc="-340">
                <a:latin typeface="Times New Roman"/>
                <a:cs typeface="Times New Roman"/>
              </a:rPr>
              <a:t> </a:t>
            </a:r>
            <a:r>
              <a:rPr dirty="0" sz="2850" spc="15" i="1">
                <a:latin typeface="Times New Roman"/>
                <a:cs typeface="Times New Roman"/>
              </a:rPr>
              <a:t>S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54819" y="3042668"/>
            <a:ext cx="4716780" cy="1037590"/>
          </a:xfrm>
          <a:prstGeom prst="rect">
            <a:avLst/>
          </a:prstGeom>
        </p:spPr>
        <p:txBody>
          <a:bodyPr wrap="square" lIns="0" tIns="129540" rIns="0" bIns="0" rtlCol="0" vert="horz">
            <a:spAutoFit/>
          </a:bodyPr>
          <a:lstStyle/>
          <a:p>
            <a:pPr algn="ctr" marR="866140">
              <a:lnSpc>
                <a:spcPct val="100000"/>
              </a:lnSpc>
              <a:spcBef>
                <a:spcPts val="1020"/>
              </a:spcBef>
            </a:pPr>
            <a:r>
              <a:rPr dirty="0" sz="2850" spc="-10">
                <a:latin typeface="Symbol"/>
                <a:cs typeface="Symbol"/>
              </a:rPr>
              <a:t></a:t>
            </a:r>
            <a:r>
              <a:rPr dirty="0" sz="2850" spc="-10" i="1">
                <a:latin typeface="Times New Roman"/>
                <a:cs typeface="Times New Roman"/>
              </a:rPr>
              <a:t>t</a:t>
            </a:r>
            <a:endParaRPr sz="2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2400" b="1">
                <a:latin typeface="华文楷体"/>
                <a:cs typeface="华文楷体"/>
              </a:rPr>
              <a:t>对于一个特定的线圈，</a:t>
            </a:r>
            <a:r>
              <a:rPr dirty="0" sz="2400" b="1" i="1">
                <a:latin typeface="Times New Roman"/>
                <a:cs typeface="Times New Roman"/>
              </a:rPr>
              <a:t>n</a:t>
            </a:r>
            <a:r>
              <a:rPr dirty="0" sz="2400" b="1">
                <a:latin typeface="宋体"/>
                <a:cs typeface="宋体"/>
              </a:rPr>
              <a:t>、</a:t>
            </a:r>
            <a:r>
              <a:rPr dirty="0" sz="2400" b="1" i="1">
                <a:latin typeface="Times New Roman"/>
                <a:cs typeface="Times New Roman"/>
              </a:rPr>
              <a:t>S</a:t>
            </a:r>
            <a:r>
              <a:rPr dirty="0" sz="2400" spc="-60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华文楷体"/>
                <a:cs typeface="华文楷体"/>
              </a:rPr>
              <a:t>是定</a:t>
            </a:r>
            <a:r>
              <a:rPr dirty="0" sz="2400" spc="-5" b="1">
                <a:latin typeface="华文楷体"/>
                <a:cs typeface="华文楷体"/>
              </a:rPr>
              <a:t>值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71326" y="4698746"/>
            <a:ext cx="421005" cy="0"/>
          </a:xfrm>
          <a:custGeom>
            <a:avLst/>
            <a:gdLst/>
            <a:ahLst/>
            <a:cxnLst/>
            <a:rect l="l" t="t" r="r" b="b"/>
            <a:pathLst>
              <a:path w="421004" h="0">
                <a:moveTo>
                  <a:pt x="0" y="0"/>
                </a:moveTo>
                <a:lnTo>
                  <a:pt x="420700" y="0"/>
                </a:lnTo>
              </a:path>
            </a:pathLst>
          </a:custGeom>
          <a:ln w="181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354819" y="4175074"/>
            <a:ext cx="1697355" cy="4705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baseline="-32407" sz="3600" b="1">
                <a:latin typeface="华文楷体"/>
                <a:cs typeface="华文楷体"/>
              </a:rPr>
              <a:t>所</a:t>
            </a:r>
            <a:r>
              <a:rPr dirty="0" baseline="-32407" sz="3600" spc="390" b="1">
                <a:latin typeface="华文楷体"/>
                <a:cs typeface="华文楷体"/>
              </a:rPr>
              <a:t>以</a:t>
            </a:r>
            <a:r>
              <a:rPr dirty="0" baseline="-35440" sz="4350" spc="15" i="1">
                <a:latin typeface="Times New Roman"/>
                <a:cs typeface="Times New Roman"/>
              </a:rPr>
              <a:t>E</a:t>
            </a:r>
            <a:r>
              <a:rPr dirty="0" baseline="-35440" sz="4350" spc="-127" i="1">
                <a:latin typeface="Times New Roman"/>
                <a:cs typeface="Times New Roman"/>
              </a:rPr>
              <a:t> </a:t>
            </a:r>
            <a:r>
              <a:rPr dirty="0" baseline="-35440" sz="4350" spc="607">
                <a:latin typeface="Symbol"/>
                <a:cs typeface="Symbol"/>
              </a:rPr>
              <a:t></a:t>
            </a:r>
            <a:r>
              <a:rPr dirty="0" baseline="-35440" sz="4350" spc="82">
                <a:latin typeface="Times New Roman"/>
                <a:cs typeface="Times New Roman"/>
              </a:rPr>
              <a:t> </a:t>
            </a:r>
            <a:r>
              <a:rPr dirty="0" sz="2900" spc="-15">
                <a:latin typeface="Symbol"/>
                <a:cs typeface="Symbol"/>
              </a:rPr>
              <a:t></a:t>
            </a:r>
            <a:r>
              <a:rPr dirty="0" sz="2900" spc="-15" i="1">
                <a:latin typeface="Times New Roman"/>
                <a:cs typeface="Times New Roman"/>
              </a:rPr>
              <a:t>I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01260" y="4699660"/>
            <a:ext cx="350520" cy="4705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30">
                <a:latin typeface="Symbol"/>
                <a:cs typeface="Symbol"/>
              </a:rPr>
              <a:t></a:t>
            </a:r>
            <a:r>
              <a:rPr dirty="0" sz="2900" spc="5" i="1">
                <a:latin typeface="Times New Roman"/>
                <a:cs typeface="Times New Roman"/>
              </a:rPr>
              <a:t>t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367879" y="4715141"/>
            <a:ext cx="434975" cy="0"/>
          </a:xfrm>
          <a:custGeom>
            <a:avLst/>
            <a:gdLst/>
            <a:ahLst/>
            <a:cxnLst/>
            <a:rect l="l" t="t" r="r" b="b"/>
            <a:pathLst>
              <a:path w="434975" h="0">
                <a:moveTo>
                  <a:pt x="0" y="0"/>
                </a:moveTo>
                <a:lnTo>
                  <a:pt x="434835" y="0"/>
                </a:lnTo>
              </a:path>
            </a:pathLst>
          </a:custGeom>
          <a:ln w="188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444360" y="4414164"/>
            <a:ext cx="131762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000" spc="20" i="1">
                <a:latin typeface="Times New Roman"/>
                <a:cs typeface="Times New Roman"/>
              </a:rPr>
              <a:t>E </a:t>
            </a:r>
            <a:r>
              <a:rPr dirty="0" sz="3000" spc="15">
                <a:latin typeface="Symbol"/>
                <a:cs typeface="Symbol"/>
              </a:rPr>
              <a:t></a:t>
            </a:r>
            <a:r>
              <a:rPr dirty="0" sz="3000" spc="15">
                <a:latin typeface="Times New Roman"/>
                <a:cs typeface="Times New Roman"/>
              </a:rPr>
              <a:t> </a:t>
            </a:r>
            <a:r>
              <a:rPr dirty="0" sz="3000" spc="15" i="1">
                <a:latin typeface="Times New Roman"/>
                <a:cs typeface="Times New Roman"/>
              </a:rPr>
              <a:t>L</a:t>
            </a:r>
            <a:r>
              <a:rPr dirty="0" sz="3000" spc="-225" i="1">
                <a:latin typeface="Times New Roman"/>
                <a:cs typeface="Times New Roman"/>
              </a:rPr>
              <a:t> </a:t>
            </a:r>
            <a:r>
              <a:rPr dirty="0" baseline="35185" sz="4500" spc="-22">
                <a:latin typeface="Symbol"/>
                <a:cs typeface="Symbol"/>
              </a:rPr>
              <a:t></a:t>
            </a:r>
            <a:r>
              <a:rPr dirty="0" baseline="35185" sz="4500" spc="-22" i="1">
                <a:latin typeface="Times New Roman"/>
                <a:cs typeface="Times New Roman"/>
              </a:rPr>
              <a:t>I</a:t>
            </a:r>
            <a:endParaRPr baseline="35185" sz="4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99248" y="4714113"/>
            <a:ext cx="361950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000" spc="-35">
                <a:latin typeface="Symbol"/>
                <a:cs typeface="Symbol"/>
              </a:rPr>
              <a:t></a:t>
            </a:r>
            <a:r>
              <a:rPr dirty="0" sz="3000" spc="5" i="1">
                <a:latin typeface="Times New Roman"/>
                <a:cs typeface="Times New Roman"/>
              </a:rPr>
              <a:t>t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452871" y="4500371"/>
            <a:ext cx="815340" cy="364490"/>
          </a:xfrm>
          <a:custGeom>
            <a:avLst/>
            <a:gdLst/>
            <a:ahLst/>
            <a:cxnLst/>
            <a:rect l="l" t="t" r="r" b="b"/>
            <a:pathLst>
              <a:path w="815339" h="364489">
                <a:moveTo>
                  <a:pt x="239267" y="364236"/>
                </a:moveTo>
                <a:lnTo>
                  <a:pt x="239267" y="272795"/>
                </a:lnTo>
                <a:lnTo>
                  <a:pt x="0" y="272795"/>
                </a:lnTo>
                <a:lnTo>
                  <a:pt x="0" y="91439"/>
                </a:lnTo>
                <a:lnTo>
                  <a:pt x="239267" y="91439"/>
                </a:lnTo>
                <a:lnTo>
                  <a:pt x="239267" y="0"/>
                </a:lnTo>
                <a:lnTo>
                  <a:pt x="815339" y="182879"/>
                </a:lnTo>
                <a:lnTo>
                  <a:pt x="239267" y="36423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446293" y="4492180"/>
            <a:ext cx="843280" cy="381635"/>
          </a:xfrm>
          <a:custGeom>
            <a:avLst/>
            <a:gdLst/>
            <a:ahLst/>
            <a:cxnLst/>
            <a:rect l="l" t="t" r="r" b="b"/>
            <a:pathLst>
              <a:path w="843279" h="381635">
                <a:moveTo>
                  <a:pt x="238937" y="99593"/>
                </a:moveTo>
                <a:lnTo>
                  <a:pt x="238937" y="0"/>
                </a:lnTo>
                <a:lnTo>
                  <a:pt x="266391" y="8661"/>
                </a:lnTo>
                <a:lnTo>
                  <a:pt x="251637" y="8661"/>
                </a:lnTo>
                <a:lnTo>
                  <a:pt x="243382" y="14706"/>
                </a:lnTo>
                <a:lnTo>
                  <a:pt x="251637" y="17311"/>
                </a:lnTo>
                <a:lnTo>
                  <a:pt x="251637" y="93243"/>
                </a:lnTo>
                <a:lnTo>
                  <a:pt x="245287" y="93243"/>
                </a:lnTo>
                <a:lnTo>
                  <a:pt x="238937" y="99593"/>
                </a:lnTo>
                <a:close/>
              </a:path>
              <a:path w="843279" h="381635">
                <a:moveTo>
                  <a:pt x="251637" y="17311"/>
                </a:moveTo>
                <a:lnTo>
                  <a:pt x="243382" y="14706"/>
                </a:lnTo>
                <a:lnTo>
                  <a:pt x="251637" y="8661"/>
                </a:lnTo>
                <a:lnTo>
                  <a:pt x="251637" y="17311"/>
                </a:lnTo>
                <a:close/>
              </a:path>
              <a:path w="843279" h="381635">
                <a:moveTo>
                  <a:pt x="800622" y="190525"/>
                </a:moveTo>
                <a:lnTo>
                  <a:pt x="251637" y="17311"/>
                </a:lnTo>
                <a:lnTo>
                  <a:pt x="251637" y="8661"/>
                </a:lnTo>
                <a:lnTo>
                  <a:pt x="266391" y="8661"/>
                </a:lnTo>
                <a:lnTo>
                  <a:pt x="823634" y="184467"/>
                </a:lnTo>
                <a:lnTo>
                  <a:pt x="819823" y="184467"/>
                </a:lnTo>
                <a:lnTo>
                  <a:pt x="800622" y="190525"/>
                </a:lnTo>
                <a:close/>
              </a:path>
              <a:path w="843279" h="381635">
                <a:moveTo>
                  <a:pt x="238937" y="287807"/>
                </a:moveTo>
                <a:lnTo>
                  <a:pt x="0" y="287807"/>
                </a:lnTo>
                <a:lnTo>
                  <a:pt x="0" y="93243"/>
                </a:lnTo>
                <a:lnTo>
                  <a:pt x="238937" y="93243"/>
                </a:lnTo>
                <a:lnTo>
                  <a:pt x="238937" y="99593"/>
                </a:lnTo>
                <a:lnTo>
                  <a:pt x="12700" y="99593"/>
                </a:lnTo>
                <a:lnTo>
                  <a:pt x="6350" y="105943"/>
                </a:lnTo>
                <a:lnTo>
                  <a:pt x="12700" y="105943"/>
                </a:lnTo>
                <a:lnTo>
                  <a:pt x="12700" y="275107"/>
                </a:lnTo>
                <a:lnTo>
                  <a:pt x="6350" y="275107"/>
                </a:lnTo>
                <a:lnTo>
                  <a:pt x="12700" y="281457"/>
                </a:lnTo>
                <a:lnTo>
                  <a:pt x="238937" y="281457"/>
                </a:lnTo>
                <a:lnTo>
                  <a:pt x="238937" y="287807"/>
                </a:lnTo>
                <a:close/>
              </a:path>
              <a:path w="843279" h="381635">
                <a:moveTo>
                  <a:pt x="251637" y="105943"/>
                </a:moveTo>
                <a:lnTo>
                  <a:pt x="12700" y="105943"/>
                </a:lnTo>
                <a:lnTo>
                  <a:pt x="12700" y="99593"/>
                </a:lnTo>
                <a:lnTo>
                  <a:pt x="238937" y="99593"/>
                </a:lnTo>
                <a:lnTo>
                  <a:pt x="245287" y="93243"/>
                </a:lnTo>
                <a:lnTo>
                  <a:pt x="251637" y="93243"/>
                </a:lnTo>
                <a:lnTo>
                  <a:pt x="251637" y="105943"/>
                </a:lnTo>
                <a:close/>
              </a:path>
              <a:path w="843279" h="381635">
                <a:moveTo>
                  <a:pt x="12700" y="105943"/>
                </a:moveTo>
                <a:lnTo>
                  <a:pt x="6350" y="105943"/>
                </a:lnTo>
                <a:lnTo>
                  <a:pt x="12700" y="99593"/>
                </a:lnTo>
                <a:lnTo>
                  <a:pt x="12700" y="105943"/>
                </a:lnTo>
                <a:close/>
              </a:path>
              <a:path w="843279" h="381635">
                <a:moveTo>
                  <a:pt x="819823" y="196583"/>
                </a:moveTo>
                <a:lnTo>
                  <a:pt x="800622" y="190525"/>
                </a:lnTo>
                <a:lnTo>
                  <a:pt x="819823" y="184467"/>
                </a:lnTo>
                <a:lnTo>
                  <a:pt x="819823" y="196583"/>
                </a:lnTo>
                <a:close/>
              </a:path>
              <a:path w="843279" h="381635">
                <a:moveTo>
                  <a:pt x="823634" y="196583"/>
                </a:moveTo>
                <a:lnTo>
                  <a:pt x="819823" y="196583"/>
                </a:lnTo>
                <a:lnTo>
                  <a:pt x="819823" y="184467"/>
                </a:lnTo>
                <a:lnTo>
                  <a:pt x="823634" y="184467"/>
                </a:lnTo>
                <a:lnTo>
                  <a:pt x="842835" y="190525"/>
                </a:lnTo>
                <a:lnTo>
                  <a:pt x="823634" y="196583"/>
                </a:lnTo>
                <a:close/>
              </a:path>
              <a:path w="843279" h="381635">
                <a:moveTo>
                  <a:pt x="266391" y="372389"/>
                </a:moveTo>
                <a:lnTo>
                  <a:pt x="251637" y="372389"/>
                </a:lnTo>
                <a:lnTo>
                  <a:pt x="251637" y="363727"/>
                </a:lnTo>
                <a:lnTo>
                  <a:pt x="800623" y="190525"/>
                </a:lnTo>
                <a:lnTo>
                  <a:pt x="819823" y="196583"/>
                </a:lnTo>
                <a:lnTo>
                  <a:pt x="823634" y="196583"/>
                </a:lnTo>
                <a:lnTo>
                  <a:pt x="266391" y="372389"/>
                </a:lnTo>
                <a:close/>
              </a:path>
              <a:path w="843279" h="381635">
                <a:moveTo>
                  <a:pt x="12700" y="281457"/>
                </a:moveTo>
                <a:lnTo>
                  <a:pt x="6350" y="275107"/>
                </a:lnTo>
                <a:lnTo>
                  <a:pt x="12700" y="275107"/>
                </a:lnTo>
                <a:lnTo>
                  <a:pt x="12700" y="281457"/>
                </a:lnTo>
                <a:close/>
              </a:path>
              <a:path w="843279" h="381635">
                <a:moveTo>
                  <a:pt x="251637" y="287807"/>
                </a:moveTo>
                <a:lnTo>
                  <a:pt x="245287" y="287807"/>
                </a:lnTo>
                <a:lnTo>
                  <a:pt x="238937" y="281457"/>
                </a:lnTo>
                <a:lnTo>
                  <a:pt x="12700" y="281457"/>
                </a:lnTo>
                <a:lnTo>
                  <a:pt x="12700" y="275107"/>
                </a:lnTo>
                <a:lnTo>
                  <a:pt x="251637" y="275107"/>
                </a:lnTo>
                <a:lnTo>
                  <a:pt x="251637" y="287807"/>
                </a:lnTo>
                <a:close/>
              </a:path>
              <a:path w="843279" h="381635">
                <a:moveTo>
                  <a:pt x="238937" y="381050"/>
                </a:moveTo>
                <a:lnTo>
                  <a:pt x="238937" y="281457"/>
                </a:lnTo>
                <a:lnTo>
                  <a:pt x="245287" y="287807"/>
                </a:lnTo>
                <a:lnTo>
                  <a:pt x="251637" y="287807"/>
                </a:lnTo>
                <a:lnTo>
                  <a:pt x="251637" y="363727"/>
                </a:lnTo>
                <a:lnTo>
                  <a:pt x="243382" y="366331"/>
                </a:lnTo>
                <a:lnTo>
                  <a:pt x="251637" y="372389"/>
                </a:lnTo>
                <a:lnTo>
                  <a:pt x="266391" y="372389"/>
                </a:lnTo>
                <a:lnTo>
                  <a:pt x="238937" y="381050"/>
                </a:lnTo>
                <a:close/>
              </a:path>
              <a:path w="843279" h="381635">
                <a:moveTo>
                  <a:pt x="251637" y="372389"/>
                </a:moveTo>
                <a:lnTo>
                  <a:pt x="243382" y="366331"/>
                </a:lnTo>
                <a:lnTo>
                  <a:pt x="251637" y="363727"/>
                </a:lnTo>
                <a:lnTo>
                  <a:pt x="251637" y="372389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353790" y="1464132"/>
            <a:ext cx="4651375" cy="1171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760"/>
              </a:lnSpc>
              <a:spcBef>
                <a:spcPts val="100"/>
              </a:spcBef>
              <a:tabLst>
                <a:tab pos="3146425" algn="l"/>
              </a:tabLst>
            </a:pPr>
            <a:r>
              <a:rPr dirty="0" baseline="9259" sz="3600" b="1">
                <a:latin typeface="华文楷体"/>
                <a:cs typeface="华文楷体"/>
              </a:rPr>
              <a:t>自感电动</a:t>
            </a:r>
            <a:r>
              <a:rPr dirty="0" baseline="9259" sz="3600" spc="-7" b="1">
                <a:latin typeface="华文楷体"/>
                <a:cs typeface="华文楷体"/>
              </a:rPr>
              <a:t>势</a:t>
            </a:r>
            <a:r>
              <a:rPr dirty="0" baseline="9259" sz="3600" spc="67" b="1">
                <a:latin typeface="华文楷体"/>
                <a:cs typeface="华文楷体"/>
              </a:rPr>
              <a:t> </a:t>
            </a:r>
            <a:r>
              <a:rPr dirty="0" sz="2750" spc="5" i="1">
                <a:latin typeface="Times New Roman"/>
                <a:cs typeface="Times New Roman"/>
              </a:rPr>
              <a:t>E</a:t>
            </a:r>
            <a:r>
              <a:rPr dirty="0" sz="2750" spc="20" i="1">
                <a:latin typeface="Times New Roman"/>
                <a:cs typeface="Times New Roman"/>
              </a:rPr>
              <a:t> </a:t>
            </a:r>
            <a:r>
              <a:rPr dirty="0" sz="2750" spc="5">
                <a:latin typeface="Symbol"/>
                <a:cs typeface="Symbol"/>
              </a:rPr>
              <a:t></a:t>
            </a:r>
            <a:r>
              <a:rPr dirty="0" sz="2750" spc="-100">
                <a:latin typeface="Times New Roman"/>
                <a:cs typeface="Times New Roman"/>
              </a:rPr>
              <a:t> </a:t>
            </a:r>
            <a:r>
              <a:rPr dirty="0" sz="2750" spc="5" i="1">
                <a:latin typeface="Times New Roman"/>
                <a:cs typeface="Times New Roman"/>
              </a:rPr>
              <a:t>n</a:t>
            </a:r>
            <a:r>
              <a:rPr dirty="0" sz="2750" spc="-135" i="1">
                <a:latin typeface="Times New Roman"/>
                <a:cs typeface="Times New Roman"/>
              </a:rPr>
              <a:t> </a:t>
            </a:r>
            <a:r>
              <a:rPr dirty="0" u="heavy" baseline="35353" sz="4125" spc="-3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</a:t>
            </a:r>
            <a:r>
              <a:rPr dirty="0" u="heavy" baseline="35353" sz="4125" spc="-30" i="1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Φ</a:t>
            </a:r>
            <a:r>
              <a:rPr dirty="0" baseline="35353" sz="4125" spc="-30" i="1">
                <a:latin typeface="Book Antiqua"/>
                <a:cs typeface="Book Antiqua"/>
              </a:rPr>
              <a:t>	</a:t>
            </a:r>
            <a:r>
              <a:rPr dirty="0" sz="2800">
                <a:latin typeface="Symbol"/>
                <a:cs typeface="Symbol"/>
              </a:rPr>
              <a:t>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i="1">
                <a:latin typeface="Times New Roman"/>
                <a:cs typeface="Times New Roman"/>
              </a:rPr>
              <a:t>n</a:t>
            </a:r>
            <a:r>
              <a:rPr dirty="0" sz="2800" spc="-570" i="1">
                <a:latin typeface="Times New Roman"/>
                <a:cs typeface="Times New Roman"/>
              </a:rPr>
              <a:t> </a:t>
            </a:r>
            <a:r>
              <a:rPr dirty="0" sz="2800" spc="-840">
                <a:latin typeface="Symbol"/>
                <a:cs typeface="Symbol"/>
              </a:rPr>
              <a:t></a:t>
            </a:r>
            <a:r>
              <a:rPr dirty="0" sz="2800" spc="-130">
                <a:latin typeface="Times New Roman"/>
                <a:cs typeface="Times New Roman"/>
              </a:rPr>
              <a:t> </a:t>
            </a:r>
            <a:r>
              <a:rPr dirty="0" baseline="36706" sz="4200">
                <a:latin typeface="Symbol"/>
                <a:cs typeface="Symbol"/>
              </a:rPr>
              <a:t></a:t>
            </a:r>
            <a:r>
              <a:rPr dirty="0" baseline="36706" sz="4200" i="1">
                <a:latin typeface="Times New Roman"/>
                <a:cs typeface="Times New Roman"/>
              </a:rPr>
              <a:t>B </a:t>
            </a:r>
            <a:r>
              <a:rPr dirty="0" sz="2800" spc="-840">
                <a:latin typeface="Symbol"/>
                <a:cs typeface="Symbol"/>
              </a:rPr>
              <a:t></a:t>
            </a:r>
            <a:r>
              <a:rPr dirty="0" sz="2800" spc="-310">
                <a:latin typeface="Times New Roman"/>
                <a:cs typeface="Times New Roman"/>
              </a:rPr>
              <a:t> </a:t>
            </a:r>
            <a:r>
              <a:rPr dirty="0" sz="2800" i="1"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  <a:p>
            <a:pPr marL="2520950">
              <a:lnSpc>
                <a:spcPts val="2760"/>
              </a:lnSpc>
              <a:tabLst>
                <a:tab pos="3863975" algn="l"/>
              </a:tabLst>
            </a:pPr>
            <a:r>
              <a:rPr dirty="0" sz="2750" spc="-25">
                <a:latin typeface="Symbol"/>
                <a:cs typeface="Symbol"/>
              </a:rPr>
              <a:t></a:t>
            </a:r>
            <a:r>
              <a:rPr dirty="0" sz="2750" spc="-25" i="1">
                <a:latin typeface="Times New Roman"/>
                <a:cs typeface="Times New Roman"/>
              </a:rPr>
              <a:t>t	</a:t>
            </a:r>
            <a:r>
              <a:rPr dirty="0" sz="2800">
                <a:latin typeface="Symbol"/>
                <a:cs typeface="Symbol"/>
              </a:rPr>
              <a:t></a:t>
            </a:r>
            <a:r>
              <a:rPr dirty="0" sz="2800" i="1"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spcBef>
                <a:spcPts val="70"/>
              </a:spcBef>
            </a:pPr>
            <a:r>
              <a:rPr dirty="0" baseline="10416" sz="3600" b="1">
                <a:latin typeface="华文楷体"/>
                <a:cs typeface="华文楷体"/>
              </a:rPr>
              <a:t>因</a:t>
            </a:r>
            <a:r>
              <a:rPr dirty="0" baseline="10416" sz="3600" spc="-7" b="1">
                <a:latin typeface="华文楷体"/>
                <a:cs typeface="华文楷体"/>
              </a:rPr>
              <a:t>为</a:t>
            </a:r>
            <a:r>
              <a:rPr dirty="0" baseline="10416" sz="3600" spc="412" b="1">
                <a:latin typeface="华文楷体"/>
                <a:cs typeface="华文楷体"/>
              </a:rPr>
              <a:t> </a:t>
            </a:r>
            <a:r>
              <a:rPr dirty="0" sz="2850" spc="15" i="1">
                <a:latin typeface="Times New Roman"/>
                <a:cs typeface="Times New Roman"/>
              </a:rPr>
              <a:t>B</a:t>
            </a:r>
            <a:r>
              <a:rPr dirty="0" sz="2850" spc="-145" i="1">
                <a:latin typeface="Times New Roman"/>
                <a:cs typeface="Times New Roman"/>
              </a:rPr>
              <a:t> </a:t>
            </a:r>
            <a:r>
              <a:rPr dirty="0" sz="2850" spc="409">
                <a:latin typeface="Symbol"/>
                <a:cs typeface="Symbol"/>
              </a:rPr>
              <a:t></a:t>
            </a:r>
            <a:r>
              <a:rPr dirty="0" sz="2850" spc="-45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I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22709" y="2115489"/>
            <a:ext cx="434975" cy="0"/>
          </a:xfrm>
          <a:custGeom>
            <a:avLst/>
            <a:gdLst/>
            <a:ahLst/>
            <a:cxnLst/>
            <a:rect l="l" t="t" r="r" b="b"/>
            <a:pathLst>
              <a:path w="434975" h="0">
                <a:moveTo>
                  <a:pt x="0" y="0"/>
                </a:moveTo>
                <a:lnTo>
                  <a:pt x="434835" y="0"/>
                </a:lnTo>
              </a:path>
            </a:pathLst>
          </a:custGeom>
          <a:ln w="188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774569" y="1763864"/>
            <a:ext cx="4517390" cy="11309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3180"/>
              </a:lnSpc>
              <a:spcBef>
                <a:spcPts val="130"/>
              </a:spcBef>
            </a:pPr>
            <a:r>
              <a:rPr dirty="0" sz="2400" b="1">
                <a:latin typeface="华文楷体"/>
                <a:cs typeface="华文楷体"/>
              </a:rPr>
              <a:t>自感电动</a:t>
            </a:r>
            <a:r>
              <a:rPr dirty="0" sz="2400" spc="-5" b="1">
                <a:latin typeface="华文楷体"/>
                <a:cs typeface="华文楷体"/>
              </a:rPr>
              <a:t>势</a:t>
            </a:r>
            <a:r>
              <a:rPr dirty="0" sz="2400" spc="145" b="1">
                <a:latin typeface="华文楷体"/>
                <a:cs typeface="华文楷体"/>
              </a:rPr>
              <a:t> </a:t>
            </a:r>
            <a:r>
              <a:rPr dirty="0" baseline="-7407" sz="4500" spc="30" i="1">
                <a:latin typeface="Times New Roman"/>
                <a:cs typeface="Times New Roman"/>
              </a:rPr>
              <a:t>E</a:t>
            </a:r>
            <a:r>
              <a:rPr dirty="0" baseline="-7407" sz="4500" spc="15" i="1">
                <a:latin typeface="Times New Roman"/>
                <a:cs typeface="Times New Roman"/>
              </a:rPr>
              <a:t> </a:t>
            </a:r>
            <a:r>
              <a:rPr dirty="0" baseline="-7407" sz="4500" spc="22">
                <a:latin typeface="Symbol"/>
                <a:cs typeface="Symbol"/>
              </a:rPr>
              <a:t></a:t>
            </a:r>
            <a:r>
              <a:rPr dirty="0" baseline="-7407" sz="4500" spc="-44">
                <a:latin typeface="Times New Roman"/>
                <a:cs typeface="Times New Roman"/>
              </a:rPr>
              <a:t> </a:t>
            </a:r>
            <a:r>
              <a:rPr dirty="0" baseline="-7407" sz="4500" spc="22" i="1">
                <a:latin typeface="Times New Roman"/>
                <a:cs typeface="Times New Roman"/>
              </a:rPr>
              <a:t>L</a:t>
            </a:r>
            <a:r>
              <a:rPr dirty="0" baseline="-7407" sz="4500" spc="-209" i="1">
                <a:latin typeface="Times New Roman"/>
                <a:cs typeface="Times New Roman"/>
              </a:rPr>
              <a:t> </a:t>
            </a:r>
            <a:r>
              <a:rPr dirty="0" baseline="27777" sz="4500" spc="-22">
                <a:latin typeface="Symbol"/>
                <a:cs typeface="Symbol"/>
              </a:rPr>
              <a:t></a:t>
            </a:r>
            <a:r>
              <a:rPr dirty="0" baseline="27777" sz="4500" spc="-22" i="1">
                <a:latin typeface="Times New Roman"/>
                <a:cs typeface="Times New Roman"/>
              </a:rPr>
              <a:t>I</a:t>
            </a:r>
            <a:endParaRPr baseline="27777" sz="4500">
              <a:latin typeface="Times New Roman"/>
              <a:cs typeface="Times New Roman"/>
            </a:endParaRPr>
          </a:p>
          <a:p>
            <a:pPr algn="ctr" marL="1003300">
              <a:lnSpc>
                <a:spcPts val="2895"/>
              </a:lnSpc>
            </a:pPr>
            <a:r>
              <a:rPr dirty="0" sz="3000" spc="-15">
                <a:latin typeface="Symbol"/>
                <a:cs typeface="Symbol"/>
              </a:rPr>
              <a:t></a:t>
            </a:r>
            <a:r>
              <a:rPr dirty="0" sz="3000" spc="-15" i="1">
                <a:latin typeface="Times New Roman"/>
                <a:cs typeface="Times New Roman"/>
              </a:rPr>
              <a:t>t</a:t>
            </a:r>
            <a:endParaRPr sz="3000">
              <a:latin typeface="Times New Roman"/>
              <a:cs typeface="Times New Roman"/>
            </a:endParaRPr>
          </a:p>
          <a:p>
            <a:pPr marL="364490">
              <a:lnSpc>
                <a:spcPts val="2595"/>
              </a:lnSpc>
            </a:pPr>
            <a:r>
              <a:rPr dirty="0" sz="2400" i="1">
                <a:latin typeface="Times New Roman"/>
                <a:cs typeface="Times New Roman"/>
              </a:rPr>
              <a:t>L</a:t>
            </a:r>
            <a:r>
              <a:rPr dirty="0" sz="2400" b="1">
                <a:latin typeface="华文楷体"/>
                <a:cs typeface="华文楷体"/>
              </a:rPr>
              <a:t>：自感系数，简称自感或电</a:t>
            </a:r>
            <a:r>
              <a:rPr dirty="0" sz="2400" spc="-5" b="1">
                <a:latin typeface="华文楷体"/>
                <a:cs typeface="华文楷体"/>
              </a:rPr>
              <a:t>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99838" y="2971584"/>
            <a:ext cx="2409190" cy="1828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011817" y="5013972"/>
            <a:ext cx="59029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单位是：亨利，简称亨，</a:t>
            </a:r>
            <a:r>
              <a:rPr dirty="0" sz="2400">
                <a:latin typeface="Times New Roman"/>
                <a:cs typeface="Times New Roman"/>
              </a:rPr>
              <a:t>1H=10</a:t>
            </a:r>
            <a:r>
              <a:rPr dirty="0" baseline="21505" sz="2325">
                <a:latin typeface="Times New Roman"/>
                <a:cs typeface="Times New Roman"/>
              </a:rPr>
              <a:t>3</a:t>
            </a:r>
            <a:r>
              <a:rPr dirty="0" baseline="21505" sz="2325" spc="27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mH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=10</a:t>
            </a:r>
            <a:r>
              <a:rPr dirty="0" baseline="21505" sz="2325">
                <a:latin typeface="Times New Roman"/>
                <a:cs typeface="Times New Roman"/>
              </a:rPr>
              <a:t>6</a:t>
            </a:r>
            <a:r>
              <a:rPr dirty="0" sz="2400">
                <a:latin typeface="Times New Roman"/>
                <a:cs typeface="Times New Roman"/>
              </a:rPr>
              <a:t>μH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93569" y="1083233"/>
            <a:ext cx="247396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三、自感系</a:t>
            </a:r>
            <a:r>
              <a:rPr dirty="0" spc="-10"/>
              <a:t>数</a:t>
            </a:r>
          </a:p>
        </p:txBody>
      </p:sp>
      <p:sp>
        <p:nvSpPr>
          <p:cNvPr id="7" name="object 7"/>
          <p:cNvSpPr/>
          <p:nvPr/>
        </p:nvSpPr>
        <p:spPr>
          <a:xfrm>
            <a:off x="8575547" y="1243583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90" h="364490">
                <a:moveTo>
                  <a:pt x="0" y="0"/>
                </a:moveTo>
                <a:lnTo>
                  <a:pt x="364235" y="0"/>
                </a:lnTo>
                <a:lnTo>
                  <a:pt x="364235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775192" y="1467611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5" h="245744">
                <a:moveTo>
                  <a:pt x="0" y="0"/>
                </a:moveTo>
                <a:lnTo>
                  <a:pt x="246888" y="0"/>
                </a:lnTo>
                <a:lnTo>
                  <a:pt x="246888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826435" y="162336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41092" y="1074419"/>
            <a:ext cx="6908292" cy="388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5220" y="1377505"/>
            <a:ext cx="5978271" cy="15023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500272" y="2818523"/>
            <a:ext cx="166484" cy="1668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830269" y="2664307"/>
            <a:ext cx="251002" cy="2502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58870" y="1371168"/>
            <a:ext cx="5991225" cy="1511300"/>
          </a:xfrm>
          <a:custGeom>
            <a:avLst/>
            <a:gdLst/>
            <a:ahLst/>
            <a:cxnLst/>
            <a:rect l="l" t="t" r="r" b="b"/>
            <a:pathLst>
              <a:path w="5991225" h="1511300">
                <a:moveTo>
                  <a:pt x="3864279" y="12699"/>
                </a:moveTo>
                <a:lnTo>
                  <a:pt x="3443998" y="12699"/>
                </a:lnTo>
                <a:lnTo>
                  <a:pt x="3463848" y="0"/>
                </a:lnTo>
                <a:lnTo>
                  <a:pt x="3847846" y="0"/>
                </a:lnTo>
                <a:lnTo>
                  <a:pt x="3864279" y="12699"/>
                </a:lnTo>
                <a:close/>
              </a:path>
              <a:path w="5991225" h="1511300">
                <a:moveTo>
                  <a:pt x="4881918" y="12699"/>
                </a:moveTo>
                <a:lnTo>
                  <a:pt x="4426064" y="12699"/>
                </a:lnTo>
                <a:lnTo>
                  <a:pt x="4443450" y="0"/>
                </a:lnTo>
                <a:lnTo>
                  <a:pt x="4854155" y="0"/>
                </a:lnTo>
                <a:lnTo>
                  <a:pt x="4881918" y="12699"/>
                </a:lnTo>
                <a:close/>
              </a:path>
              <a:path w="5991225" h="1511300">
                <a:moveTo>
                  <a:pt x="3445560" y="25399"/>
                </a:moveTo>
                <a:lnTo>
                  <a:pt x="3349752" y="25399"/>
                </a:lnTo>
                <a:lnTo>
                  <a:pt x="3367874" y="12699"/>
                </a:lnTo>
                <a:lnTo>
                  <a:pt x="3465334" y="12699"/>
                </a:lnTo>
                <a:lnTo>
                  <a:pt x="3445560" y="25399"/>
                </a:lnTo>
                <a:close/>
              </a:path>
              <a:path w="5991225" h="1511300">
                <a:moveTo>
                  <a:pt x="3958031" y="25399"/>
                </a:moveTo>
                <a:lnTo>
                  <a:pt x="3878795" y="25399"/>
                </a:lnTo>
                <a:lnTo>
                  <a:pt x="3862654" y="12699"/>
                </a:lnTo>
                <a:lnTo>
                  <a:pt x="3943019" y="12699"/>
                </a:lnTo>
                <a:lnTo>
                  <a:pt x="3958031" y="25399"/>
                </a:lnTo>
                <a:close/>
              </a:path>
              <a:path w="5991225" h="1511300">
                <a:moveTo>
                  <a:pt x="4427524" y="25399"/>
                </a:moveTo>
                <a:lnTo>
                  <a:pt x="4326458" y="25399"/>
                </a:lnTo>
                <a:lnTo>
                  <a:pt x="4342472" y="12699"/>
                </a:lnTo>
                <a:lnTo>
                  <a:pt x="4444834" y="12699"/>
                </a:lnTo>
                <a:lnTo>
                  <a:pt x="4427524" y="25399"/>
                </a:lnTo>
                <a:close/>
              </a:path>
              <a:path w="5991225" h="1511300">
                <a:moveTo>
                  <a:pt x="4961724" y="25399"/>
                </a:moveTo>
                <a:lnTo>
                  <a:pt x="4880368" y="25399"/>
                </a:lnTo>
                <a:lnTo>
                  <a:pt x="4852708" y="12699"/>
                </a:lnTo>
                <a:lnTo>
                  <a:pt x="4935728" y="12699"/>
                </a:lnTo>
                <a:lnTo>
                  <a:pt x="4961724" y="25399"/>
                </a:lnTo>
                <a:close/>
              </a:path>
              <a:path w="5991225" h="1511300">
                <a:moveTo>
                  <a:pt x="3352190" y="38099"/>
                </a:moveTo>
                <a:lnTo>
                  <a:pt x="3297732" y="38099"/>
                </a:lnTo>
                <a:lnTo>
                  <a:pt x="3314661" y="25399"/>
                </a:lnTo>
                <a:lnTo>
                  <a:pt x="3370224" y="25399"/>
                </a:lnTo>
                <a:lnTo>
                  <a:pt x="3352190" y="38099"/>
                </a:lnTo>
                <a:close/>
              </a:path>
              <a:path w="5991225" h="1511300">
                <a:moveTo>
                  <a:pt x="4015358" y="38099"/>
                </a:moveTo>
                <a:lnTo>
                  <a:pt x="3955605" y="38099"/>
                </a:lnTo>
                <a:lnTo>
                  <a:pt x="3940670" y="25399"/>
                </a:lnTo>
                <a:lnTo>
                  <a:pt x="4001452" y="25399"/>
                </a:lnTo>
                <a:lnTo>
                  <a:pt x="4015358" y="38099"/>
                </a:lnTo>
                <a:close/>
              </a:path>
              <a:path w="5991225" h="1511300">
                <a:moveTo>
                  <a:pt x="4328731" y="38099"/>
                </a:moveTo>
                <a:lnTo>
                  <a:pt x="4265028" y="38099"/>
                </a:lnTo>
                <a:lnTo>
                  <a:pt x="4279976" y="25399"/>
                </a:lnTo>
                <a:lnTo>
                  <a:pt x="4344670" y="25399"/>
                </a:lnTo>
                <a:lnTo>
                  <a:pt x="4328731" y="38099"/>
                </a:lnTo>
                <a:close/>
              </a:path>
              <a:path w="5991225" h="1511300">
                <a:moveTo>
                  <a:pt x="5035677" y="38099"/>
                </a:moveTo>
                <a:lnTo>
                  <a:pt x="4959515" y="38099"/>
                </a:lnTo>
                <a:lnTo>
                  <a:pt x="4933632" y="25399"/>
                </a:lnTo>
                <a:lnTo>
                  <a:pt x="5011724" y="25399"/>
                </a:lnTo>
                <a:lnTo>
                  <a:pt x="5035677" y="38099"/>
                </a:lnTo>
                <a:close/>
              </a:path>
              <a:path w="5991225" h="1511300">
                <a:moveTo>
                  <a:pt x="2798279" y="50799"/>
                </a:moveTo>
                <a:lnTo>
                  <a:pt x="2393988" y="50799"/>
                </a:lnTo>
                <a:lnTo>
                  <a:pt x="2418448" y="38099"/>
                </a:lnTo>
                <a:lnTo>
                  <a:pt x="2780804" y="38099"/>
                </a:lnTo>
                <a:lnTo>
                  <a:pt x="2798279" y="50799"/>
                </a:lnTo>
                <a:close/>
              </a:path>
              <a:path w="5991225" h="1511300">
                <a:moveTo>
                  <a:pt x="3300768" y="50799"/>
                </a:moveTo>
                <a:lnTo>
                  <a:pt x="3249536" y="50799"/>
                </a:lnTo>
                <a:lnTo>
                  <a:pt x="3265157" y="38099"/>
                </a:lnTo>
                <a:lnTo>
                  <a:pt x="3317595" y="38099"/>
                </a:lnTo>
                <a:lnTo>
                  <a:pt x="3300768" y="50799"/>
                </a:lnTo>
                <a:close/>
              </a:path>
              <a:path w="5991225" h="1511300">
                <a:moveTo>
                  <a:pt x="4055300" y="50799"/>
                </a:moveTo>
                <a:lnTo>
                  <a:pt x="4012272" y="50799"/>
                </a:lnTo>
                <a:lnTo>
                  <a:pt x="3998455" y="38099"/>
                </a:lnTo>
                <a:lnTo>
                  <a:pt x="4042295" y="38099"/>
                </a:lnTo>
                <a:lnTo>
                  <a:pt x="4055300" y="50799"/>
                </a:lnTo>
                <a:close/>
              </a:path>
              <a:path w="5991225" h="1511300">
                <a:moveTo>
                  <a:pt x="4267898" y="50799"/>
                </a:moveTo>
                <a:lnTo>
                  <a:pt x="4221886" y="50799"/>
                </a:lnTo>
                <a:lnTo>
                  <a:pt x="4235970" y="38099"/>
                </a:lnTo>
                <a:lnTo>
                  <a:pt x="4282770" y="38099"/>
                </a:lnTo>
                <a:lnTo>
                  <a:pt x="4267898" y="50799"/>
                </a:lnTo>
                <a:close/>
              </a:path>
              <a:path w="5991225" h="1511300">
                <a:moveTo>
                  <a:pt x="5081346" y="50799"/>
                </a:moveTo>
                <a:lnTo>
                  <a:pt x="5032756" y="50799"/>
                </a:lnTo>
                <a:lnTo>
                  <a:pt x="5008918" y="38099"/>
                </a:lnTo>
                <a:lnTo>
                  <a:pt x="5058892" y="38099"/>
                </a:lnTo>
                <a:lnTo>
                  <a:pt x="5081346" y="50799"/>
                </a:lnTo>
                <a:close/>
              </a:path>
              <a:path w="5991225" h="1511300">
                <a:moveTo>
                  <a:pt x="2395194" y="63499"/>
                </a:moveTo>
                <a:lnTo>
                  <a:pt x="2277084" y="63499"/>
                </a:lnTo>
                <a:lnTo>
                  <a:pt x="2299690" y="50799"/>
                </a:lnTo>
                <a:lnTo>
                  <a:pt x="2419578" y="50799"/>
                </a:lnTo>
                <a:lnTo>
                  <a:pt x="2395194" y="63499"/>
                </a:lnTo>
                <a:close/>
              </a:path>
              <a:path w="5991225" h="1511300">
                <a:moveTo>
                  <a:pt x="2899295" y="63499"/>
                </a:moveTo>
                <a:lnTo>
                  <a:pt x="2797086" y="63499"/>
                </a:lnTo>
                <a:lnTo>
                  <a:pt x="2779674" y="50799"/>
                </a:lnTo>
                <a:lnTo>
                  <a:pt x="2882938" y="50799"/>
                </a:lnTo>
                <a:lnTo>
                  <a:pt x="2899295" y="63499"/>
                </a:lnTo>
                <a:close/>
              </a:path>
              <a:path w="5991225" h="1511300">
                <a:moveTo>
                  <a:pt x="3253231" y="63499"/>
                </a:moveTo>
                <a:lnTo>
                  <a:pt x="3205543" y="63499"/>
                </a:lnTo>
                <a:lnTo>
                  <a:pt x="3219716" y="50799"/>
                </a:lnTo>
                <a:lnTo>
                  <a:pt x="3268726" y="50799"/>
                </a:lnTo>
                <a:lnTo>
                  <a:pt x="3253231" y="63499"/>
                </a:lnTo>
                <a:close/>
              </a:path>
              <a:path w="5991225" h="1511300">
                <a:moveTo>
                  <a:pt x="4092397" y="63499"/>
                </a:moveTo>
                <a:lnTo>
                  <a:pt x="4051680" y="63499"/>
                </a:lnTo>
                <a:lnTo>
                  <a:pt x="4038765" y="50799"/>
                </a:lnTo>
                <a:lnTo>
                  <a:pt x="4080357" y="50799"/>
                </a:lnTo>
                <a:lnTo>
                  <a:pt x="4092397" y="63499"/>
                </a:lnTo>
                <a:close/>
              </a:path>
              <a:path w="5991225" h="1511300">
                <a:moveTo>
                  <a:pt x="4225239" y="63499"/>
                </a:moveTo>
                <a:lnTo>
                  <a:pt x="4181462" y="63499"/>
                </a:lnTo>
                <a:lnTo>
                  <a:pt x="4194619" y="50799"/>
                </a:lnTo>
                <a:lnTo>
                  <a:pt x="4239247" y="50799"/>
                </a:lnTo>
                <a:lnTo>
                  <a:pt x="4225239" y="63499"/>
                </a:lnTo>
                <a:close/>
              </a:path>
              <a:path w="5991225" h="1511300">
                <a:moveTo>
                  <a:pt x="5123827" y="63499"/>
                </a:moveTo>
                <a:lnTo>
                  <a:pt x="5077891" y="63499"/>
                </a:lnTo>
                <a:lnTo>
                  <a:pt x="5055577" y="50799"/>
                </a:lnTo>
                <a:lnTo>
                  <a:pt x="5102999" y="50799"/>
                </a:lnTo>
                <a:lnTo>
                  <a:pt x="5123827" y="63499"/>
                </a:lnTo>
                <a:close/>
              </a:path>
              <a:path w="5991225" h="1511300">
                <a:moveTo>
                  <a:pt x="2279116" y="76199"/>
                </a:moveTo>
                <a:lnTo>
                  <a:pt x="2211793" y="76199"/>
                </a:lnTo>
                <a:lnTo>
                  <a:pt x="2233117" y="63499"/>
                </a:lnTo>
                <a:lnTo>
                  <a:pt x="2301633" y="63499"/>
                </a:lnTo>
                <a:lnTo>
                  <a:pt x="2279116" y="76199"/>
                </a:lnTo>
                <a:close/>
              </a:path>
              <a:path w="5991225" h="1511300">
                <a:moveTo>
                  <a:pt x="2977883" y="76199"/>
                </a:moveTo>
                <a:lnTo>
                  <a:pt x="2897403" y="76199"/>
                </a:lnTo>
                <a:lnTo>
                  <a:pt x="2881109" y="63499"/>
                </a:lnTo>
                <a:lnTo>
                  <a:pt x="2962605" y="63499"/>
                </a:lnTo>
                <a:lnTo>
                  <a:pt x="2977883" y="76199"/>
                </a:lnTo>
                <a:close/>
              </a:path>
              <a:path w="5991225" h="1511300">
                <a:moveTo>
                  <a:pt x="3209963" y="76199"/>
                </a:moveTo>
                <a:lnTo>
                  <a:pt x="3178695" y="76199"/>
                </a:lnTo>
                <a:lnTo>
                  <a:pt x="3191865" y="63499"/>
                </a:lnTo>
                <a:lnTo>
                  <a:pt x="3224009" y="63499"/>
                </a:lnTo>
                <a:lnTo>
                  <a:pt x="3209963" y="76199"/>
                </a:lnTo>
                <a:close/>
              </a:path>
              <a:path w="5991225" h="1511300">
                <a:moveTo>
                  <a:pt x="4126458" y="76199"/>
                </a:moveTo>
                <a:lnTo>
                  <a:pt x="4099661" y="76199"/>
                </a:lnTo>
                <a:lnTo>
                  <a:pt x="4088066" y="63499"/>
                </a:lnTo>
                <a:lnTo>
                  <a:pt x="4115447" y="63499"/>
                </a:lnTo>
                <a:lnTo>
                  <a:pt x="4126458" y="76199"/>
                </a:lnTo>
                <a:close/>
              </a:path>
              <a:path w="5991225" h="1511300">
                <a:moveTo>
                  <a:pt x="4172699" y="76199"/>
                </a:moveTo>
                <a:lnTo>
                  <a:pt x="4143946" y="76199"/>
                </a:lnTo>
                <a:lnTo>
                  <a:pt x="4156125" y="63499"/>
                </a:lnTo>
                <a:lnTo>
                  <a:pt x="4185450" y="63499"/>
                </a:lnTo>
                <a:lnTo>
                  <a:pt x="4172699" y="76199"/>
                </a:lnTo>
                <a:close/>
              </a:path>
              <a:path w="5991225" h="1511300">
                <a:moveTo>
                  <a:pt x="5181053" y="88899"/>
                </a:moveTo>
                <a:lnTo>
                  <a:pt x="5158206" y="88899"/>
                </a:lnTo>
                <a:lnTo>
                  <a:pt x="5139283" y="76199"/>
                </a:lnTo>
                <a:lnTo>
                  <a:pt x="5119789" y="76199"/>
                </a:lnTo>
                <a:lnTo>
                  <a:pt x="5099113" y="63499"/>
                </a:lnTo>
                <a:lnTo>
                  <a:pt x="5143804" y="63499"/>
                </a:lnTo>
                <a:lnTo>
                  <a:pt x="5162892" y="76199"/>
                </a:lnTo>
                <a:lnTo>
                  <a:pt x="5181053" y="88899"/>
                </a:lnTo>
                <a:close/>
              </a:path>
              <a:path w="5991225" h="1511300">
                <a:moveTo>
                  <a:pt x="2214359" y="88899"/>
                </a:moveTo>
                <a:lnTo>
                  <a:pt x="2150656" y="88899"/>
                </a:lnTo>
                <a:lnTo>
                  <a:pt x="2170544" y="76199"/>
                </a:lnTo>
                <a:lnTo>
                  <a:pt x="2235593" y="76199"/>
                </a:lnTo>
                <a:lnTo>
                  <a:pt x="2214359" y="88899"/>
                </a:lnTo>
                <a:close/>
              </a:path>
              <a:path w="5991225" h="1511300">
                <a:moveTo>
                  <a:pt x="3036608" y="88899"/>
                </a:moveTo>
                <a:lnTo>
                  <a:pt x="2975356" y="88899"/>
                </a:lnTo>
                <a:lnTo>
                  <a:pt x="2960154" y="76199"/>
                </a:lnTo>
                <a:lnTo>
                  <a:pt x="3022295" y="76199"/>
                </a:lnTo>
                <a:lnTo>
                  <a:pt x="3036608" y="88899"/>
                </a:lnTo>
                <a:close/>
              </a:path>
              <a:path w="5991225" h="1511300">
                <a:moveTo>
                  <a:pt x="3183686" y="88899"/>
                </a:moveTo>
                <a:lnTo>
                  <a:pt x="3153981" y="88899"/>
                </a:lnTo>
                <a:lnTo>
                  <a:pt x="3166071" y="76199"/>
                </a:lnTo>
                <a:lnTo>
                  <a:pt x="3196691" y="76199"/>
                </a:lnTo>
                <a:lnTo>
                  <a:pt x="3183686" y="88899"/>
                </a:lnTo>
                <a:close/>
              </a:path>
              <a:path w="5991225" h="1511300">
                <a:moveTo>
                  <a:pt x="4148429" y="88899"/>
                </a:moveTo>
                <a:lnTo>
                  <a:pt x="4121556" y="88899"/>
                </a:lnTo>
                <a:lnTo>
                  <a:pt x="4110672" y="76199"/>
                </a:lnTo>
                <a:lnTo>
                  <a:pt x="4160494" y="76199"/>
                </a:lnTo>
                <a:lnTo>
                  <a:pt x="4148429" y="88899"/>
                </a:lnTo>
                <a:close/>
              </a:path>
              <a:path w="5991225" h="1511300">
                <a:moveTo>
                  <a:pt x="2153805" y="101599"/>
                </a:moveTo>
                <a:lnTo>
                  <a:pt x="2112391" y="101599"/>
                </a:lnTo>
                <a:lnTo>
                  <a:pt x="2131263" y="88899"/>
                </a:lnTo>
                <a:lnTo>
                  <a:pt x="2173592" y="88899"/>
                </a:lnTo>
                <a:lnTo>
                  <a:pt x="2153805" y="101599"/>
                </a:lnTo>
                <a:close/>
              </a:path>
              <a:path w="5991225" h="1511300">
                <a:moveTo>
                  <a:pt x="3077984" y="101599"/>
                </a:moveTo>
                <a:lnTo>
                  <a:pt x="3033522" y="101599"/>
                </a:lnTo>
                <a:lnTo>
                  <a:pt x="3019285" y="88899"/>
                </a:lnTo>
                <a:lnTo>
                  <a:pt x="3064459" y="88899"/>
                </a:lnTo>
                <a:lnTo>
                  <a:pt x="3077984" y="101599"/>
                </a:lnTo>
                <a:close/>
              </a:path>
              <a:path w="5991225" h="1511300">
                <a:moveTo>
                  <a:pt x="3159582" y="101599"/>
                </a:moveTo>
                <a:lnTo>
                  <a:pt x="3131477" y="101599"/>
                </a:lnTo>
                <a:lnTo>
                  <a:pt x="3142449" y="88899"/>
                </a:lnTo>
                <a:lnTo>
                  <a:pt x="3171507" y="88899"/>
                </a:lnTo>
                <a:lnTo>
                  <a:pt x="3159582" y="101599"/>
                </a:lnTo>
                <a:close/>
              </a:path>
              <a:path w="5991225" h="1511300">
                <a:moveTo>
                  <a:pt x="5206593" y="101599"/>
                </a:moveTo>
                <a:lnTo>
                  <a:pt x="5176024" y="101599"/>
                </a:lnTo>
                <a:lnTo>
                  <a:pt x="5158028" y="88899"/>
                </a:lnTo>
                <a:lnTo>
                  <a:pt x="5198325" y="88899"/>
                </a:lnTo>
                <a:lnTo>
                  <a:pt x="5206593" y="101599"/>
                </a:lnTo>
                <a:close/>
              </a:path>
              <a:path w="5991225" h="1511300">
                <a:moveTo>
                  <a:pt x="2115972" y="114299"/>
                </a:moveTo>
                <a:lnTo>
                  <a:pt x="2076272" y="114299"/>
                </a:lnTo>
                <a:lnTo>
                  <a:pt x="2094064" y="101599"/>
                </a:lnTo>
                <a:lnTo>
                  <a:pt x="2134730" y="101599"/>
                </a:lnTo>
                <a:lnTo>
                  <a:pt x="2115972" y="114299"/>
                </a:lnTo>
                <a:close/>
              </a:path>
              <a:path w="5991225" h="1511300">
                <a:moveTo>
                  <a:pt x="3111411" y="114299"/>
                </a:moveTo>
                <a:lnTo>
                  <a:pt x="3074454" y="114299"/>
                </a:lnTo>
                <a:lnTo>
                  <a:pt x="3061004" y="101599"/>
                </a:lnTo>
                <a:lnTo>
                  <a:pt x="3104222" y="101599"/>
                </a:lnTo>
                <a:lnTo>
                  <a:pt x="3113784" y="111189"/>
                </a:lnTo>
                <a:lnTo>
                  <a:pt x="3111411" y="114299"/>
                </a:lnTo>
                <a:close/>
              </a:path>
              <a:path w="5991225" h="1511300">
                <a:moveTo>
                  <a:pt x="3127768" y="114299"/>
                </a:moveTo>
                <a:lnTo>
                  <a:pt x="3116884" y="114299"/>
                </a:lnTo>
                <a:lnTo>
                  <a:pt x="3113784" y="111189"/>
                </a:lnTo>
                <a:lnTo>
                  <a:pt x="3121101" y="101599"/>
                </a:lnTo>
                <a:lnTo>
                  <a:pt x="3137966" y="101599"/>
                </a:lnTo>
                <a:lnTo>
                  <a:pt x="3127768" y="114299"/>
                </a:lnTo>
                <a:close/>
              </a:path>
              <a:path w="5991225" h="1511300">
                <a:moveTo>
                  <a:pt x="5229898" y="114299"/>
                </a:moveTo>
                <a:lnTo>
                  <a:pt x="5208701" y="114299"/>
                </a:lnTo>
                <a:lnTo>
                  <a:pt x="5200789" y="101599"/>
                </a:lnTo>
                <a:lnTo>
                  <a:pt x="5222379" y="101599"/>
                </a:lnTo>
                <a:lnTo>
                  <a:pt x="5229898" y="114299"/>
                </a:lnTo>
                <a:close/>
              </a:path>
              <a:path w="5991225" h="1511300">
                <a:moveTo>
                  <a:pt x="3116884" y="114299"/>
                </a:moveTo>
                <a:lnTo>
                  <a:pt x="3111411" y="114299"/>
                </a:lnTo>
                <a:lnTo>
                  <a:pt x="3113784" y="111189"/>
                </a:lnTo>
                <a:lnTo>
                  <a:pt x="3116884" y="114299"/>
                </a:lnTo>
                <a:close/>
              </a:path>
              <a:path w="5991225" h="1511300">
                <a:moveTo>
                  <a:pt x="2080310" y="126999"/>
                </a:moveTo>
                <a:lnTo>
                  <a:pt x="2042426" y="126999"/>
                </a:lnTo>
                <a:lnTo>
                  <a:pt x="2059063" y="114299"/>
                </a:lnTo>
                <a:lnTo>
                  <a:pt x="2097976" y="114299"/>
                </a:lnTo>
                <a:lnTo>
                  <a:pt x="2080310" y="126999"/>
                </a:lnTo>
                <a:close/>
              </a:path>
              <a:path w="5991225" h="1511300">
                <a:moveTo>
                  <a:pt x="3115818" y="126999"/>
                </a:moveTo>
                <a:lnTo>
                  <a:pt x="3100298" y="114299"/>
                </a:lnTo>
                <a:lnTo>
                  <a:pt x="3127971" y="114299"/>
                </a:lnTo>
                <a:lnTo>
                  <a:pt x="3115818" y="126999"/>
                </a:lnTo>
                <a:close/>
              </a:path>
              <a:path w="5991225" h="1511300">
                <a:moveTo>
                  <a:pt x="5250903" y="126999"/>
                </a:moveTo>
                <a:lnTo>
                  <a:pt x="5230558" y="126999"/>
                </a:lnTo>
                <a:lnTo>
                  <a:pt x="5223421" y="114299"/>
                </a:lnTo>
                <a:lnTo>
                  <a:pt x="5244160" y="114299"/>
                </a:lnTo>
                <a:lnTo>
                  <a:pt x="5250903" y="126999"/>
                </a:lnTo>
                <a:close/>
              </a:path>
              <a:path w="5991225" h="1511300">
                <a:moveTo>
                  <a:pt x="1694256" y="139699"/>
                </a:moveTo>
                <a:lnTo>
                  <a:pt x="1263738" y="139699"/>
                </a:lnTo>
                <a:lnTo>
                  <a:pt x="1286484" y="126999"/>
                </a:lnTo>
                <a:lnTo>
                  <a:pt x="1663928" y="126999"/>
                </a:lnTo>
                <a:lnTo>
                  <a:pt x="1694256" y="139699"/>
                </a:lnTo>
                <a:close/>
              </a:path>
              <a:path w="5991225" h="1511300">
                <a:moveTo>
                  <a:pt x="2046960" y="139699"/>
                </a:moveTo>
                <a:lnTo>
                  <a:pt x="2010943" y="139699"/>
                </a:lnTo>
                <a:lnTo>
                  <a:pt x="2026386" y="126999"/>
                </a:lnTo>
                <a:lnTo>
                  <a:pt x="2063470" y="126999"/>
                </a:lnTo>
                <a:lnTo>
                  <a:pt x="2046960" y="139699"/>
                </a:lnTo>
                <a:close/>
              </a:path>
              <a:path w="5991225" h="1511300">
                <a:moveTo>
                  <a:pt x="5269509" y="139699"/>
                </a:moveTo>
                <a:lnTo>
                  <a:pt x="5250002" y="139699"/>
                </a:lnTo>
                <a:lnTo>
                  <a:pt x="5243664" y="126999"/>
                </a:lnTo>
                <a:lnTo>
                  <a:pt x="5263578" y="126999"/>
                </a:lnTo>
                <a:lnTo>
                  <a:pt x="5269509" y="139699"/>
                </a:lnTo>
                <a:close/>
              </a:path>
              <a:path w="5991225" h="1511300">
                <a:moveTo>
                  <a:pt x="1264716" y="152399"/>
                </a:moveTo>
                <a:lnTo>
                  <a:pt x="1131951" y="152399"/>
                </a:lnTo>
                <a:lnTo>
                  <a:pt x="1153337" y="139699"/>
                </a:lnTo>
                <a:lnTo>
                  <a:pt x="1287399" y="139699"/>
                </a:lnTo>
                <a:lnTo>
                  <a:pt x="1264716" y="152399"/>
                </a:lnTo>
                <a:close/>
              </a:path>
              <a:path w="5991225" h="1511300">
                <a:moveTo>
                  <a:pt x="1811616" y="152399"/>
                </a:moveTo>
                <a:lnTo>
                  <a:pt x="1693252" y="152399"/>
                </a:lnTo>
                <a:lnTo>
                  <a:pt x="1663001" y="139699"/>
                </a:lnTo>
                <a:lnTo>
                  <a:pt x="1782902" y="139699"/>
                </a:lnTo>
                <a:lnTo>
                  <a:pt x="1811616" y="152399"/>
                </a:lnTo>
                <a:close/>
              </a:path>
              <a:path w="5991225" h="1511300">
                <a:moveTo>
                  <a:pt x="2016048" y="152399"/>
                </a:moveTo>
                <a:lnTo>
                  <a:pt x="1981974" y="152399"/>
                </a:lnTo>
                <a:lnTo>
                  <a:pt x="1996147" y="139699"/>
                </a:lnTo>
                <a:lnTo>
                  <a:pt x="2031326" y="139699"/>
                </a:lnTo>
                <a:lnTo>
                  <a:pt x="2016048" y="152399"/>
                </a:lnTo>
                <a:close/>
              </a:path>
              <a:path w="5991225" h="1511300">
                <a:moveTo>
                  <a:pt x="5285612" y="152399"/>
                </a:moveTo>
                <a:lnTo>
                  <a:pt x="5266931" y="152399"/>
                </a:lnTo>
                <a:lnTo>
                  <a:pt x="5261432" y="139699"/>
                </a:lnTo>
                <a:lnTo>
                  <a:pt x="5280533" y="139699"/>
                </a:lnTo>
                <a:lnTo>
                  <a:pt x="5285612" y="152399"/>
                </a:lnTo>
                <a:close/>
              </a:path>
              <a:path w="5991225" h="1511300">
                <a:moveTo>
                  <a:pt x="1133627" y="165099"/>
                </a:moveTo>
                <a:lnTo>
                  <a:pt x="1049045" y="165099"/>
                </a:lnTo>
                <a:lnTo>
                  <a:pt x="1069365" y="152399"/>
                </a:lnTo>
                <a:lnTo>
                  <a:pt x="1154938" y="152399"/>
                </a:lnTo>
                <a:lnTo>
                  <a:pt x="1133627" y="165099"/>
                </a:lnTo>
                <a:close/>
              </a:path>
              <a:path w="5991225" h="1511300">
                <a:moveTo>
                  <a:pt x="1895017" y="165099"/>
                </a:moveTo>
                <a:lnTo>
                  <a:pt x="1810004" y="165099"/>
                </a:lnTo>
                <a:lnTo>
                  <a:pt x="1781365" y="152399"/>
                </a:lnTo>
                <a:lnTo>
                  <a:pt x="1867687" y="152399"/>
                </a:lnTo>
                <a:lnTo>
                  <a:pt x="1895017" y="165099"/>
                </a:lnTo>
                <a:close/>
              </a:path>
              <a:path w="5991225" h="1511300">
                <a:moveTo>
                  <a:pt x="1987689" y="165099"/>
                </a:moveTo>
                <a:lnTo>
                  <a:pt x="1955609" y="165099"/>
                </a:lnTo>
                <a:lnTo>
                  <a:pt x="1968461" y="152399"/>
                </a:lnTo>
                <a:lnTo>
                  <a:pt x="2001697" y="152399"/>
                </a:lnTo>
                <a:lnTo>
                  <a:pt x="1987689" y="165099"/>
                </a:lnTo>
                <a:close/>
              </a:path>
              <a:path w="5991225" h="1511300">
                <a:moveTo>
                  <a:pt x="5294909" y="165099"/>
                </a:moveTo>
                <a:lnTo>
                  <a:pt x="5276761" y="165099"/>
                </a:lnTo>
                <a:lnTo>
                  <a:pt x="5271833" y="152399"/>
                </a:lnTo>
                <a:lnTo>
                  <a:pt x="5290413" y="152399"/>
                </a:lnTo>
                <a:lnTo>
                  <a:pt x="5294909" y="165099"/>
                </a:lnTo>
                <a:close/>
              </a:path>
              <a:path w="5991225" h="1511300">
                <a:moveTo>
                  <a:pt x="1051204" y="177799"/>
                </a:moveTo>
                <a:lnTo>
                  <a:pt x="989787" y="177799"/>
                </a:lnTo>
                <a:lnTo>
                  <a:pt x="1009243" y="165099"/>
                </a:lnTo>
                <a:lnTo>
                  <a:pt x="1071460" y="165099"/>
                </a:lnTo>
                <a:lnTo>
                  <a:pt x="1051204" y="177799"/>
                </a:lnTo>
                <a:close/>
              </a:path>
              <a:path w="5991225" h="1511300">
                <a:moveTo>
                  <a:pt x="1962010" y="177799"/>
                </a:moveTo>
                <a:lnTo>
                  <a:pt x="1892896" y="177799"/>
                </a:lnTo>
                <a:lnTo>
                  <a:pt x="1865668" y="165099"/>
                </a:lnTo>
                <a:lnTo>
                  <a:pt x="1974684" y="165099"/>
                </a:lnTo>
                <a:lnTo>
                  <a:pt x="1962010" y="177799"/>
                </a:lnTo>
                <a:close/>
              </a:path>
              <a:path w="5991225" h="1511300">
                <a:moveTo>
                  <a:pt x="5306606" y="177799"/>
                </a:moveTo>
                <a:lnTo>
                  <a:pt x="5289270" y="177799"/>
                </a:lnTo>
                <a:lnTo>
                  <a:pt x="5285232" y="165099"/>
                </a:lnTo>
                <a:lnTo>
                  <a:pt x="5303011" y="165099"/>
                </a:lnTo>
                <a:lnTo>
                  <a:pt x="5306606" y="177799"/>
                </a:lnTo>
                <a:close/>
              </a:path>
              <a:path w="5991225" h="1511300">
                <a:moveTo>
                  <a:pt x="992339" y="190499"/>
                </a:moveTo>
                <a:lnTo>
                  <a:pt x="933259" y="190499"/>
                </a:lnTo>
                <a:lnTo>
                  <a:pt x="951788" y="177799"/>
                </a:lnTo>
                <a:lnTo>
                  <a:pt x="1011732" y="177799"/>
                </a:lnTo>
                <a:lnTo>
                  <a:pt x="992339" y="190499"/>
                </a:lnTo>
                <a:close/>
              </a:path>
              <a:path w="5991225" h="1511300">
                <a:moveTo>
                  <a:pt x="5312740" y="190499"/>
                </a:moveTo>
                <a:lnTo>
                  <a:pt x="5299024" y="190499"/>
                </a:lnTo>
                <a:lnTo>
                  <a:pt x="5295912" y="177799"/>
                </a:lnTo>
                <a:lnTo>
                  <a:pt x="5307837" y="177799"/>
                </a:lnTo>
                <a:lnTo>
                  <a:pt x="5312740" y="190499"/>
                </a:lnTo>
                <a:close/>
              </a:path>
              <a:path w="5991225" h="1511300">
                <a:moveTo>
                  <a:pt x="5312740" y="190499"/>
                </a:moveTo>
                <a:lnTo>
                  <a:pt x="5307837" y="177799"/>
                </a:lnTo>
                <a:lnTo>
                  <a:pt x="5310091" y="178781"/>
                </a:lnTo>
                <a:lnTo>
                  <a:pt x="5312740" y="190499"/>
                </a:lnTo>
                <a:close/>
              </a:path>
              <a:path w="5991225" h="1511300">
                <a:moveTo>
                  <a:pt x="5310091" y="178781"/>
                </a:moveTo>
                <a:lnTo>
                  <a:pt x="5307837" y="177799"/>
                </a:lnTo>
                <a:lnTo>
                  <a:pt x="5309870" y="177799"/>
                </a:lnTo>
                <a:lnTo>
                  <a:pt x="5310091" y="178781"/>
                </a:lnTo>
                <a:close/>
              </a:path>
              <a:path w="5991225" h="1511300">
                <a:moveTo>
                  <a:pt x="5336997" y="190499"/>
                </a:moveTo>
                <a:lnTo>
                  <a:pt x="5312740" y="190499"/>
                </a:lnTo>
                <a:lnTo>
                  <a:pt x="5310091" y="178781"/>
                </a:lnTo>
                <a:lnTo>
                  <a:pt x="5336997" y="190499"/>
                </a:lnTo>
                <a:close/>
              </a:path>
              <a:path w="5991225" h="1511300">
                <a:moveTo>
                  <a:pt x="936218" y="203199"/>
                </a:moveTo>
                <a:lnTo>
                  <a:pt x="879640" y="203199"/>
                </a:lnTo>
                <a:lnTo>
                  <a:pt x="897178" y="190499"/>
                </a:lnTo>
                <a:lnTo>
                  <a:pt x="954684" y="190499"/>
                </a:lnTo>
                <a:lnTo>
                  <a:pt x="936218" y="203199"/>
                </a:lnTo>
                <a:close/>
              </a:path>
              <a:path w="5991225" h="1511300">
                <a:moveTo>
                  <a:pt x="5448427" y="203199"/>
                </a:moveTo>
                <a:lnTo>
                  <a:pt x="5335663" y="203199"/>
                </a:lnTo>
                <a:lnTo>
                  <a:pt x="5303265" y="190499"/>
                </a:lnTo>
                <a:lnTo>
                  <a:pt x="5421426" y="190499"/>
                </a:lnTo>
                <a:lnTo>
                  <a:pt x="5448427" y="203199"/>
                </a:lnTo>
                <a:close/>
              </a:path>
              <a:path w="5991225" h="1511300">
                <a:moveTo>
                  <a:pt x="883056" y="215899"/>
                </a:moveTo>
                <a:lnTo>
                  <a:pt x="829144" y="215899"/>
                </a:lnTo>
                <a:lnTo>
                  <a:pt x="845616" y="203199"/>
                </a:lnTo>
                <a:lnTo>
                  <a:pt x="900518" y="203199"/>
                </a:lnTo>
                <a:lnTo>
                  <a:pt x="883056" y="215899"/>
                </a:lnTo>
                <a:close/>
              </a:path>
              <a:path w="5991225" h="1511300">
                <a:moveTo>
                  <a:pt x="5500535" y="215899"/>
                </a:moveTo>
                <a:lnTo>
                  <a:pt x="5446293" y="215899"/>
                </a:lnTo>
                <a:lnTo>
                  <a:pt x="5419394" y="203199"/>
                </a:lnTo>
                <a:lnTo>
                  <a:pt x="5474804" y="203199"/>
                </a:lnTo>
                <a:lnTo>
                  <a:pt x="5500535" y="215899"/>
                </a:lnTo>
                <a:close/>
              </a:path>
              <a:path w="5991225" h="1511300">
                <a:moveTo>
                  <a:pt x="833043" y="228599"/>
                </a:moveTo>
                <a:lnTo>
                  <a:pt x="797306" y="228599"/>
                </a:lnTo>
                <a:lnTo>
                  <a:pt x="813041" y="215899"/>
                </a:lnTo>
                <a:lnTo>
                  <a:pt x="849439" y="215899"/>
                </a:lnTo>
                <a:lnTo>
                  <a:pt x="833043" y="228599"/>
                </a:lnTo>
                <a:close/>
              </a:path>
              <a:path w="5991225" h="1511300">
                <a:moveTo>
                  <a:pt x="5549963" y="228599"/>
                </a:moveTo>
                <a:lnTo>
                  <a:pt x="5497969" y="228599"/>
                </a:lnTo>
                <a:lnTo>
                  <a:pt x="5472341" y="215899"/>
                </a:lnTo>
                <a:lnTo>
                  <a:pt x="5525604" y="215899"/>
                </a:lnTo>
                <a:lnTo>
                  <a:pt x="5549963" y="228599"/>
                </a:lnTo>
                <a:close/>
              </a:path>
              <a:path w="5991225" h="1511300">
                <a:moveTo>
                  <a:pt x="801547" y="241299"/>
                </a:moveTo>
                <a:lnTo>
                  <a:pt x="766991" y="241299"/>
                </a:lnTo>
                <a:lnTo>
                  <a:pt x="781951" y="228599"/>
                </a:lnTo>
                <a:lnTo>
                  <a:pt x="817194" y="228599"/>
                </a:lnTo>
                <a:lnTo>
                  <a:pt x="801547" y="241299"/>
                </a:lnTo>
                <a:close/>
              </a:path>
              <a:path w="5991225" h="1511300">
                <a:moveTo>
                  <a:pt x="5596496" y="241299"/>
                </a:moveTo>
                <a:lnTo>
                  <a:pt x="5570321" y="241299"/>
                </a:lnTo>
                <a:lnTo>
                  <a:pt x="5546813" y="228599"/>
                </a:lnTo>
                <a:lnTo>
                  <a:pt x="5573610" y="228599"/>
                </a:lnTo>
                <a:lnTo>
                  <a:pt x="5596496" y="241299"/>
                </a:lnTo>
                <a:close/>
              </a:path>
              <a:path w="5991225" h="1511300">
                <a:moveTo>
                  <a:pt x="771613" y="253999"/>
                </a:moveTo>
                <a:lnTo>
                  <a:pt x="738263" y="253999"/>
                </a:lnTo>
                <a:lnTo>
                  <a:pt x="752424" y="241299"/>
                </a:lnTo>
                <a:lnTo>
                  <a:pt x="786472" y="241299"/>
                </a:lnTo>
                <a:lnTo>
                  <a:pt x="771613" y="253999"/>
                </a:lnTo>
                <a:close/>
              </a:path>
              <a:path w="5991225" h="1511300">
                <a:moveTo>
                  <a:pt x="5639930" y="253999"/>
                </a:moveTo>
                <a:lnTo>
                  <a:pt x="5614809" y="253999"/>
                </a:lnTo>
                <a:lnTo>
                  <a:pt x="5592826" y="241299"/>
                </a:lnTo>
                <a:lnTo>
                  <a:pt x="5618619" y="241299"/>
                </a:lnTo>
                <a:lnTo>
                  <a:pt x="5639930" y="253999"/>
                </a:lnTo>
                <a:close/>
              </a:path>
              <a:path w="5991225" h="1511300">
                <a:moveTo>
                  <a:pt x="729742" y="266700"/>
                </a:moveTo>
                <a:lnTo>
                  <a:pt x="711174" y="266700"/>
                </a:lnTo>
                <a:lnTo>
                  <a:pt x="724509" y="253999"/>
                </a:lnTo>
                <a:lnTo>
                  <a:pt x="743394" y="253999"/>
                </a:lnTo>
                <a:lnTo>
                  <a:pt x="729742" y="266700"/>
                </a:lnTo>
                <a:close/>
              </a:path>
              <a:path w="5991225" h="1511300">
                <a:moveTo>
                  <a:pt x="5680049" y="266700"/>
                </a:moveTo>
                <a:lnTo>
                  <a:pt x="5635828" y="266700"/>
                </a:lnTo>
                <a:lnTo>
                  <a:pt x="5614657" y="253999"/>
                </a:lnTo>
                <a:lnTo>
                  <a:pt x="5660415" y="253999"/>
                </a:lnTo>
                <a:lnTo>
                  <a:pt x="5680049" y="266700"/>
                </a:lnTo>
                <a:close/>
              </a:path>
              <a:path w="5991225" h="1511300">
                <a:moveTo>
                  <a:pt x="703948" y="279400"/>
                </a:moveTo>
                <a:lnTo>
                  <a:pt x="685787" y="279400"/>
                </a:lnTo>
                <a:lnTo>
                  <a:pt x="698258" y="266700"/>
                </a:lnTo>
                <a:lnTo>
                  <a:pt x="716737" y="266700"/>
                </a:lnTo>
                <a:lnTo>
                  <a:pt x="703948" y="279400"/>
                </a:lnTo>
                <a:close/>
              </a:path>
              <a:path w="5991225" h="1511300">
                <a:moveTo>
                  <a:pt x="5716612" y="279400"/>
                </a:moveTo>
                <a:lnTo>
                  <a:pt x="5675325" y="279400"/>
                </a:lnTo>
                <a:lnTo>
                  <a:pt x="5655856" y="266700"/>
                </a:lnTo>
                <a:lnTo>
                  <a:pt x="5698794" y="266700"/>
                </a:lnTo>
                <a:lnTo>
                  <a:pt x="5716612" y="279400"/>
                </a:lnTo>
                <a:close/>
              </a:path>
              <a:path w="5991225" h="1511300">
                <a:moveTo>
                  <a:pt x="679919" y="292100"/>
                </a:moveTo>
                <a:lnTo>
                  <a:pt x="662152" y="292100"/>
                </a:lnTo>
                <a:lnTo>
                  <a:pt x="673747" y="279400"/>
                </a:lnTo>
                <a:lnTo>
                  <a:pt x="691832" y="279400"/>
                </a:lnTo>
                <a:lnTo>
                  <a:pt x="679919" y="292100"/>
                </a:lnTo>
                <a:close/>
              </a:path>
              <a:path w="5991225" h="1511300">
                <a:moveTo>
                  <a:pt x="5733554" y="292100"/>
                </a:moveTo>
                <a:lnTo>
                  <a:pt x="5711228" y="292100"/>
                </a:lnTo>
                <a:lnTo>
                  <a:pt x="5693562" y="279400"/>
                </a:lnTo>
                <a:lnTo>
                  <a:pt x="5725210" y="279400"/>
                </a:lnTo>
                <a:lnTo>
                  <a:pt x="5733554" y="292100"/>
                </a:lnTo>
                <a:close/>
              </a:path>
              <a:path w="5991225" h="1511300">
                <a:moveTo>
                  <a:pt x="657707" y="304800"/>
                </a:moveTo>
                <a:lnTo>
                  <a:pt x="640321" y="304800"/>
                </a:lnTo>
                <a:lnTo>
                  <a:pt x="651002" y="292100"/>
                </a:lnTo>
                <a:lnTo>
                  <a:pt x="668718" y="292100"/>
                </a:lnTo>
                <a:lnTo>
                  <a:pt x="657707" y="304800"/>
                </a:lnTo>
                <a:close/>
              </a:path>
              <a:path w="5991225" h="1511300">
                <a:moveTo>
                  <a:pt x="5757113" y="304800"/>
                </a:moveTo>
                <a:lnTo>
                  <a:pt x="5727700" y="304800"/>
                </a:lnTo>
                <a:lnTo>
                  <a:pt x="5719457" y="292100"/>
                </a:lnTo>
                <a:lnTo>
                  <a:pt x="5749505" y="292100"/>
                </a:lnTo>
                <a:lnTo>
                  <a:pt x="5757113" y="304800"/>
                </a:lnTo>
                <a:close/>
              </a:path>
              <a:path w="5991225" h="1511300">
                <a:moveTo>
                  <a:pt x="647306" y="317500"/>
                </a:moveTo>
                <a:lnTo>
                  <a:pt x="620356" y="317500"/>
                </a:lnTo>
                <a:lnTo>
                  <a:pt x="630097" y="304800"/>
                </a:lnTo>
                <a:lnTo>
                  <a:pt x="657847" y="304800"/>
                </a:lnTo>
                <a:lnTo>
                  <a:pt x="647306" y="317500"/>
                </a:lnTo>
                <a:close/>
              </a:path>
              <a:path w="5991225" h="1511300">
                <a:moveTo>
                  <a:pt x="5771591" y="317500"/>
                </a:moveTo>
                <a:lnTo>
                  <a:pt x="5750636" y="317500"/>
                </a:lnTo>
                <a:lnTo>
                  <a:pt x="5743130" y="304800"/>
                </a:lnTo>
                <a:lnTo>
                  <a:pt x="5764479" y="304800"/>
                </a:lnTo>
                <a:lnTo>
                  <a:pt x="5771591" y="317500"/>
                </a:lnTo>
                <a:close/>
              </a:path>
              <a:path w="5991225" h="1511300">
                <a:moveTo>
                  <a:pt x="610565" y="342900"/>
                </a:moveTo>
                <a:lnTo>
                  <a:pt x="594042" y="342900"/>
                </a:lnTo>
                <a:lnTo>
                  <a:pt x="602322" y="330200"/>
                </a:lnTo>
                <a:lnTo>
                  <a:pt x="611098" y="317500"/>
                </a:lnTo>
                <a:lnTo>
                  <a:pt x="637540" y="317500"/>
                </a:lnTo>
                <a:lnTo>
                  <a:pt x="627951" y="330200"/>
                </a:lnTo>
                <a:lnTo>
                  <a:pt x="619163" y="330200"/>
                </a:lnTo>
                <a:lnTo>
                  <a:pt x="610565" y="342900"/>
                </a:lnTo>
                <a:close/>
              </a:path>
              <a:path w="5991225" h="1511300">
                <a:moveTo>
                  <a:pt x="5791377" y="330200"/>
                </a:moveTo>
                <a:lnTo>
                  <a:pt x="5771248" y="330200"/>
                </a:lnTo>
                <a:lnTo>
                  <a:pt x="5764517" y="317500"/>
                </a:lnTo>
                <a:lnTo>
                  <a:pt x="5785040" y="317500"/>
                </a:lnTo>
                <a:lnTo>
                  <a:pt x="5791377" y="330200"/>
                </a:lnTo>
                <a:close/>
              </a:path>
              <a:path w="5991225" h="1511300">
                <a:moveTo>
                  <a:pt x="5808776" y="342900"/>
                </a:moveTo>
                <a:lnTo>
                  <a:pt x="5789472" y="342900"/>
                </a:lnTo>
                <a:lnTo>
                  <a:pt x="5783529" y="330200"/>
                </a:lnTo>
                <a:lnTo>
                  <a:pt x="5803239" y="330200"/>
                </a:lnTo>
                <a:lnTo>
                  <a:pt x="5808776" y="342900"/>
                </a:lnTo>
                <a:close/>
              </a:path>
              <a:path w="5991225" h="1511300">
                <a:moveTo>
                  <a:pt x="595210" y="355600"/>
                </a:moveTo>
                <a:lnTo>
                  <a:pt x="579005" y="355600"/>
                </a:lnTo>
                <a:lnTo>
                  <a:pt x="586270" y="342900"/>
                </a:lnTo>
                <a:lnTo>
                  <a:pt x="602805" y="342900"/>
                </a:lnTo>
                <a:lnTo>
                  <a:pt x="595210" y="355600"/>
                </a:lnTo>
                <a:close/>
              </a:path>
              <a:path w="5991225" h="1511300">
                <a:moveTo>
                  <a:pt x="5819000" y="355600"/>
                </a:moveTo>
                <a:lnTo>
                  <a:pt x="5800229" y="355600"/>
                </a:lnTo>
                <a:lnTo>
                  <a:pt x="5794844" y="342900"/>
                </a:lnTo>
                <a:lnTo>
                  <a:pt x="5814021" y="342900"/>
                </a:lnTo>
                <a:lnTo>
                  <a:pt x="5819000" y="355600"/>
                </a:lnTo>
                <a:close/>
              </a:path>
              <a:path w="5991225" h="1511300">
                <a:moveTo>
                  <a:pt x="576110" y="381000"/>
                </a:moveTo>
                <a:lnTo>
                  <a:pt x="560374" y="381000"/>
                </a:lnTo>
                <a:lnTo>
                  <a:pt x="566051" y="368300"/>
                </a:lnTo>
                <a:lnTo>
                  <a:pt x="572262" y="355600"/>
                </a:lnTo>
                <a:lnTo>
                  <a:pt x="588505" y="355600"/>
                </a:lnTo>
                <a:lnTo>
                  <a:pt x="581952" y="368300"/>
                </a:lnTo>
                <a:lnTo>
                  <a:pt x="582129" y="368300"/>
                </a:lnTo>
                <a:lnTo>
                  <a:pt x="576110" y="381000"/>
                </a:lnTo>
                <a:close/>
              </a:path>
              <a:path w="5991225" h="1511300">
                <a:moveTo>
                  <a:pt x="5832195" y="368300"/>
                </a:moveTo>
                <a:lnTo>
                  <a:pt x="5814237" y="368300"/>
                </a:lnTo>
                <a:lnTo>
                  <a:pt x="5809703" y="355600"/>
                </a:lnTo>
                <a:lnTo>
                  <a:pt x="5828080" y="355600"/>
                </a:lnTo>
                <a:lnTo>
                  <a:pt x="5832195" y="368300"/>
                </a:lnTo>
                <a:close/>
              </a:path>
              <a:path w="5991225" h="1511300">
                <a:moveTo>
                  <a:pt x="5839510" y="381000"/>
                </a:moveTo>
                <a:lnTo>
                  <a:pt x="5825617" y="381000"/>
                </a:lnTo>
                <a:lnTo>
                  <a:pt x="5821959" y="368300"/>
                </a:lnTo>
                <a:lnTo>
                  <a:pt x="5836005" y="368300"/>
                </a:lnTo>
                <a:lnTo>
                  <a:pt x="5839510" y="381000"/>
                </a:lnTo>
                <a:close/>
              </a:path>
              <a:path w="5991225" h="1511300">
                <a:moveTo>
                  <a:pt x="558215" y="406400"/>
                </a:moveTo>
                <a:lnTo>
                  <a:pt x="546696" y="406400"/>
                </a:lnTo>
                <a:lnTo>
                  <a:pt x="550697" y="393700"/>
                </a:lnTo>
                <a:lnTo>
                  <a:pt x="555256" y="381000"/>
                </a:lnTo>
                <a:lnTo>
                  <a:pt x="571004" y="381000"/>
                </a:lnTo>
                <a:lnTo>
                  <a:pt x="566064" y="393700"/>
                </a:lnTo>
                <a:lnTo>
                  <a:pt x="562038" y="393700"/>
                </a:lnTo>
                <a:lnTo>
                  <a:pt x="558215" y="406400"/>
                </a:lnTo>
                <a:close/>
              </a:path>
              <a:path w="5991225" h="1511300">
                <a:moveTo>
                  <a:pt x="5848172" y="393700"/>
                </a:moveTo>
                <a:lnTo>
                  <a:pt x="5831700" y="393700"/>
                </a:lnTo>
                <a:lnTo>
                  <a:pt x="5828652" y="381000"/>
                </a:lnTo>
                <a:lnTo>
                  <a:pt x="5845606" y="381000"/>
                </a:lnTo>
                <a:lnTo>
                  <a:pt x="5848172" y="393700"/>
                </a:lnTo>
                <a:close/>
              </a:path>
              <a:path w="5991225" h="1511300">
                <a:moveTo>
                  <a:pt x="5852337" y="406400"/>
                </a:moveTo>
                <a:lnTo>
                  <a:pt x="5838571" y="406400"/>
                </a:lnTo>
                <a:lnTo>
                  <a:pt x="5836450" y="393700"/>
                </a:lnTo>
                <a:lnTo>
                  <a:pt x="5850420" y="393700"/>
                </a:lnTo>
                <a:lnTo>
                  <a:pt x="5852337" y="406400"/>
                </a:lnTo>
                <a:close/>
              </a:path>
              <a:path w="5991225" h="1511300">
                <a:moveTo>
                  <a:pt x="555129" y="419100"/>
                </a:moveTo>
                <a:lnTo>
                  <a:pt x="540499" y="419100"/>
                </a:lnTo>
                <a:lnTo>
                  <a:pt x="543293" y="406400"/>
                </a:lnTo>
                <a:lnTo>
                  <a:pt x="558380" y="406400"/>
                </a:lnTo>
                <a:lnTo>
                  <a:pt x="555129" y="419100"/>
                </a:lnTo>
                <a:close/>
              </a:path>
              <a:path w="5991225" h="1511300">
                <a:moveTo>
                  <a:pt x="5841631" y="419100"/>
                </a:moveTo>
                <a:lnTo>
                  <a:pt x="5840145" y="406400"/>
                </a:lnTo>
                <a:lnTo>
                  <a:pt x="5841542" y="406400"/>
                </a:lnTo>
                <a:lnTo>
                  <a:pt x="5841631" y="419100"/>
                </a:lnTo>
                <a:close/>
              </a:path>
              <a:path w="5991225" h="1511300">
                <a:moveTo>
                  <a:pt x="5855157" y="419100"/>
                </a:moveTo>
                <a:lnTo>
                  <a:pt x="5842698" y="419100"/>
                </a:lnTo>
                <a:lnTo>
                  <a:pt x="5841542" y="406400"/>
                </a:lnTo>
                <a:lnTo>
                  <a:pt x="5853912" y="406400"/>
                </a:lnTo>
                <a:lnTo>
                  <a:pt x="5855157" y="419100"/>
                </a:lnTo>
                <a:close/>
              </a:path>
              <a:path w="5991225" h="1511300">
                <a:moveTo>
                  <a:pt x="550646" y="431800"/>
                </a:moveTo>
                <a:lnTo>
                  <a:pt x="538276" y="431800"/>
                </a:lnTo>
                <a:lnTo>
                  <a:pt x="539305" y="419100"/>
                </a:lnTo>
                <a:lnTo>
                  <a:pt x="551624" y="419100"/>
                </a:lnTo>
                <a:lnTo>
                  <a:pt x="550646" y="431800"/>
                </a:lnTo>
                <a:close/>
              </a:path>
              <a:path w="5991225" h="1511300">
                <a:moveTo>
                  <a:pt x="5856579" y="431800"/>
                </a:moveTo>
                <a:lnTo>
                  <a:pt x="5843917" y="431800"/>
                </a:lnTo>
                <a:lnTo>
                  <a:pt x="5843422" y="419100"/>
                </a:lnTo>
                <a:lnTo>
                  <a:pt x="5856046" y="419100"/>
                </a:lnTo>
                <a:lnTo>
                  <a:pt x="5856579" y="431800"/>
                </a:lnTo>
                <a:close/>
              </a:path>
              <a:path w="5991225" h="1511300">
                <a:moveTo>
                  <a:pt x="548728" y="444500"/>
                </a:moveTo>
                <a:lnTo>
                  <a:pt x="536117" y="444500"/>
                </a:lnTo>
                <a:lnTo>
                  <a:pt x="536676" y="431800"/>
                </a:lnTo>
                <a:lnTo>
                  <a:pt x="549262" y="431800"/>
                </a:lnTo>
                <a:lnTo>
                  <a:pt x="548728" y="444500"/>
                </a:lnTo>
                <a:close/>
              </a:path>
              <a:path w="5991225" h="1511300">
                <a:moveTo>
                  <a:pt x="5856490" y="444500"/>
                </a:moveTo>
                <a:lnTo>
                  <a:pt x="5843828" y="444500"/>
                </a:lnTo>
                <a:lnTo>
                  <a:pt x="5844006" y="431800"/>
                </a:lnTo>
                <a:lnTo>
                  <a:pt x="5856693" y="431800"/>
                </a:lnTo>
                <a:lnTo>
                  <a:pt x="5856490" y="444500"/>
                </a:lnTo>
                <a:close/>
              </a:path>
              <a:path w="5991225" h="1511300">
                <a:moveTo>
                  <a:pt x="548093" y="457200"/>
                </a:moveTo>
                <a:lnTo>
                  <a:pt x="535393" y="457200"/>
                </a:lnTo>
                <a:lnTo>
                  <a:pt x="535482" y="444500"/>
                </a:lnTo>
                <a:lnTo>
                  <a:pt x="548170" y="444500"/>
                </a:lnTo>
                <a:lnTo>
                  <a:pt x="548093" y="457200"/>
                </a:lnTo>
                <a:close/>
              </a:path>
              <a:path w="5991225" h="1511300">
                <a:moveTo>
                  <a:pt x="5854395" y="457200"/>
                </a:moveTo>
                <a:lnTo>
                  <a:pt x="5841961" y="457200"/>
                </a:lnTo>
                <a:lnTo>
                  <a:pt x="5843181" y="444500"/>
                </a:lnTo>
                <a:lnTo>
                  <a:pt x="5855703" y="444500"/>
                </a:lnTo>
                <a:lnTo>
                  <a:pt x="5854395" y="457200"/>
                </a:lnTo>
                <a:close/>
              </a:path>
              <a:path w="5991225" h="1511300">
                <a:moveTo>
                  <a:pt x="549249" y="469900"/>
                </a:moveTo>
                <a:lnTo>
                  <a:pt x="536663" y="469900"/>
                </a:lnTo>
                <a:lnTo>
                  <a:pt x="535965" y="457200"/>
                </a:lnTo>
                <a:lnTo>
                  <a:pt x="548589" y="457200"/>
                </a:lnTo>
                <a:lnTo>
                  <a:pt x="549249" y="469900"/>
                </a:lnTo>
                <a:close/>
              </a:path>
              <a:path w="5991225" h="1511300">
                <a:moveTo>
                  <a:pt x="5850267" y="469900"/>
                </a:moveTo>
                <a:lnTo>
                  <a:pt x="5835815" y="469900"/>
                </a:lnTo>
                <a:lnTo>
                  <a:pt x="5838456" y="457200"/>
                </a:lnTo>
                <a:lnTo>
                  <a:pt x="5852579" y="457200"/>
                </a:lnTo>
                <a:lnTo>
                  <a:pt x="5850267" y="469900"/>
                </a:lnTo>
                <a:close/>
              </a:path>
              <a:path w="5991225" h="1511300">
                <a:moveTo>
                  <a:pt x="551281" y="482600"/>
                </a:moveTo>
                <a:lnTo>
                  <a:pt x="538911" y="482600"/>
                </a:lnTo>
                <a:lnTo>
                  <a:pt x="537654" y="469900"/>
                </a:lnTo>
                <a:lnTo>
                  <a:pt x="550087" y="469900"/>
                </a:lnTo>
                <a:lnTo>
                  <a:pt x="551281" y="482600"/>
                </a:lnTo>
                <a:close/>
              </a:path>
              <a:path w="5991225" h="1511300">
                <a:moveTo>
                  <a:pt x="5844197" y="482600"/>
                </a:moveTo>
                <a:lnTo>
                  <a:pt x="5829490" y="482600"/>
                </a:lnTo>
                <a:lnTo>
                  <a:pt x="5833046" y="469900"/>
                </a:lnTo>
                <a:lnTo>
                  <a:pt x="5847473" y="469900"/>
                </a:lnTo>
                <a:lnTo>
                  <a:pt x="5844197" y="482600"/>
                </a:lnTo>
                <a:close/>
              </a:path>
              <a:path w="5991225" h="1511300">
                <a:moveTo>
                  <a:pt x="547522" y="508000"/>
                </a:moveTo>
                <a:lnTo>
                  <a:pt x="407962" y="508000"/>
                </a:lnTo>
                <a:lnTo>
                  <a:pt x="434365" y="495300"/>
                </a:lnTo>
                <a:lnTo>
                  <a:pt x="542239" y="495300"/>
                </a:lnTo>
                <a:lnTo>
                  <a:pt x="540435" y="482600"/>
                </a:lnTo>
                <a:lnTo>
                  <a:pt x="554202" y="482600"/>
                </a:lnTo>
                <a:lnTo>
                  <a:pt x="557682" y="495300"/>
                </a:lnTo>
                <a:lnTo>
                  <a:pt x="547522" y="508000"/>
                </a:lnTo>
                <a:close/>
              </a:path>
              <a:path w="5991225" h="1511300">
                <a:moveTo>
                  <a:pt x="5836259" y="495300"/>
                </a:moveTo>
                <a:lnTo>
                  <a:pt x="5821413" y="495300"/>
                </a:lnTo>
                <a:lnTo>
                  <a:pt x="5825858" y="482600"/>
                </a:lnTo>
                <a:lnTo>
                  <a:pt x="5840450" y="482600"/>
                </a:lnTo>
                <a:lnTo>
                  <a:pt x="5836259" y="495300"/>
                </a:lnTo>
                <a:close/>
              </a:path>
              <a:path w="5991225" h="1511300">
                <a:moveTo>
                  <a:pt x="5826531" y="508000"/>
                </a:moveTo>
                <a:lnTo>
                  <a:pt x="5811583" y="508000"/>
                </a:lnTo>
                <a:lnTo>
                  <a:pt x="5816904" y="495300"/>
                </a:lnTo>
                <a:lnTo>
                  <a:pt x="5831611" y="495300"/>
                </a:lnTo>
                <a:lnTo>
                  <a:pt x="5826531" y="508000"/>
                </a:lnTo>
                <a:close/>
              </a:path>
              <a:path w="5991225" h="1511300">
                <a:moveTo>
                  <a:pt x="409422" y="520700"/>
                </a:moveTo>
                <a:lnTo>
                  <a:pt x="332130" y="520700"/>
                </a:lnTo>
                <a:lnTo>
                  <a:pt x="356806" y="508000"/>
                </a:lnTo>
                <a:lnTo>
                  <a:pt x="435711" y="508000"/>
                </a:lnTo>
                <a:lnTo>
                  <a:pt x="409422" y="520700"/>
                </a:lnTo>
                <a:close/>
              </a:path>
              <a:path w="5991225" h="1511300">
                <a:moveTo>
                  <a:pt x="5815101" y="520700"/>
                </a:moveTo>
                <a:lnTo>
                  <a:pt x="5800051" y="520700"/>
                </a:lnTo>
                <a:lnTo>
                  <a:pt x="5806211" y="508000"/>
                </a:lnTo>
                <a:lnTo>
                  <a:pt x="5821032" y="508000"/>
                </a:lnTo>
                <a:lnTo>
                  <a:pt x="5815101" y="520700"/>
                </a:lnTo>
                <a:close/>
              </a:path>
              <a:path w="5991225" h="1511300">
                <a:moveTo>
                  <a:pt x="334276" y="533400"/>
                </a:moveTo>
                <a:lnTo>
                  <a:pt x="261988" y="533400"/>
                </a:lnTo>
                <a:lnTo>
                  <a:pt x="284683" y="520700"/>
                </a:lnTo>
                <a:lnTo>
                  <a:pt x="358838" y="520700"/>
                </a:lnTo>
                <a:lnTo>
                  <a:pt x="334276" y="533400"/>
                </a:lnTo>
                <a:close/>
              </a:path>
              <a:path w="5991225" h="1511300">
                <a:moveTo>
                  <a:pt x="5803069" y="531423"/>
                </a:moveTo>
                <a:lnTo>
                  <a:pt x="5793668" y="520848"/>
                </a:lnTo>
                <a:lnTo>
                  <a:pt x="5793841" y="520700"/>
                </a:lnTo>
                <a:lnTo>
                  <a:pt x="5808764" y="520700"/>
                </a:lnTo>
                <a:lnTo>
                  <a:pt x="5803069" y="531423"/>
                </a:lnTo>
                <a:close/>
              </a:path>
              <a:path w="5991225" h="1511300">
                <a:moveTo>
                  <a:pt x="5802020" y="533400"/>
                </a:moveTo>
                <a:lnTo>
                  <a:pt x="5794946" y="533400"/>
                </a:lnTo>
                <a:lnTo>
                  <a:pt x="5793563" y="520938"/>
                </a:lnTo>
                <a:lnTo>
                  <a:pt x="5803069" y="531423"/>
                </a:lnTo>
                <a:lnTo>
                  <a:pt x="5802020" y="533400"/>
                </a:lnTo>
                <a:close/>
              </a:path>
              <a:path w="5991225" h="1511300">
                <a:moveTo>
                  <a:pt x="5826620" y="546100"/>
                </a:moveTo>
                <a:lnTo>
                  <a:pt x="5799518" y="546100"/>
                </a:lnTo>
                <a:lnTo>
                  <a:pt x="5779033" y="533400"/>
                </a:lnTo>
                <a:lnTo>
                  <a:pt x="5793563" y="520938"/>
                </a:lnTo>
                <a:lnTo>
                  <a:pt x="5794946" y="533400"/>
                </a:lnTo>
                <a:lnTo>
                  <a:pt x="5815863" y="533400"/>
                </a:lnTo>
                <a:lnTo>
                  <a:pt x="5826620" y="546100"/>
                </a:lnTo>
                <a:close/>
              </a:path>
              <a:path w="5991225" h="1511300">
                <a:moveTo>
                  <a:pt x="5804827" y="533400"/>
                </a:moveTo>
                <a:lnTo>
                  <a:pt x="5802020" y="533400"/>
                </a:lnTo>
                <a:lnTo>
                  <a:pt x="5803069" y="531423"/>
                </a:lnTo>
                <a:lnTo>
                  <a:pt x="5804827" y="533400"/>
                </a:lnTo>
                <a:close/>
              </a:path>
              <a:path w="5991225" h="1511300">
                <a:moveTo>
                  <a:pt x="264896" y="546100"/>
                </a:moveTo>
                <a:lnTo>
                  <a:pt x="218808" y="546100"/>
                </a:lnTo>
                <a:lnTo>
                  <a:pt x="240017" y="533400"/>
                </a:lnTo>
                <a:lnTo>
                  <a:pt x="287451" y="533400"/>
                </a:lnTo>
                <a:lnTo>
                  <a:pt x="264896" y="546100"/>
                </a:lnTo>
                <a:close/>
              </a:path>
              <a:path w="5991225" h="1511300">
                <a:moveTo>
                  <a:pt x="222262" y="558800"/>
                </a:moveTo>
                <a:lnTo>
                  <a:pt x="178765" y="558800"/>
                </a:lnTo>
                <a:lnTo>
                  <a:pt x="198374" y="546100"/>
                </a:lnTo>
                <a:lnTo>
                  <a:pt x="243331" y="546100"/>
                </a:lnTo>
                <a:lnTo>
                  <a:pt x="222262" y="558800"/>
                </a:lnTo>
                <a:close/>
              </a:path>
              <a:path w="5991225" h="1511300">
                <a:moveTo>
                  <a:pt x="5847219" y="558800"/>
                </a:moveTo>
                <a:lnTo>
                  <a:pt x="5820943" y="558800"/>
                </a:lnTo>
                <a:lnTo>
                  <a:pt x="5810288" y="546100"/>
                </a:lnTo>
                <a:lnTo>
                  <a:pt x="5837072" y="546100"/>
                </a:lnTo>
                <a:lnTo>
                  <a:pt x="5847219" y="558800"/>
                </a:lnTo>
                <a:close/>
              </a:path>
              <a:path w="5991225" h="1511300">
                <a:moveTo>
                  <a:pt x="182841" y="571500"/>
                </a:moveTo>
                <a:lnTo>
                  <a:pt x="142100" y="571500"/>
                </a:lnTo>
                <a:lnTo>
                  <a:pt x="159994" y="558800"/>
                </a:lnTo>
                <a:lnTo>
                  <a:pt x="202298" y="558800"/>
                </a:lnTo>
                <a:lnTo>
                  <a:pt x="182841" y="571500"/>
                </a:lnTo>
                <a:close/>
              </a:path>
              <a:path w="5991225" h="1511300">
                <a:moveTo>
                  <a:pt x="5875820" y="571500"/>
                </a:moveTo>
                <a:lnTo>
                  <a:pt x="5850775" y="571500"/>
                </a:lnTo>
                <a:lnTo>
                  <a:pt x="5841047" y="558800"/>
                </a:lnTo>
                <a:lnTo>
                  <a:pt x="5866599" y="558800"/>
                </a:lnTo>
                <a:lnTo>
                  <a:pt x="5875820" y="571500"/>
                </a:lnTo>
                <a:close/>
              </a:path>
              <a:path w="5991225" h="1511300">
                <a:moveTo>
                  <a:pt x="146875" y="584200"/>
                </a:moveTo>
                <a:lnTo>
                  <a:pt x="116967" y="584200"/>
                </a:lnTo>
                <a:lnTo>
                  <a:pt x="125133" y="571500"/>
                </a:lnTo>
                <a:lnTo>
                  <a:pt x="164579" y="571500"/>
                </a:lnTo>
                <a:lnTo>
                  <a:pt x="146875" y="584200"/>
                </a:lnTo>
                <a:close/>
              </a:path>
              <a:path w="5991225" h="1511300">
                <a:moveTo>
                  <a:pt x="5893308" y="584200"/>
                </a:moveTo>
                <a:lnTo>
                  <a:pt x="5869089" y="584200"/>
                </a:lnTo>
                <a:lnTo>
                  <a:pt x="5859983" y="571500"/>
                </a:lnTo>
                <a:lnTo>
                  <a:pt x="5884722" y="571500"/>
                </a:lnTo>
                <a:lnTo>
                  <a:pt x="5893308" y="584200"/>
                </a:lnTo>
                <a:close/>
              </a:path>
              <a:path w="5991225" h="1511300">
                <a:moveTo>
                  <a:pt x="114681" y="596900"/>
                </a:moveTo>
                <a:lnTo>
                  <a:pt x="86779" y="596900"/>
                </a:lnTo>
                <a:lnTo>
                  <a:pt x="93954" y="584200"/>
                </a:lnTo>
                <a:lnTo>
                  <a:pt x="122478" y="584200"/>
                </a:lnTo>
                <a:lnTo>
                  <a:pt x="114681" y="596900"/>
                </a:lnTo>
                <a:close/>
              </a:path>
              <a:path w="5991225" h="1511300">
                <a:moveTo>
                  <a:pt x="5909487" y="596900"/>
                </a:moveTo>
                <a:lnTo>
                  <a:pt x="5886094" y="596900"/>
                </a:lnTo>
                <a:lnTo>
                  <a:pt x="5877636" y="584200"/>
                </a:lnTo>
                <a:lnTo>
                  <a:pt x="5901562" y="584200"/>
                </a:lnTo>
                <a:lnTo>
                  <a:pt x="5909487" y="596900"/>
                </a:lnTo>
                <a:close/>
              </a:path>
              <a:path w="5991225" h="1511300">
                <a:moveTo>
                  <a:pt x="93103" y="609600"/>
                </a:moveTo>
                <a:lnTo>
                  <a:pt x="66776" y="609600"/>
                </a:lnTo>
                <a:lnTo>
                  <a:pt x="73190" y="596900"/>
                </a:lnTo>
                <a:lnTo>
                  <a:pt x="100152" y="596900"/>
                </a:lnTo>
                <a:lnTo>
                  <a:pt x="93103" y="609600"/>
                </a:lnTo>
                <a:close/>
              </a:path>
              <a:path w="5991225" h="1511300">
                <a:moveTo>
                  <a:pt x="5924321" y="609600"/>
                </a:moveTo>
                <a:lnTo>
                  <a:pt x="5901753" y="609600"/>
                </a:lnTo>
                <a:lnTo>
                  <a:pt x="5893968" y="596900"/>
                </a:lnTo>
                <a:lnTo>
                  <a:pt x="5917069" y="596900"/>
                </a:lnTo>
                <a:lnTo>
                  <a:pt x="5924321" y="609600"/>
                </a:lnTo>
                <a:close/>
              </a:path>
              <a:path w="5991225" h="1511300">
                <a:moveTo>
                  <a:pt x="73863" y="622300"/>
                </a:moveTo>
                <a:lnTo>
                  <a:pt x="49136" y="622300"/>
                </a:lnTo>
                <a:lnTo>
                  <a:pt x="54749" y="609600"/>
                </a:lnTo>
                <a:lnTo>
                  <a:pt x="80149" y="609600"/>
                </a:lnTo>
                <a:lnTo>
                  <a:pt x="73863" y="622300"/>
                </a:lnTo>
                <a:close/>
              </a:path>
              <a:path w="5991225" h="1511300">
                <a:moveTo>
                  <a:pt x="5937796" y="622300"/>
                </a:moveTo>
                <a:lnTo>
                  <a:pt x="5922670" y="622300"/>
                </a:lnTo>
                <a:lnTo>
                  <a:pt x="5915901" y="609600"/>
                </a:lnTo>
                <a:lnTo>
                  <a:pt x="5931230" y="609600"/>
                </a:lnTo>
                <a:lnTo>
                  <a:pt x="5937796" y="622300"/>
                </a:lnTo>
                <a:close/>
              </a:path>
              <a:path w="5991225" h="1511300">
                <a:moveTo>
                  <a:pt x="57099" y="635000"/>
                </a:moveTo>
                <a:lnTo>
                  <a:pt x="38747" y="635000"/>
                </a:lnTo>
                <a:lnTo>
                  <a:pt x="43802" y="622300"/>
                </a:lnTo>
                <a:lnTo>
                  <a:pt x="62560" y="622300"/>
                </a:lnTo>
                <a:lnTo>
                  <a:pt x="57099" y="635000"/>
                </a:lnTo>
                <a:close/>
              </a:path>
              <a:path w="5991225" h="1511300">
                <a:moveTo>
                  <a:pt x="5949848" y="635000"/>
                </a:moveTo>
                <a:lnTo>
                  <a:pt x="5934836" y="635000"/>
                </a:lnTo>
                <a:lnTo>
                  <a:pt x="5928779" y="622300"/>
                </a:lnTo>
                <a:lnTo>
                  <a:pt x="5943993" y="622300"/>
                </a:lnTo>
                <a:lnTo>
                  <a:pt x="5949848" y="635000"/>
                </a:lnTo>
                <a:close/>
              </a:path>
              <a:path w="5991225" h="1511300">
                <a:moveTo>
                  <a:pt x="42900" y="647700"/>
                </a:moveTo>
                <a:lnTo>
                  <a:pt x="25285" y="647700"/>
                </a:lnTo>
                <a:lnTo>
                  <a:pt x="29476" y="635000"/>
                </a:lnTo>
                <a:lnTo>
                  <a:pt x="47510" y="635000"/>
                </a:lnTo>
                <a:lnTo>
                  <a:pt x="42900" y="647700"/>
                </a:lnTo>
                <a:close/>
              </a:path>
              <a:path w="5991225" h="1511300">
                <a:moveTo>
                  <a:pt x="5960452" y="647700"/>
                </a:moveTo>
                <a:lnTo>
                  <a:pt x="5945555" y="647700"/>
                </a:lnTo>
                <a:lnTo>
                  <a:pt x="5940221" y="635000"/>
                </a:lnTo>
                <a:lnTo>
                  <a:pt x="5955334" y="635000"/>
                </a:lnTo>
                <a:lnTo>
                  <a:pt x="5960452" y="647700"/>
                </a:lnTo>
                <a:close/>
              </a:path>
              <a:path w="5991225" h="1511300">
                <a:moveTo>
                  <a:pt x="31356" y="660400"/>
                </a:moveTo>
                <a:lnTo>
                  <a:pt x="14516" y="660400"/>
                </a:lnTo>
                <a:lnTo>
                  <a:pt x="17792" y="647700"/>
                </a:lnTo>
                <a:lnTo>
                  <a:pt x="35077" y="647700"/>
                </a:lnTo>
                <a:lnTo>
                  <a:pt x="31356" y="660400"/>
                </a:lnTo>
                <a:close/>
              </a:path>
              <a:path w="5991225" h="1511300">
                <a:moveTo>
                  <a:pt x="5969558" y="660400"/>
                </a:moveTo>
                <a:lnTo>
                  <a:pt x="5954788" y="660400"/>
                </a:lnTo>
                <a:lnTo>
                  <a:pt x="5950204" y="647700"/>
                </a:lnTo>
                <a:lnTo>
                  <a:pt x="5965189" y="647700"/>
                </a:lnTo>
                <a:lnTo>
                  <a:pt x="5969558" y="660400"/>
                </a:lnTo>
                <a:close/>
              </a:path>
              <a:path w="5991225" h="1511300">
                <a:moveTo>
                  <a:pt x="22555" y="673100"/>
                </a:moveTo>
                <a:lnTo>
                  <a:pt x="8890" y="673100"/>
                </a:lnTo>
                <a:lnTo>
                  <a:pt x="11544" y="660400"/>
                </a:lnTo>
                <a:lnTo>
                  <a:pt x="25361" y="660400"/>
                </a:lnTo>
                <a:lnTo>
                  <a:pt x="22555" y="673100"/>
                </a:lnTo>
                <a:close/>
              </a:path>
              <a:path w="5991225" h="1511300">
                <a:moveTo>
                  <a:pt x="5977140" y="673100"/>
                </a:moveTo>
                <a:lnTo>
                  <a:pt x="5962523" y="673100"/>
                </a:lnTo>
                <a:lnTo>
                  <a:pt x="5958687" y="660400"/>
                </a:lnTo>
                <a:lnTo>
                  <a:pt x="5973546" y="660400"/>
                </a:lnTo>
                <a:lnTo>
                  <a:pt x="5977140" y="673100"/>
                </a:lnTo>
                <a:close/>
              </a:path>
              <a:path w="5991225" h="1511300">
                <a:moveTo>
                  <a:pt x="16535" y="685800"/>
                </a:moveTo>
                <a:lnTo>
                  <a:pt x="2959" y="685800"/>
                </a:lnTo>
                <a:lnTo>
                  <a:pt x="4597" y="673100"/>
                </a:lnTo>
                <a:lnTo>
                  <a:pt x="18376" y="673100"/>
                </a:lnTo>
                <a:lnTo>
                  <a:pt x="16535" y="685800"/>
                </a:lnTo>
                <a:close/>
              </a:path>
              <a:path w="5991225" h="1511300">
                <a:moveTo>
                  <a:pt x="5983122" y="685800"/>
                </a:moveTo>
                <a:lnTo>
                  <a:pt x="5968733" y="685800"/>
                </a:lnTo>
                <a:lnTo>
                  <a:pt x="5965685" y="673100"/>
                </a:lnTo>
                <a:lnTo>
                  <a:pt x="5980328" y="673100"/>
                </a:lnTo>
                <a:lnTo>
                  <a:pt x="5983122" y="685800"/>
                </a:lnTo>
                <a:close/>
              </a:path>
              <a:path w="5991225" h="1511300">
                <a:moveTo>
                  <a:pt x="13296" y="698500"/>
                </a:moveTo>
                <a:lnTo>
                  <a:pt x="749" y="698500"/>
                </a:lnTo>
                <a:lnTo>
                  <a:pt x="1676" y="685800"/>
                </a:lnTo>
                <a:lnTo>
                  <a:pt x="14147" y="685800"/>
                </a:lnTo>
                <a:lnTo>
                  <a:pt x="13296" y="698500"/>
                </a:lnTo>
                <a:close/>
              </a:path>
              <a:path w="5991225" h="1511300">
                <a:moveTo>
                  <a:pt x="5988989" y="711200"/>
                </a:moveTo>
                <a:lnTo>
                  <a:pt x="5976531" y="711200"/>
                </a:lnTo>
                <a:lnTo>
                  <a:pt x="5975070" y="698500"/>
                </a:lnTo>
                <a:lnTo>
                  <a:pt x="5973406" y="698500"/>
                </a:lnTo>
                <a:lnTo>
                  <a:pt x="5971146" y="685800"/>
                </a:lnTo>
                <a:lnTo>
                  <a:pt x="5985497" y="685800"/>
                </a:lnTo>
                <a:lnTo>
                  <a:pt x="5987453" y="698500"/>
                </a:lnTo>
                <a:lnTo>
                  <a:pt x="5988989" y="711200"/>
                </a:lnTo>
                <a:close/>
              </a:path>
              <a:path w="5991225" h="1511300">
                <a:moveTo>
                  <a:pt x="12700" y="711200"/>
                </a:moveTo>
                <a:lnTo>
                  <a:pt x="0" y="711200"/>
                </a:lnTo>
                <a:lnTo>
                  <a:pt x="190" y="698500"/>
                </a:lnTo>
                <a:lnTo>
                  <a:pt x="12700" y="698500"/>
                </a:lnTo>
                <a:lnTo>
                  <a:pt x="12700" y="711200"/>
                </a:lnTo>
                <a:close/>
              </a:path>
              <a:path w="5991225" h="1511300">
                <a:moveTo>
                  <a:pt x="12759" y="706966"/>
                </a:moveTo>
                <a:lnTo>
                  <a:pt x="12700" y="698500"/>
                </a:lnTo>
                <a:lnTo>
                  <a:pt x="12877" y="698500"/>
                </a:lnTo>
                <a:lnTo>
                  <a:pt x="12759" y="706966"/>
                </a:lnTo>
                <a:close/>
              </a:path>
              <a:path w="5991225" h="1511300">
                <a:moveTo>
                  <a:pt x="12788" y="711200"/>
                </a:moveTo>
                <a:lnTo>
                  <a:pt x="12759" y="706966"/>
                </a:lnTo>
                <a:lnTo>
                  <a:pt x="12788" y="711200"/>
                </a:lnTo>
                <a:close/>
              </a:path>
              <a:path w="5991225" h="1511300">
                <a:moveTo>
                  <a:pt x="13995" y="723900"/>
                </a:moveTo>
                <a:lnTo>
                  <a:pt x="1498" y="723900"/>
                </a:lnTo>
                <a:lnTo>
                  <a:pt x="850" y="711200"/>
                </a:lnTo>
                <a:lnTo>
                  <a:pt x="13398" y="711200"/>
                </a:lnTo>
                <a:lnTo>
                  <a:pt x="13995" y="723900"/>
                </a:lnTo>
                <a:close/>
              </a:path>
              <a:path w="5991225" h="1511300">
                <a:moveTo>
                  <a:pt x="5990755" y="723900"/>
                </a:moveTo>
                <a:lnTo>
                  <a:pt x="5978093" y="723900"/>
                </a:lnTo>
                <a:lnTo>
                  <a:pt x="5977458" y="711200"/>
                </a:lnTo>
                <a:lnTo>
                  <a:pt x="5990094" y="711200"/>
                </a:lnTo>
                <a:lnTo>
                  <a:pt x="5990755" y="723900"/>
                </a:lnTo>
                <a:close/>
              </a:path>
              <a:path w="5991225" h="1511300">
                <a:moveTo>
                  <a:pt x="17780" y="736600"/>
                </a:moveTo>
                <a:lnTo>
                  <a:pt x="4546" y="736600"/>
                </a:lnTo>
                <a:lnTo>
                  <a:pt x="3352" y="723900"/>
                </a:lnTo>
                <a:lnTo>
                  <a:pt x="16510" y="723900"/>
                </a:lnTo>
                <a:lnTo>
                  <a:pt x="17780" y="736600"/>
                </a:lnTo>
                <a:close/>
              </a:path>
              <a:path w="5991225" h="1511300">
                <a:moveTo>
                  <a:pt x="5990907" y="736600"/>
                </a:moveTo>
                <a:lnTo>
                  <a:pt x="5978207" y="736600"/>
                </a:lnTo>
                <a:lnTo>
                  <a:pt x="5978271" y="723900"/>
                </a:lnTo>
                <a:lnTo>
                  <a:pt x="5990971" y="723900"/>
                </a:lnTo>
                <a:lnTo>
                  <a:pt x="5990907" y="736600"/>
                </a:lnTo>
                <a:close/>
              </a:path>
              <a:path w="5991225" h="1511300">
                <a:moveTo>
                  <a:pt x="32854" y="762000"/>
                </a:moveTo>
                <a:lnTo>
                  <a:pt x="17614" y="762000"/>
                </a:lnTo>
                <a:lnTo>
                  <a:pt x="13068" y="749300"/>
                </a:lnTo>
                <a:lnTo>
                  <a:pt x="9156" y="736600"/>
                </a:lnTo>
                <a:lnTo>
                  <a:pt x="20434" y="736600"/>
                </a:lnTo>
                <a:lnTo>
                  <a:pt x="24117" y="749300"/>
                </a:lnTo>
                <a:lnTo>
                  <a:pt x="27927" y="749300"/>
                </a:lnTo>
                <a:lnTo>
                  <a:pt x="32854" y="762000"/>
                </a:lnTo>
                <a:close/>
              </a:path>
              <a:path w="5991225" h="1511300">
                <a:moveTo>
                  <a:pt x="5989904" y="749300"/>
                </a:moveTo>
                <a:lnTo>
                  <a:pt x="5976086" y="749300"/>
                </a:lnTo>
                <a:lnTo>
                  <a:pt x="5977343" y="736600"/>
                </a:lnTo>
                <a:lnTo>
                  <a:pt x="5990704" y="736600"/>
                </a:lnTo>
                <a:lnTo>
                  <a:pt x="5989904" y="749300"/>
                </a:lnTo>
                <a:close/>
              </a:path>
              <a:path w="5991225" h="1511300">
                <a:moveTo>
                  <a:pt x="5986729" y="762000"/>
                </a:moveTo>
                <a:lnTo>
                  <a:pt x="5974410" y="762000"/>
                </a:lnTo>
                <a:lnTo>
                  <a:pt x="5976162" y="749300"/>
                </a:lnTo>
                <a:lnTo>
                  <a:pt x="5988570" y="749300"/>
                </a:lnTo>
                <a:lnTo>
                  <a:pt x="5986729" y="762000"/>
                </a:lnTo>
                <a:close/>
              </a:path>
              <a:path w="5991225" h="1511300">
                <a:moveTo>
                  <a:pt x="44030" y="774700"/>
                </a:moveTo>
                <a:lnTo>
                  <a:pt x="28587" y="774700"/>
                </a:lnTo>
                <a:lnTo>
                  <a:pt x="22796" y="762000"/>
                </a:lnTo>
                <a:lnTo>
                  <a:pt x="37896" y="762000"/>
                </a:lnTo>
                <a:lnTo>
                  <a:pt x="44030" y="774700"/>
                </a:lnTo>
                <a:close/>
              </a:path>
              <a:path w="5991225" h="1511300">
                <a:moveTo>
                  <a:pt x="50520" y="774700"/>
                </a:moveTo>
                <a:lnTo>
                  <a:pt x="44030" y="774700"/>
                </a:lnTo>
                <a:lnTo>
                  <a:pt x="43789" y="762000"/>
                </a:lnTo>
                <a:lnTo>
                  <a:pt x="50520" y="774700"/>
                </a:lnTo>
                <a:close/>
              </a:path>
              <a:path w="5991225" h="1511300">
                <a:moveTo>
                  <a:pt x="5978144" y="787400"/>
                </a:moveTo>
                <a:lnTo>
                  <a:pt x="5963069" y="787400"/>
                </a:lnTo>
                <a:lnTo>
                  <a:pt x="5966752" y="774700"/>
                </a:lnTo>
                <a:lnTo>
                  <a:pt x="5969660" y="774700"/>
                </a:lnTo>
                <a:lnTo>
                  <a:pt x="5972390" y="762000"/>
                </a:lnTo>
                <a:lnTo>
                  <a:pt x="5984367" y="762000"/>
                </a:lnTo>
                <a:lnTo>
                  <a:pt x="5981496" y="774700"/>
                </a:lnTo>
                <a:lnTo>
                  <a:pt x="5978144" y="787400"/>
                </a:lnTo>
                <a:close/>
              </a:path>
              <a:path w="5991225" h="1511300">
                <a:moveTo>
                  <a:pt x="65227" y="787400"/>
                </a:moveTo>
                <a:lnTo>
                  <a:pt x="41922" y="787400"/>
                </a:lnTo>
                <a:lnTo>
                  <a:pt x="34963" y="774700"/>
                </a:lnTo>
                <a:lnTo>
                  <a:pt x="57365" y="774700"/>
                </a:lnTo>
                <a:lnTo>
                  <a:pt x="65227" y="787400"/>
                </a:lnTo>
                <a:close/>
              </a:path>
              <a:path w="5991225" h="1511300">
                <a:moveTo>
                  <a:pt x="82207" y="800100"/>
                </a:moveTo>
                <a:lnTo>
                  <a:pt x="57531" y="800100"/>
                </a:lnTo>
                <a:lnTo>
                  <a:pt x="49453" y="787400"/>
                </a:lnTo>
                <a:lnTo>
                  <a:pt x="73240" y="787400"/>
                </a:lnTo>
                <a:lnTo>
                  <a:pt x="82207" y="800100"/>
                </a:lnTo>
                <a:close/>
              </a:path>
              <a:path w="5991225" h="1511300">
                <a:moveTo>
                  <a:pt x="5969990" y="800100"/>
                </a:moveTo>
                <a:lnTo>
                  <a:pt x="5954649" y="800100"/>
                </a:lnTo>
                <a:lnTo>
                  <a:pt x="5959259" y="787400"/>
                </a:lnTo>
                <a:lnTo>
                  <a:pt x="5974308" y="787400"/>
                </a:lnTo>
                <a:lnTo>
                  <a:pt x="5969990" y="800100"/>
                </a:lnTo>
                <a:close/>
              </a:path>
              <a:path w="5991225" h="1511300">
                <a:moveTo>
                  <a:pt x="101345" y="812800"/>
                </a:moveTo>
                <a:lnTo>
                  <a:pt x="75298" y="812800"/>
                </a:lnTo>
                <a:lnTo>
                  <a:pt x="66154" y="800100"/>
                </a:lnTo>
                <a:lnTo>
                  <a:pt x="91338" y="800100"/>
                </a:lnTo>
                <a:lnTo>
                  <a:pt x="101345" y="812800"/>
                </a:lnTo>
                <a:close/>
              </a:path>
              <a:path w="5991225" h="1511300">
                <a:moveTo>
                  <a:pt x="5954293" y="825500"/>
                </a:moveTo>
                <a:lnTo>
                  <a:pt x="5932398" y="825500"/>
                </a:lnTo>
                <a:lnTo>
                  <a:pt x="5938786" y="812800"/>
                </a:lnTo>
                <a:lnTo>
                  <a:pt x="5944412" y="812800"/>
                </a:lnTo>
                <a:lnTo>
                  <a:pt x="5949924" y="800100"/>
                </a:lnTo>
                <a:lnTo>
                  <a:pt x="5965215" y="800100"/>
                </a:lnTo>
                <a:lnTo>
                  <a:pt x="5959983" y="812800"/>
                </a:lnTo>
                <a:lnTo>
                  <a:pt x="5954293" y="825500"/>
                </a:lnTo>
                <a:close/>
              </a:path>
              <a:path w="5991225" h="1511300">
                <a:moveTo>
                  <a:pt x="122567" y="825500"/>
                </a:moveTo>
                <a:lnTo>
                  <a:pt x="95161" y="825500"/>
                </a:lnTo>
                <a:lnTo>
                  <a:pt x="84975" y="812800"/>
                </a:lnTo>
                <a:lnTo>
                  <a:pt x="111544" y="812800"/>
                </a:lnTo>
                <a:lnTo>
                  <a:pt x="122567" y="825500"/>
                </a:lnTo>
                <a:close/>
              </a:path>
              <a:path w="5991225" h="1511300">
                <a:moveTo>
                  <a:pt x="158076" y="838200"/>
                </a:moveTo>
                <a:lnTo>
                  <a:pt x="128676" y="838200"/>
                </a:lnTo>
                <a:lnTo>
                  <a:pt x="117030" y="825500"/>
                </a:lnTo>
                <a:lnTo>
                  <a:pt x="145630" y="825500"/>
                </a:lnTo>
                <a:lnTo>
                  <a:pt x="158076" y="838200"/>
                </a:lnTo>
                <a:close/>
              </a:path>
              <a:path w="5991225" h="1511300">
                <a:moveTo>
                  <a:pt x="5941593" y="838200"/>
                </a:moveTo>
                <a:lnTo>
                  <a:pt x="5918631" y="838200"/>
                </a:lnTo>
                <a:lnTo>
                  <a:pt x="5925896" y="825500"/>
                </a:lnTo>
                <a:lnTo>
                  <a:pt x="5948159" y="825500"/>
                </a:lnTo>
                <a:lnTo>
                  <a:pt x="5941593" y="838200"/>
                </a:lnTo>
                <a:close/>
              </a:path>
              <a:path w="5991225" h="1511300">
                <a:moveTo>
                  <a:pt x="184073" y="850900"/>
                </a:moveTo>
                <a:lnTo>
                  <a:pt x="153390" y="850900"/>
                </a:lnTo>
                <a:lnTo>
                  <a:pt x="140804" y="838200"/>
                </a:lnTo>
                <a:lnTo>
                  <a:pt x="170738" y="838200"/>
                </a:lnTo>
                <a:lnTo>
                  <a:pt x="184073" y="850900"/>
                </a:lnTo>
                <a:close/>
              </a:path>
              <a:path w="5991225" h="1511300">
                <a:moveTo>
                  <a:pt x="5927178" y="850900"/>
                </a:moveTo>
                <a:lnTo>
                  <a:pt x="5903163" y="850900"/>
                </a:lnTo>
                <a:lnTo>
                  <a:pt x="5911265" y="838200"/>
                </a:lnTo>
                <a:lnTo>
                  <a:pt x="5934595" y="838200"/>
                </a:lnTo>
                <a:lnTo>
                  <a:pt x="5927178" y="850900"/>
                </a:lnTo>
                <a:close/>
              </a:path>
              <a:path w="5991225" h="1511300">
                <a:moveTo>
                  <a:pt x="226326" y="863600"/>
                </a:moveTo>
                <a:lnTo>
                  <a:pt x="193776" y="863600"/>
                </a:lnTo>
                <a:lnTo>
                  <a:pt x="179882" y="850900"/>
                </a:lnTo>
                <a:lnTo>
                  <a:pt x="211721" y="850900"/>
                </a:lnTo>
                <a:lnTo>
                  <a:pt x="226326" y="863600"/>
                </a:lnTo>
                <a:close/>
              </a:path>
              <a:path w="5991225" h="1511300">
                <a:moveTo>
                  <a:pt x="5911087" y="863600"/>
                </a:moveTo>
                <a:lnTo>
                  <a:pt x="5886030" y="863600"/>
                </a:lnTo>
                <a:lnTo>
                  <a:pt x="5894946" y="850900"/>
                </a:lnTo>
                <a:lnTo>
                  <a:pt x="5919343" y="850900"/>
                </a:lnTo>
                <a:lnTo>
                  <a:pt x="5911087" y="863600"/>
                </a:lnTo>
                <a:close/>
              </a:path>
              <a:path w="5991225" h="1511300">
                <a:moveTo>
                  <a:pt x="272186" y="876300"/>
                </a:moveTo>
                <a:lnTo>
                  <a:pt x="222796" y="876300"/>
                </a:lnTo>
                <a:lnTo>
                  <a:pt x="208076" y="863600"/>
                </a:lnTo>
                <a:lnTo>
                  <a:pt x="256413" y="863600"/>
                </a:lnTo>
                <a:lnTo>
                  <a:pt x="272186" y="876300"/>
                </a:lnTo>
                <a:close/>
              </a:path>
              <a:path w="5991225" h="1511300">
                <a:moveTo>
                  <a:pt x="5893384" y="876300"/>
                </a:moveTo>
                <a:lnTo>
                  <a:pt x="5867285" y="876300"/>
                </a:lnTo>
                <a:lnTo>
                  <a:pt x="5876988" y="863600"/>
                </a:lnTo>
                <a:lnTo>
                  <a:pt x="5902439" y="863600"/>
                </a:lnTo>
                <a:lnTo>
                  <a:pt x="5893384" y="876300"/>
                </a:lnTo>
                <a:close/>
              </a:path>
              <a:path w="5991225" h="1511300">
                <a:moveTo>
                  <a:pt x="284101" y="887918"/>
                </a:moveTo>
                <a:lnTo>
                  <a:pt x="269252" y="876300"/>
                </a:lnTo>
                <a:lnTo>
                  <a:pt x="301040" y="876300"/>
                </a:lnTo>
                <a:lnTo>
                  <a:pt x="284101" y="887918"/>
                </a:lnTo>
                <a:close/>
              </a:path>
              <a:path w="5991225" h="1511300">
                <a:moveTo>
                  <a:pt x="302006" y="889000"/>
                </a:moveTo>
                <a:lnTo>
                  <a:pt x="285483" y="889000"/>
                </a:lnTo>
                <a:lnTo>
                  <a:pt x="284101" y="887918"/>
                </a:lnTo>
                <a:lnTo>
                  <a:pt x="301040" y="876300"/>
                </a:lnTo>
                <a:lnTo>
                  <a:pt x="302006" y="889000"/>
                </a:lnTo>
                <a:close/>
              </a:path>
              <a:path w="5991225" h="1511300">
                <a:moveTo>
                  <a:pt x="287121" y="901700"/>
                </a:moveTo>
                <a:lnTo>
                  <a:pt x="256324" y="901700"/>
                </a:lnTo>
                <a:lnTo>
                  <a:pt x="264807" y="889000"/>
                </a:lnTo>
                <a:lnTo>
                  <a:pt x="302006" y="889000"/>
                </a:lnTo>
                <a:lnTo>
                  <a:pt x="301040" y="876300"/>
                </a:lnTo>
                <a:lnTo>
                  <a:pt x="325780" y="876300"/>
                </a:lnTo>
                <a:lnTo>
                  <a:pt x="287121" y="901700"/>
                </a:lnTo>
                <a:close/>
              </a:path>
              <a:path w="5991225" h="1511300">
                <a:moveTo>
                  <a:pt x="5874092" y="889000"/>
                </a:moveTo>
                <a:lnTo>
                  <a:pt x="5846953" y="889000"/>
                </a:lnTo>
                <a:lnTo>
                  <a:pt x="5857430" y="876300"/>
                </a:lnTo>
                <a:lnTo>
                  <a:pt x="5883935" y="876300"/>
                </a:lnTo>
                <a:lnTo>
                  <a:pt x="5874092" y="889000"/>
                </a:lnTo>
                <a:close/>
              </a:path>
              <a:path w="5991225" h="1511300">
                <a:moveTo>
                  <a:pt x="285483" y="889000"/>
                </a:moveTo>
                <a:lnTo>
                  <a:pt x="282524" y="889000"/>
                </a:lnTo>
                <a:lnTo>
                  <a:pt x="284101" y="887918"/>
                </a:lnTo>
                <a:lnTo>
                  <a:pt x="285483" y="889000"/>
                </a:lnTo>
                <a:close/>
              </a:path>
              <a:path w="5991225" h="1511300">
                <a:moveTo>
                  <a:pt x="5853277" y="901700"/>
                </a:moveTo>
                <a:lnTo>
                  <a:pt x="5825108" y="901700"/>
                </a:lnTo>
                <a:lnTo>
                  <a:pt x="5836335" y="889000"/>
                </a:lnTo>
                <a:lnTo>
                  <a:pt x="5863869" y="889000"/>
                </a:lnTo>
                <a:lnTo>
                  <a:pt x="5853277" y="901700"/>
                </a:lnTo>
                <a:close/>
              </a:path>
              <a:path w="5991225" h="1511300">
                <a:moveTo>
                  <a:pt x="253555" y="914400"/>
                </a:moveTo>
                <a:lnTo>
                  <a:pt x="224878" y="914400"/>
                </a:lnTo>
                <a:lnTo>
                  <a:pt x="232359" y="901700"/>
                </a:lnTo>
                <a:lnTo>
                  <a:pt x="261683" y="901700"/>
                </a:lnTo>
                <a:lnTo>
                  <a:pt x="253555" y="914400"/>
                </a:lnTo>
                <a:close/>
              </a:path>
              <a:path w="5991225" h="1511300">
                <a:moveTo>
                  <a:pt x="5830963" y="914400"/>
                </a:moveTo>
                <a:lnTo>
                  <a:pt x="5801766" y="914400"/>
                </a:lnTo>
                <a:lnTo>
                  <a:pt x="5813717" y="901700"/>
                </a:lnTo>
                <a:lnTo>
                  <a:pt x="5842304" y="901700"/>
                </a:lnTo>
                <a:lnTo>
                  <a:pt x="5830963" y="914400"/>
                </a:lnTo>
                <a:close/>
              </a:path>
              <a:path w="5991225" h="1511300">
                <a:moveTo>
                  <a:pt x="231038" y="927100"/>
                </a:moveTo>
                <a:lnTo>
                  <a:pt x="204025" y="927100"/>
                </a:lnTo>
                <a:lnTo>
                  <a:pt x="210705" y="914400"/>
                </a:lnTo>
                <a:lnTo>
                  <a:pt x="238391" y="914400"/>
                </a:lnTo>
                <a:lnTo>
                  <a:pt x="231038" y="927100"/>
                </a:lnTo>
                <a:close/>
              </a:path>
              <a:path w="5991225" h="1511300">
                <a:moveTo>
                  <a:pt x="5807202" y="927100"/>
                </a:moveTo>
                <a:lnTo>
                  <a:pt x="5777001" y="927100"/>
                </a:lnTo>
                <a:lnTo>
                  <a:pt x="5789663" y="914400"/>
                </a:lnTo>
                <a:lnTo>
                  <a:pt x="5819267" y="914400"/>
                </a:lnTo>
                <a:lnTo>
                  <a:pt x="5807202" y="927100"/>
                </a:lnTo>
                <a:close/>
              </a:path>
              <a:path w="5991225" h="1511300">
                <a:moveTo>
                  <a:pt x="210959" y="939800"/>
                </a:moveTo>
                <a:lnTo>
                  <a:pt x="185623" y="939800"/>
                </a:lnTo>
                <a:lnTo>
                  <a:pt x="191477" y="927100"/>
                </a:lnTo>
                <a:lnTo>
                  <a:pt x="217500" y="927100"/>
                </a:lnTo>
                <a:lnTo>
                  <a:pt x="210959" y="939800"/>
                </a:lnTo>
                <a:close/>
              </a:path>
              <a:path w="5991225" h="1511300">
                <a:moveTo>
                  <a:pt x="5782043" y="939800"/>
                </a:moveTo>
                <a:lnTo>
                  <a:pt x="5737250" y="939800"/>
                </a:lnTo>
                <a:lnTo>
                  <a:pt x="5750928" y="927100"/>
                </a:lnTo>
                <a:lnTo>
                  <a:pt x="5794794" y="927100"/>
                </a:lnTo>
                <a:lnTo>
                  <a:pt x="5782043" y="939800"/>
                </a:lnTo>
                <a:close/>
              </a:path>
              <a:path w="5991225" h="1511300">
                <a:moveTo>
                  <a:pt x="193433" y="952500"/>
                </a:moveTo>
                <a:lnTo>
                  <a:pt x="174790" y="952500"/>
                </a:lnTo>
                <a:lnTo>
                  <a:pt x="180060" y="939800"/>
                </a:lnTo>
                <a:lnTo>
                  <a:pt x="199136" y="939800"/>
                </a:lnTo>
                <a:lnTo>
                  <a:pt x="193433" y="952500"/>
                </a:lnTo>
                <a:close/>
              </a:path>
              <a:path w="5991225" h="1511300">
                <a:moveTo>
                  <a:pt x="5741746" y="952500"/>
                </a:moveTo>
                <a:lnTo>
                  <a:pt x="5709107" y="952500"/>
                </a:lnTo>
                <a:lnTo>
                  <a:pt x="5723420" y="939800"/>
                </a:lnTo>
                <a:lnTo>
                  <a:pt x="5755512" y="939800"/>
                </a:lnTo>
                <a:lnTo>
                  <a:pt x="5741746" y="952500"/>
                </a:lnTo>
                <a:close/>
              </a:path>
              <a:path w="5991225" h="1511300">
                <a:moveTo>
                  <a:pt x="178600" y="965200"/>
                </a:moveTo>
                <a:lnTo>
                  <a:pt x="160743" y="965200"/>
                </a:lnTo>
                <a:lnTo>
                  <a:pt x="165125" y="952500"/>
                </a:lnTo>
                <a:lnTo>
                  <a:pt x="183413" y="952500"/>
                </a:lnTo>
                <a:lnTo>
                  <a:pt x="178600" y="965200"/>
                </a:lnTo>
                <a:close/>
              </a:path>
              <a:path w="5991225" h="1511300">
                <a:moveTo>
                  <a:pt x="5713260" y="965200"/>
                </a:moveTo>
                <a:lnTo>
                  <a:pt x="5664492" y="965200"/>
                </a:lnTo>
                <a:lnTo>
                  <a:pt x="5679744" y="952500"/>
                </a:lnTo>
                <a:lnTo>
                  <a:pt x="5727661" y="952500"/>
                </a:lnTo>
                <a:lnTo>
                  <a:pt x="5713260" y="965200"/>
                </a:lnTo>
                <a:close/>
              </a:path>
              <a:path w="5991225" h="1511300">
                <a:moveTo>
                  <a:pt x="166535" y="977900"/>
                </a:moveTo>
                <a:lnTo>
                  <a:pt x="149491" y="977900"/>
                </a:lnTo>
                <a:lnTo>
                  <a:pt x="152920" y="965200"/>
                </a:lnTo>
                <a:lnTo>
                  <a:pt x="170421" y="965200"/>
                </a:lnTo>
                <a:lnTo>
                  <a:pt x="166535" y="977900"/>
                </a:lnTo>
                <a:close/>
              </a:path>
              <a:path w="5991225" h="1511300">
                <a:moveTo>
                  <a:pt x="5668200" y="977900"/>
                </a:moveTo>
                <a:lnTo>
                  <a:pt x="5617184" y="977900"/>
                </a:lnTo>
                <a:lnTo>
                  <a:pt x="5633313" y="965200"/>
                </a:lnTo>
                <a:lnTo>
                  <a:pt x="5683529" y="965200"/>
                </a:lnTo>
                <a:lnTo>
                  <a:pt x="5668200" y="977900"/>
                </a:lnTo>
                <a:close/>
              </a:path>
              <a:path w="5991225" h="1511300">
                <a:moveTo>
                  <a:pt x="157327" y="990600"/>
                </a:moveTo>
                <a:lnTo>
                  <a:pt x="143624" y="990600"/>
                </a:lnTo>
                <a:lnTo>
                  <a:pt x="146392" y="977900"/>
                </a:lnTo>
                <a:lnTo>
                  <a:pt x="160248" y="977900"/>
                </a:lnTo>
                <a:lnTo>
                  <a:pt x="157327" y="990600"/>
                </a:lnTo>
                <a:close/>
              </a:path>
              <a:path w="5991225" h="1511300">
                <a:moveTo>
                  <a:pt x="5620461" y="990600"/>
                </a:moveTo>
                <a:lnTo>
                  <a:pt x="5567324" y="990600"/>
                </a:lnTo>
                <a:lnTo>
                  <a:pt x="5584278" y="977900"/>
                </a:lnTo>
                <a:lnTo>
                  <a:pt x="5636653" y="977900"/>
                </a:lnTo>
                <a:lnTo>
                  <a:pt x="5620461" y="990600"/>
                </a:lnTo>
                <a:close/>
              </a:path>
              <a:path w="5991225" h="1511300">
                <a:moveTo>
                  <a:pt x="151028" y="1003300"/>
                </a:moveTo>
                <a:lnTo>
                  <a:pt x="137414" y="1003300"/>
                </a:lnTo>
                <a:lnTo>
                  <a:pt x="139128" y="990600"/>
                </a:lnTo>
                <a:lnTo>
                  <a:pt x="152946" y="990600"/>
                </a:lnTo>
                <a:lnTo>
                  <a:pt x="151028" y="1003300"/>
                </a:lnTo>
                <a:close/>
              </a:path>
              <a:path w="5991225" h="1511300">
                <a:moveTo>
                  <a:pt x="5570194" y="1003300"/>
                </a:moveTo>
                <a:lnTo>
                  <a:pt x="5515063" y="1003300"/>
                </a:lnTo>
                <a:lnTo>
                  <a:pt x="5532793" y="990600"/>
                </a:lnTo>
                <a:lnTo>
                  <a:pt x="5587225" y="990600"/>
                </a:lnTo>
                <a:lnTo>
                  <a:pt x="5570194" y="1003300"/>
                </a:lnTo>
                <a:close/>
              </a:path>
              <a:path w="5991225" h="1511300">
                <a:moveTo>
                  <a:pt x="148450" y="1016000"/>
                </a:moveTo>
                <a:lnTo>
                  <a:pt x="135102" y="1016000"/>
                </a:lnTo>
                <a:lnTo>
                  <a:pt x="136067" y="1003300"/>
                </a:lnTo>
                <a:lnTo>
                  <a:pt x="149682" y="1003300"/>
                </a:lnTo>
                <a:lnTo>
                  <a:pt x="148450" y="1016000"/>
                </a:lnTo>
                <a:close/>
              </a:path>
              <a:path w="5991225" h="1511300">
                <a:moveTo>
                  <a:pt x="5517553" y="1016000"/>
                </a:moveTo>
                <a:lnTo>
                  <a:pt x="5441899" y="1016000"/>
                </a:lnTo>
                <a:lnTo>
                  <a:pt x="5460606" y="1003300"/>
                </a:lnTo>
                <a:lnTo>
                  <a:pt x="5535358" y="1003300"/>
                </a:lnTo>
                <a:lnTo>
                  <a:pt x="5517553" y="1016000"/>
                </a:lnTo>
                <a:close/>
              </a:path>
              <a:path w="5991225" h="1511300">
                <a:moveTo>
                  <a:pt x="147015" y="1028700"/>
                </a:moveTo>
                <a:lnTo>
                  <a:pt x="134315" y="1028700"/>
                </a:lnTo>
                <a:lnTo>
                  <a:pt x="134518" y="1016000"/>
                </a:lnTo>
                <a:lnTo>
                  <a:pt x="147205" y="1016000"/>
                </a:lnTo>
                <a:lnTo>
                  <a:pt x="147015" y="1028700"/>
                </a:lnTo>
                <a:close/>
              </a:path>
              <a:path w="5991225" h="1511300">
                <a:moveTo>
                  <a:pt x="5443931" y="1028700"/>
                </a:moveTo>
                <a:lnTo>
                  <a:pt x="5365114" y="1028700"/>
                </a:lnTo>
                <a:lnTo>
                  <a:pt x="5384685" y="1016000"/>
                </a:lnTo>
                <a:lnTo>
                  <a:pt x="5462689" y="1016000"/>
                </a:lnTo>
                <a:lnTo>
                  <a:pt x="5443931" y="1028700"/>
                </a:lnTo>
                <a:close/>
              </a:path>
              <a:path w="5991225" h="1511300">
                <a:moveTo>
                  <a:pt x="148678" y="1041400"/>
                </a:moveTo>
                <a:lnTo>
                  <a:pt x="135178" y="1041400"/>
                </a:lnTo>
                <a:lnTo>
                  <a:pt x="134531" y="1028700"/>
                </a:lnTo>
                <a:lnTo>
                  <a:pt x="147701" y="1028700"/>
                </a:lnTo>
                <a:lnTo>
                  <a:pt x="148678" y="1041400"/>
                </a:lnTo>
                <a:close/>
              </a:path>
              <a:path w="5991225" h="1511300">
                <a:moveTo>
                  <a:pt x="5366702" y="1041400"/>
                </a:moveTo>
                <a:lnTo>
                  <a:pt x="5223103" y="1041400"/>
                </a:lnTo>
                <a:lnTo>
                  <a:pt x="5243982" y="1028700"/>
                </a:lnTo>
                <a:lnTo>
                  <a:pt x="5386324" y="1028700"/>
                </a:lnTo>
                <a:lnTo>
                  <a:pt x="5366702" y="1041400"/>
                </a:lnTo>
                <a:close/>
              </a:path>
              <a:path w="5991225" h="1511300">
                <a:moveTo>
                  <a:pt x="151536" y="1054100"/>
                </a:moveTo>
                <a:lnTo>
                  <a:pt x="139560" y="1054100"/>
                </a:lnTo>
                <a:lnTo>
                  <a:pt x="137693" y="1041400"/>
                </a:lnTo>
                <a:lnTo>
                  <a:pt x="149809" y="1041400"/>
                </a:lnTo>
                <a:lnTo>
                  <a:pt x="151536" y="1054100"/>
                </a:lnTo>
                <a:close/>
              </a:path>
              <a:path w="5991225" h="1511300">
                <a:moveTo>
                  <a:pt x="153492" y="1054100"/>
                </a:moveTo>
                <a:lnTo>
                  <a:pt x="151536" y="1054100"/>
                </a:lnTo>
                <a:lnTo>
                  <a:pt x="151396" y="1041400"/>
                </a:lnTo>
                <a:lnTo>
                  <a:pt x="153492" y="1054100"/>
                </a:lnTo>
                <a:close/>
              </a:path>
              <a:path w="5991225" h="1511300">
                <a:moveTo>
                  <a:pt x="5181625" y="1054100"/>
                </a:moveTo>
                <a:lnTo>
                  <a:pt x="5174792" y="1054100"/>
                </a:lnTo>
                <a:lnTo>
                  <a:pt x="5175186" y="1041400"/>
                </a:lnTo>
                <a:lnTo>
                  <a:pt x="5187632" y="1041400"/>
                </a:lnTo>
                <a:lnTo>
                  <a:pt x="5181625" y="1054100"/>
                </a:lnTo>
                <a:close/>
              </a:path>
              <a:path w="5991225" h="1511300">
                <a:moveTo>
                  <a:pt x="5187480" y="1054100"/>
                </a:moveTo>
                <a:lnTo>
                  <a:pt x="5181625" y="1054100"/>
                </a:lnTo>
                <a:lnTo>
                  <a:pt x="5187632" y="1041400"/>
                </a:lnTo>
                <a:lnTo>
                  <a:pt x="5187480" y="1054100"/>
                </a:lnTo>
                <a:close/>
              </a:path>
              <a:path w="5991225" h="1511300">
                <a:moveTo>
                  <a:pt x="5223941" y="1054100"/>
                </a:moveTo>
                <a:lnTo>
                  <a:pt x="5187480" y="1054100"/>
                </a:lnTo>
                <a:lnTo>
                  <a:pt x="5187632" y="1041400"/>
                </a:lnTo>
                <a:lnTo>
                  <a:pt x="5244871" y="1041400"/>
                </a:lnTo>
                <a:lnTo>
                  <a:pt x="5223941" y="1054100"/>
                </a:lnTo>
                <a:close/>
              </a:path>
              <a:path w="5991225" h="1511300">
                <a:moveTo>
                  <a:pt x="158457" y="1066800"/>
                </a:moveTo>
                <a:lnTo>
                  <a:pt x="144449" y="1066800"/>
                </a:lnTo>
                <a:lnTo>
                  <a:pt x="141820" y="1054100"/>
                </a:lnTo>
                <a:lnTo>
                  <a:pt x="155625" y="1054100"/>
                </a:lnTo>
                <a:lnTo>
                  <a:pt x="158457" y="1066800"/>
                </a:lnTo>
                <a:close/>
              </a:path>
              <a:path w="5991225" h="1511300">
                <a:moveTo>
                  <a:pt x="5182615" y="1079500"/>
                </a:moveTo>
                <a:lnTo>
                  <a:pt x="5168150" y="1079500"/>
                </a:lnTo>
                <a:lnTo>
                  <a:pt x="5170589" y="1066800"/>
                </a:lnTo>
                <a:lnTo>
                  <a:pt x="5172278" y="1066800"/>
                </a:lnTo>
                <a:lnTo>
                  <a:pt x="5173713" y="1054100"/>
                </a:lnTo>
                <a:lnTo>
                  <a:pt x="5186197" y="1054100"/>
                </a:lnTo>
                <a:lnTo>
                  <a:pt x="5184673" y="1066800"/>
                </a:lnTo>
                <a:lnTo>
                  <a:pt x="5182615" y="1079500"/>
                </a:lnTo>
                <a:close/>
              </a:path>
              <a:path w="5991225" h="1511300">
                <a:moveTo>
                  <a:pt x="168503" y="1079500"/>
                </a:moveTo>
                <a:lnTo>
                  <a:pt x="150837" y="1079500"/>
                </a:lnTo>
                <a:lnTo>
                  <a:pt x="147472" y="1066800"/>
                </a:lnTo>
                <a:lnTo>
                  <a:pt x="164617" y="1066800"/>
                </a:lnTo>
                <a:lnTo>
                  <a:pt x="168503" y="1079500"/>
                </a:lnTo>
                <a:close/>
              </a:path>
              <a:path w="5991225" h="1511300">
                <a:moveTo>
                  <a:pt x="181660" y="1092200"/>
                </a:moveTo>
                <a:lnTo>
                  <a:pt x="163068" y="1092200"/>
                </a:lnTo>
                <a:lnTo>
                  <a:pt x="158648" y="1079500"/>
                </a:lnTo>
                <a:lnTo>
                  <a:pt x="176758" y="1079500"/>
                </a:lnTo>
                <a:lnTo>
                  <a:pt x="181660" y="1092200"/>
                </a:lnTo>
                <a:close/>
              </a:path>
              <a:path w="5991225" h="1511300">
                <a:moveTo>
                  <a:pt x="5176977" y="1092200"/>
                </a:moveTo>
                <a:lnTo>
                  <a:pt x="5162169" y="1092200"/>
                </a:lnTo>
                <a:lnTo>
                  <a:pt x="5165559" y="1079500"/>
                </a:lnTo>
                <a:lnTo>
                  <a:pt x="5180050" y="1079500"/>
                </a:lnTo>
                <a:lnTo>
                  <a:pt x="5176977" y="1092200"/>
                </a:lnTo>
                <a:close/>
              </a:path>
              <a:path w="5991225" h="1511300">
                <a:moveTo>
                  <a:pt x="192100" y="1104900"/>
                </a:moveTo>
                <a:lnTo>
                  <a:pt x="172910" y="1104900"/>
                </a:lnTo>
                <a:lnTo>
                  <a:pt x="167817" y="1092200"/>
                </a:lnTo>
                <a:lnTo>
                  <a:pt x="186537" y="1092200"/>
                </a:lnTo>
                <a:lnTo>
                  <a:pt x="192100" y="1104900"/>
                </a:lnTo>
                <a:close/>
              </a:path>
              <a:path w="5991225" h="1511300">
                <a:moveTo>
                  <a:pt x="5169369" y="1104900"/>
                </a:moveTo>
                <a:lnTo>
                  <a:pt x="5154320" y="1104900"/>
                </a:lnTo>
                <a:lnTo>
                  <a:pt x="5158651" y="1092200"/>
                </a:lnTo>
                <a:lnTo>
                  <a:pt x="5173421" y="1092200"/>
                </a:lnTo>
                <a:lnTo>
                  <a:pt x="5169369" y="1104900"/>
                </a:lnTo>
                <a:close/>
              </a:path>
              <a:path w="5991225" h="1511300">
                <a:moveTo>
                  <a:pt x="210184" y="1117600"/>
                </a:moveTo>
                <a:lnTo>
                  <a:pt x="190068" y="1117600"/>
                </a:lnTo>
                <a:lnTo>
                  <a:pt x="184035" y="1104900"/>
                </a:lnTo>
                <a:lnTo>
                  <a:pt x="203682" y="1104900"/>
                </a:lnTo>
                <a:lnTo>
                  <a:pt x="210184" y="1117600"/>
                </a:lnTo>
                <a:close/>
              </a:path>
              <a:path w="5991225" h="1511300">
                <a:moveTo>
                  <a:pt x="5159857" y="1117600"/>
                </a:moveTo>
                <a:lnTo>
                  <a:pt x="5144643" y="1117600"/>
                </a:lnTo>
                <a:lnTo>
                  <a:pt x="5149900" y="1104900"/>
                </a:lnTo>
                <a:lnTo>
                  <a:pt x="5164848" y="1104900"/>
                </a:lnTo>
                <a:lnTo>
                  <a:pt x="5159857" y="1117600"/>
                </a:lnTo>
                <a:close/>
              </a:path>
              <a:path w="5991225" h="1511300">
                <a:moveTo>
                  <a:pt x="231089" y="1130300"/>
                </a:moveTo>
                <a:lnTo>
                  <a:pt x="210019" y="1130300"/>
                </a:lnTo>
                <a:lnTo>
                  <a:pt x="203073" y="1117600"/>
                </a:lnTo>
                <a:lnTo>
                  <a:pt x="223685" y="1117600"/>
                </a:lnTo>
                <a:lnTo>
                  <a:pt x="231089" y="1130300"/>
                </a:lnTo>
                <a:close/>
              </a:path>
              <a:path w="5991225" h="1511300">
                <a:moveTo>
                  <a:pt x="5142204" y="1143000"/>
                </a:moveTo>
                <a:lnTo>
                  <a:pt x="5119928" y="1143000"/>
                </a:lnTo>
                <a:lnTo>
                  <a:pt x="5126939" y="1130300"/>
                </a:lnTo>
                <a:lnTo>
                  <a:pt x="5133174" y="1130300"/>
                </a:lnTo>
                <a:lnTo>
                  <a:pt x="5139321" y="1117600"/>
                </a:lnTo>
                <a:lnTo>
                  <a:pt x="5154422" y="1117600"/>
                </a:lnTo>
                <a:lnTo>
                  <a:pt x="5148529" y="1130300"/>
                </a:lnTo>
                <a:lnTo>
                  <a:pt x="5142204" y="1143000"/>
                </a:lnTo>
                <a:close/>
              </a:path>
              <a:path w="5991225" h="1511300">
                <a:moveTo>
                  <a:pt x="254647" y="1143000"/>
                </a:moveTo>
                <a:lnTo>
                  <a:pt x="232613" y="1143000"/>
                </a:lnTo>
                <a:lnTo>
                  <a:pt x="224790" y="1130300"/>
                </a:lnTo>
                <a:lnTo>
                  <a:pt x="246380" y="1130300"/>
                </a:lnTo>
                <a:lnTo>
                  <a:pt x="254647" y="1143000"/>
                </a:lnTo>
                <a:close/>
              </a:path>
              <a:path w="5991225" h="1511300">
                <a:moveTo>
                  <a:pt x="289979" y="1155700"/>
                </a:moveTo>
                <a:lnTo>
                  <a:pt x="257746" y="1155700"/>
                </a:lnTo>
                <a:lnTo>
                  <a:pt x="249097" y="1143000"/>
                </a:lnTo>
                <a:lnTo>
                  <a:pt x="280644" y="1143000"/>
                </a:lnTo>
                <a:lnTo>
                  <a:pt x="289979" y="1155700"/>
                </a:lnTo>
                <a:close/>
              </a:path>
              <a:path w="5991225" h="1511300">
                <a:moveTo>
                  <a:pt x="5128259" y="1155700"/>
                </a:moveTo>
                <a:lnTo>
                  <a:pt x="5104968" y="1155700"/>
                </a:lnTo>
                <a:lnTo>
                  <a:pt x="5112829" y="1143000"/>
                </a:lnTo>
                <a:lnTo>
                  <a:pt x="5135448" y="1143000"/>
                </a:lnTo>
                <a:lnTo>
                  <a:pt x="5128259" y="1155700"/>
                </a:lnTo>
                <a:close/>
              </a:path>
              <a:path w="5991225" h="1511300">
                <a:moveTo>
                  <a:pt x="319252" y="1168400"/>
                </a:moveTo>
                <a:lnTo>
                  <a:pt x="285280" y="1168400"/>
                </a:lnTo>
                <a:lnTo>
                  <a:pt x="275844" y="1155700"/>
                </a:lnTo>
                <a:lnTo>
                  <a:pt x="309156" y="1155700"/>
                </a:lnTo>
                <a:lnTo>
                  <a:pt x="319252" y="1168400"/>
                </a:lnTo>
                <a:close/>
              </a:path>
              <a:path w="5991225" h="1511300">
                <a:moveTo>
                  <a:pt x="5104218" y="1168400"/>
                </a:moveTo>
                <a:lnTo>
                  <a:pt x="5088331" y="1168400"/>
                </a:lnTo>
                <a:lnTo>
                  <a:pt x="5097005" y="1155700"/>
                </a:lnTo>
                <a:lnTo>
                  <a:pt x="5112638" y="1155700"/>
                </a:lnTo>
                <a:lnTo>
                  <a:pt x="5104218" y="1168400"/>
                </a:lnTo>
                <a:close/>
              </a:path>
              <a:path w="5991225" h="1511300">
                <a:moveTo>
                  <a:pt x="361708" y="1181100"/>
                </a:moveTo>
                <a:lnTo>
                  <a:pt x="315099" y="1181100"/>
                </a:lnTo>
                <a:lnTo>
                  <a:pt x="304914" y="1168400"/>
                </a:lnTo>
                <a:lnTo>
                  <a:pt x="350659" y="1168400"/>
                </a:lnTo>
                <a:lnTo>
                  <a:pt x="361708" y="1181100"/>
                </a:lnTo>
                <a:close/>
              </a:path>
              <a:path w="5991225" h="1511300">
                <a:moveTo>
                  <a:pt x="5070081" y="1181100"/>
                </a:moveTo>
                <a:lnTo>
                  <a:pt x="5060353" y="1181100"/>
                </a:lnTo>
                <a:lnTo>
                  <a:pt x="5070208" y="1168400"/>
                </a:lnTo>
                <a:lnTo>
                  <a:pt x="5070081" y="1181100"/>
                </a:lnTo>
                <a:close/>
              </a:path>
              <a:path w="5991225" h="1511300">
                <a:moveTo>
                  <a:pt x="5086184" y="1181100"/>
                </a:moveTo>
                <a:lnTo>
                  <a:pt x="5070081" y="1181100"/>
                </a:lnTo>
                <a:lnTo>
                  <a:pt x="5079542" y="1168400"/>
                </a:lnTo>
                <a:lnTo>
                  <a:pt x="5095405" y="1168400"/>
                </a:lnTo>
                <a:lnTo>
                  <a:pt x="5086184" y="1181100"/>
                </a:lnTo>
                <a:close/>
              </a:path>
              <a:path w="5991225" h="1511300">
                <a:moveTo>
                  <a:pt x="407835" y="1193800"/>
                </a:moveTo>
                <a:lnTo>
                  <a:pt x="358241" y="1193800"/>
                </a:lnTo>
                <a:lnTo>
                  <a:pt x="347103" y="1181100"/>
                </a:lnTo>
                <a:lnTo>
                  <a:pt x="384200" y="1181100"/>
                </a:lnTo>
                <a:lnTo>
                  <a:pt x="407835" y="1193800"/>
                </a:lnTo>
                <a:close/>
              </a:path>
              <a:path w="5991225" h="1511300">
                <a:moveTo>
                  <a:pt x="5066601" y="1193800"/>
                </a:moveTo>
                <a:lnTo>
                  <a:pt x="5039766" y="1193800"/>
                </a:lnTo>
                <a:lnTo>
                  <a:pt x="5050370" y="1181100"/>
                </a:lnTo>
                <a:lnTo>
                  <a:pt x="5076583" y="1181100"/>
                </a:lnTo>
                <a:lnTo>
                  <a:pt x="5066601" y="1193800"/>
                </a:lnTo>
                <a:close/>
              </a:path>
              <a:path w="5991225" h="1511300">
                <a:moveTo>
                  <a:pt x="483082" y="1206500"/>
                </a:moveTo>
                <a:lnTo>
                  <a:pt x="404901" y="1206500"/>
                </a:lnTo>
                <a:lnTo>
                  <a:pt x="381139" y="1193800"/>
                </a:lnTo>
                <a:lnTo>
                  <a:pt x="457111" y="1193800"/>
                </a:lnTo>
                <a:lnTo>
                  <a:pt x="483082" y="1206500"/>
                </a:lnTo>
                <a:close/>
              </a:path>
              <a:path w="5991225" h="1511300">
                <a:moveTo>
                  <a:pt x="5045519" y="1206500"/>
                </a:moveTo>
                <a:lnTo>
                  <a:pt x="5017668" y="1206500"/>
                </a:lnTo>
                <a:lnTo>
                  <a:pt x="5029009" y="1193800"/>
                </a:lnTo>
                <a:lnTo>
                  <a:pt x="5056238" y="1193800"/>
                </a:lnTo>
                <a:lnTo>
                  <a:pt x="5045519" y="1206500"/>
                </a:lnTo>
                <a:close/>
              </a:path>
              <a:path w="5991225" h="1511300">
                <a:moveTo>
                  <a:pt x="564769" y="1219200"/>
                </a:moveTo>
                <a:lnTo>
                  <a:pt x="480961" y="1219200"/>
                </a:lnTo>
                <a:lnTo>
                  <a:pt x="454850" y="1206500"/>
                </a:lnTo>
                <a:lnTo>
                  <a:pt x="536778" y="1206500"/>
                </a:lnTo>
                <a:lnTo>
                  <a:pt x="564769" y="1219200"/>
                </a:lnTo>
                <a:close/>
              </a:path>
              <a:path w="5991225" h="1511300">
                <a:moveTo>
                  <a:pt x="5022964" y="1219200"/>
                </a:moveTo>
                <a:lnTo>
                  <a:pt x="4981841" y="1219200"/>
                </a:lnTo>
                <a:lnTo>
                  <a:pt x="4994236" y="1206500"/>
                </a:lnTo>
                <a:lnTo>
                  <a:pt x="5034419" y="1206500"/>
                </a:lnTo>
                <a:lnTo>
                  <a:pt x="5022964" y="1219200"/>
                </a:lnTo>
                <a:close/>
              </a:path>
              <a:path w="5991225" h="1511300">
                <a:moveTo>
                  <a:pt x="825665" y="1231900"/>
                </a:moveTo>
                <a:lnTo>
                  <a:pt x="563359" y="1231900"/>
                </a:lnTo>
                <a:lnTo>
                  <a:pt x="535254" y="1219200"/>
                </a:lnTo>
                <a:lnTo>
                  <a:pt x="815327" y="1219200"/>
                </a:lnTo>
                <a:lnTo>
                  <a:pt x="825665" y="1231900"/>
                </a:lnTo>
                <a:close/>
              </a:path>
              <a:path w="5991225" h="1511300">
                <a:moveTo>
                  <a:pt x="4986528" y="1231900"/>
                </a:moveTo>
                <a:lnTo>
                  <a:pt x="4956238" y="1231900"/>
                </a:lnTo>
                <a:lnTo>
                  <a:pt x="4969306" y="1219200"/>
                </a:lnTo>
                <a:lnTo>
                  <a:pt x="4999012" y="1219200"/>
                </a:lnTo>
                <a:lnTo>
                  <a:pt x="4986528" y="1231900"/>
                </a:lnTo>
                <a:close/>
              </a:path>
              <a:path w="5991225" h="1511300">
                <a:moveTo>
                  <a:pt x="853084" y="1244600"/>
                </a:moveTo>
                <a:lnTo>
                  <a:pt x="819277" y="1244600"/>
                </a:lnTo>
                <a:lnTo>
                  <a:pt x="810488" y="1231900"/>
                </a:lnTo>
                <a:lnTo>
                  <a:pt x="834428" y="1231900"/>
                </a:lnTo>
                <a:lnTo>
                  <a:pt x="853084" y="1244600"/>
                </a:lnTo>
                <a:close/>
              </a:path>
              <a:path w="5991225" h="1511300">
                <a:moveTo>
                  <a:pt x="4960543" y="1244600"/>
                </a:moveTo>
                <a:lnTo>
                  <a:pt x="4915395" y="1244600"/>
                </a:lnTo>
                <a:lnTo>
                  <a:pt x="4929416" y="1231900"/>
                </a:lnTo>
                <a:lnTo>
                  <a:pt x="4973701" y="1231900"/>
                </a:lnTo>
                <a:lnTo>
                  <a:pt x="4960543" y="1244600"/>
                </a:lnTo>
                <a:close/>
              </a:path>
              <a:path w="5991225" h="1511300">
                <a:moveTo>
                  <a:pt x="913930" y="1270000"/>
                </a:moveTo>
                <a:lnTo>
                  <a:pt x="866876" y="1270000"/>
                </a:lnTo>
                <a:lnTo>
                  <a:pt x="847166" y="1257300"/>
                </a:lnTo>
                <a:lnTo>
                  <a:pt x="828370" y="1244600"/>
                </a:lnTo>
                <a:lnTo>
                  <a:pt x="852919" y="1244600"/>
                </a:lnTo>
                <a:lnTo>
                  <a:pt x="872477" y="1257300"/>
                </a:lnTo>
                <a:lnTo>
                  <a:pt x="892619" y="1257300"/>
                </a:lnTo>
                <a:lnTo>
                  <a:pt x="913930" y="1270000"/>
                </a:lnTo>
                <a:close/>
              </a:path>
              <a:path w="5991225" h="1511300">
                <a:moveTo>
                  <a:pt x="4919179" y="1257300"/>
                </a:moveTo>
                <a:lnTo>
                  <a:pt x="4871758" y="1257300"/>
                </a:lnTo>
                <a:lnTo>
                  <a:pt x="4886680" y="1244600"/>
                </a:lnTo>
                <a:lnTo>
                  <a:pt x="4933276" y="1244600"/>
                </a:lnTo>
                <a:lnTo>
                  <a:pt x="4919179" y="1257300"/>
                </a:lnTo>
                <a:close/>
              </a:path>
              <a:path w="5991225" h="1511300">
                <a:moveTo>
                  <a:pt x="4875072" y="1270000"/>
                </a:moveTo>
                <a:lnTo>
                  <a:pt x="4825504" y="1270000"/>
                </a:lnTo>
                <a:lnTo>
                  <a:pt x="4841278" y="1257300"/>
                </a:lnTo>
                <a:lnTo>
                  <a:pt x="4890071" y="1257300"/>
                </a:lnTo>
                <a:lnTo>
                  <a:pt x="4875072" y="1270000"/>
                </a:lnTo>
                <a:close/>
              </a:path>
              <a:path w="5991225" h="1511300">
                <a:moveTo>
                  <a:pt x="982446" y="1295400"/>
                </a:moveTo>
                <a:lnTo>
                  <a:pt x="931202" y="1295400"/>
                </a:lnTo>
                <a:lnTo>
                  <a:pt x="908913" y="1282700"/>
                </a:lnTo>
                <a:lnTo>
                  <a:pt x="887463" y="1270000"/>
                </a:lnTo>
                <a:lnTo>
                  <a:pt x="913790" y="1270000"/>
                </a:lnTo>
                <a:lnTo>
                  <a:pt x="935939" y="1282700"/>
                </a:lnTo>
                <a:lnTo>
                  <a:pt x="958659" y="1282700"/>
                </a:lnTo>
                <a:lnTo>
                  <a:pt x="982446" y="1295400"/>
                </a:lnTo>
                <a:close/>
              </a:path>
              <a:path w="5991225" h="1511300">
                <a:moveTo>
                  <a:pt x="4006634" y="1282700"/>
                </a:moveTo>
                <a:lnTo>
                  <a:pt x="3948074" y="1282700"/>
                </a:lnTo>
                <a:lnTo>
                  <a:pt x="3956126" y="1270000"/>
                </a:lnTo>
                <a:lnTo>
                  <a:pt x="3982847" y="1270000"/>
                </a:lnTo>
                <a:lnTo>
                  <a:pt x="4006634" y="1282700"/>
                </a:lnTo>
                <a:close/>
              </a:path>
              <a:path w="5991225" h="1511300">
                <a:moveTo>
                  <a:pt x="4812283" y="1282700"/>
                </a:moveTo>
                <a:lnTo>
                  <a:pt x="4760074" y="1282700"/>
                </a:lnTo>
                <a:lnTo>
                  <a:pt x="4776876" y="1270000"/>
                </a:lnTo>
                <a:lnTo>
                  <a:pt x="4828387" y="1270000"/>
                </a:lnTo>
                <a:lnTo>
                  <a:pt x="4812283" y="1282700"/>
                </a:lnTo>
                <a:close/>
              </a:path>
              <a:path w="5991225" h="1511300">
                <a:moveTo>
                  <a:pt x="3951262" y="1295400"/>
                </a:moveTo>
                <a:lnTo>
                  <a:pt x="3929595" y="1295400"/>
                </a:lnTo>
                <a:lnTo>
                  <a:pt x="3936237" y="1282700"/>
                </a:lnTo>
                <a:lnTo>
                  <a:pt x="3957383" y="1282700"/>
                </a:lnTo>
                <a:lnTo>
                  <a:pt x="3951262" y="1295400"/>
                </a:lnTo>
                <a:close/>
              </a:path>
              <a:path w="5991225" h="1511300">
                <a:moveTo>
                  <a:pt x="4080586" y="1295400"/>
                </a:moveTo>
                <a:lnTo>
                  <a:pt x="4004297" y="1295400"/>
                </a:lnTo>
                <a:lnTo>
                  <a:pt x="3980421" y="1282700"/>
                </a:lnTo>
                <a:lnTo>
                  <a:pt x="4055389" y="1282700"/>
                </a:lnTo>
                <a:lnTo>
                  <a:pt x="4080586" y="1295400"/>
                </a:lnTo>
                <a:close/>
              </a:path>
              <a:path w="5991225" h="1511300">
                <a:moveTo>
                  <a:pt x="4762411" y="1295400"/>
                </a:moveTo>
                <a:lnTo>
                  <a:pt x="4672787" y="1295400"/>
                </a:lnTo>
                <a:lnTo>
                  <a:pt x="4690757" y="1282700"/>
                </a:lnTo>
                <a:lnTo>
                  <a:pt x="4779289" y="1282700"/>
                </a:lnTo>
                <a:lnTo>
                  <a:pt x="4762411" y="1295400"/>
                </a:lnTo>
                <a:close/>
              </a:path>
              <a:path w="5991225" h="1511300">
                <a:moveTo>
                  <a:pt x="1058075" y="1320800"/>
                </a:moveTo>
                <a:lnTo>
                  <a:pt x="1002893" y="1320800"/>
                </a:lnTo>
                <a:lnTo>
                  <a:pt x="978204" y="1308100"/>
                </a:lnTo>
                <a:lnTo>
                  <a:pt x="954303" y="1295400"/>
                </a:lnTo>
                <a:lnTo>
                  <a:pt x="982319" y="1295400"/>
                </a:lnTo>
                <a:lnTo>
                  <a:pt x="1006894" y="1308100"/>
                </a:lnTo>
                <a:lnTo>
                  <a:pt x="1032002" y="1308100"/>
                </a:lnTo>
                <a:lnTo>
                  <a:pt x="1058075" y="1320800"/>
                </a:lnTo>
                <a:close/>
              </a:path>
              <a:path w="5991225" h="1511300">
                <a:moveTo>
                  <a:pt x="3938015" y="1308100"/>
                </a:moveTo>
                <a:lnTo>
                  <a:pt x="3915575" y="1308100"/>
                </a:lnTo>
                <a:lnTo>
                  <a:pt x="3922890" y="1295400"/>
                </a:lnTo>
                <a:lnTo>
                  <a:pt x="3944810" y="1295400"/>
                </a:lnTo>
                <a:lnTo>
                  <a:pt x="3938015" y="1308100"/>
                </a:lnTo>
                <a:close/>
              </a:path>
              <a:path w="5991225" h="1511300">
                <a:moveTo>
                  <a:pt x="4212386" y="1308100"/>
                </a:moveTo>
                <a:lnTo>
                  <a:pt x="4078782" y="1308100"/>
                </a:lnTo>
                <a:lnTo>
                  <a:pt x="4053497" y="1295400"/>
                </a:lnTo>
                <a:lnTo>
                  <a:pt x="4185170" y="1295400"/>
                </a:lnTo>
                <a:lnTo>
                  <a:pt x="4212386" y="1308100"/>
                </a:lnTo>
                <a:close/>
              </a:path>
              <a:path w="5991225" h="1511300">
                <a:moveTo>
                  <a:pt x="4674501" y="1308100"/>
                </a:moveTo>
                <a:lnTo>
                  <a:pt x="4561014" y="1308100"/>
                </a:lnTo>
                <a:lnTo>
                  <a:pt x="4580178" y="1295400"/>
                </a:lnTo>
                <a:lnTo>
                  <a:pt x="4692535" y="1295400"/>
                </a:lnTo>
                <a:lnTo>
                  <a:pt x="4674501" y="1308100"/>
                </a:lnTo>
                <a:close/>
              </a:path>
              <a:path w="5991225" h="1511300">
                <a:moveTo>
                  <a:pt x="3923449" y="1320800"/>
                </a:moveTo>
                <a:lnTo>
                  <a:pt x="3900220" y="1320800"/>
                </a:lnTo>
                <a:lnTo>
                  <a:pt x="3908183" y="1308100"/>
                </a:lnTo>
                <a:lnTo>
                  <a:pt x="3930891" y="1308100"/>
                </a:lnTo>
                <a:lnTo>
                  <a:pt x="3923449" y="1320800"/>
                </a:lnTo>
                <a:close/>
              </a:path>
              <a:path w="5991225" h="1511300">
                <a:moveTo>
                  <a:pt x="4562030" y="1320800"/>
                </a:moveTo>
                <a:lnTo>
                  <a:pt x="4211408" y="1320800"/>
                </a:lnTo>
                <a:lnTo>
                  <a:pt x="4184116" y="1308100"/>
                </a:lnTo>
                <a:lnTo>
                  <a:pt x="4581258" y="1308100"/>
                </a:lnTo>
                <a:lnTo>
                  <a:pt x="4562030" y="1320800"/>
                </a:lnTo>
                <a:close/>
              </a:path>
              <a:path w="5991225" h="1511300">
                <a:moveTo>
                  <a:pt x="1140244" y="1346200"/>
                </a:moveTo>
                <a:lnTo>
                  <a:pt x="1081417" y="1346200"/>
                </a:lnTo>
                <a:lnTo>
                  <a:pt x="1054519" y="1333500"/>
                </a:lnTo>
                <a:lnTo>
                  <a:pt x="1028331" y="1320800"/>
                </a:lnTo>
                <a:lnTo>
                  <a:pt x="1057960" y="1320800"/>
                </a:lnTo>
                <a:lnTo>
                  <a:pt x="1084757" y="1333500"/>
                </a:lnTo>
                <a:lnTo>
                  <a:pt x="1112062" y="1333500"/>
                </a:lnTo>
                <a:lnTo>
                  <a:pt x="1140244" y="1346200"/>
                </a:lnTo>
                <a:close/>
              </a:path>
              <a:path w="5991225" h="1511300">
                <a:moveTo>
                  <a:pt x="3907586" y="1333500"/>
                </a:moveTo>
                <a:lnTo>
                  <a:pt x="3883583" y="1333500"/>
                </a:lnTo>
                <a:lnTo>
                  <a:pt x="3892181" y="1320800"/>
                </a:lnTo>
                <a:lnTo>
                  <a:pt x="3915676" y="1320800"/>
                </a:lnTo>
                <a:lnTo>
                  <a:pt x="3907586" y="1333500"/>
                </a:lnTo>
                <a:close/>
              </a:path>
              <a:path w="5991225" h="1511300">
                <a:moveTo>
                  <a:pt x="3881437" y="1346200"/>
                </a:moveTo>
                <a:lnTo>
                  <a:pt x="3856253" y="1346200"/>
                </a:lnTo>
                <a:lnTo>
                  <a:pt x="3865778" y="1333500"/>
                </a:lnTo>
                <a:lnTo>
                  <a:pt x="3890454" y="1333500"/>
                </a:lnTo>
                <a:lnTo>
                  <a:pt x="3881437" y="1346200"/>
                </a:lnTo>
                <a:close/>
              </a:path>
              <a:path w="5991225" h="1511300">
                <a:moveTo>
                  <a:pt x="1198384" y="1358900"/>
                </a:moveTo>
                <a:lnTo>
                  <a:pt x="1137297" y="1358900"/>
                </a:lnTo>
                <a:lnTo>
                  <a:pt x="1109014" y="1346200"/>
                </a:lnTo>
                <a:lnTo>
                  <a:pt x="1168895" y="1346200"/>
                </a:lnTo>
                <a:lnTo>
                  <a:pt x="1198384" y="1358900"/>
                </a:lnTo>
                <a:close/>
              </a:path>
              <a:path w="5991225" h="1511300">
                <a:moveTo>
                  <a:pt x="3862476" y="1358900"/>
                </a:moveTo>
                <a:lnTo>
                  <a:pt x="3836517" y="1358900"/>
                </a:lnTo>
                <a:lnTo>
                  <a:pt x="3846639" y="1346200"/>
                </a:lnTo>
                <a:lnTo>
                  <a:pt x="3872103" y="1346200"/>
                </a:lnTo>
                <a:lnTo>
                  <a:pt x="3862476" y="1358900"/>
                </a:lnTo>
                <a:close/>
              </a:path>
              <a:path w="5991225" h="1511300">
                <a:moveTo>
                  <a:pt x="1259027" y="1371600"/>
                </a:moveTo>
                <a:lnTo>
                  <a:pt x="1195806" y="1371600"/>
                </a:lnTo>
                <a:lnTo>
                  <a:pt x="1166228" y="1358900"/>
                </a:lnTo>
                <a:lnTo>
                  <a:pt x="1228318" y="1358900"/>
                </a:lnTo>
                <a:lnTo>
                  <a:pt x="1259027" y="1371600"/>
                </a:lnTo>
                <a:close/>
              </a:path>
              <a:path w="5991225" h="1511300">
                <a:moveTo>
                  <a:pt x="2324735" y="1371600"/>
                </a:moveTo>
                <a:lnTo>
                  <a:pt x="2226678" y="1371600"/>
                </a:lnTo>
                <a:lnTo>
                  <a:pt x="2257729" y="1358900"/>
                </a:lnTo>
                <a:lnTo>
                  <a:pt x="2308034" y="1358900"/>
                </a:lnTo>
                <a:lnTo>
                  <a:pt x="2324735" y="1371600"/>
                </a:lnTo>
                <a:close/>
              </a:path>
              <a:path w="5991225" h="1511300">
                <a:moveTo>
                  <a:pt x="3842334" y="1371600"/>
                </a:moveTo>
                <a:lnTo>
                  <a:pt x="3815613" y="1371600"/>
                </a:lnTo>
                <a:lnTo>
                  <a:pt x="3826306" y="1358900"/>
                </a:lnTo>
                <a:lnTo>
                  <a:pt x="3852557" y="1358900"/>
                </a:lnTo>
                <a:lnTo>
                  <a:pt x="3842334" y="1371600"/>
                </a:lnTo>
                <a:close/>
              </a:path>
              <a:path w="5991225" h="1511300">
                <a:moveTo>
                  <a:pt x="1354289" y="1384300"/>
                </a:moveTo>
                <a:lnTo>
                  <a:pt x="1256804" y="1384300"/>
                </a:lnTo>
                <a:lnTo>
                  <a:pt x="1226007" y="1371600"/>
                </a:lnTo>
                <a:lnTo>
                  <a:pt x="1321904" y="1371600"/>
                </a:lnTo>
                <a:lnTo>
                  <a:pt x="1354289" y="1384300"/>
                </a:lnTo>
                <a:close/>
              </a:path>
              <a:path w="5991225" h="1511300">
                <a:moveTo>
                  <a:pt x="2228938" y="1384300"/>
                </a:moveTo>
                <a:lnTo>
                  <a:pt x="2130234" y="1384300"/>
                </a:lnTo>
                <a:lnTo>
                  <a:pt x="2163038" y="1371600"/>
                </a:lnTo>
                <a:lnTo>
                  <a:pt x="2260079" y="1371600"/>
                </a:lnTo>
                <a:lnTo>
                  <a:pt x="2228938" y="1384300"/>
                </a:lnTo>
                <a:close/>
              </a:path>
              <a:path w="5991225" h="1511300">
                <a:moveTo>
                  <a:pt x="2359863" y="1384300"/>
                </a:moveTo>
                <a:lnTo>
                  <a:pt x="2319451" y="1384300"/>
                </a:lnTo>
                <a:lnTo>
                  <a:pt x="2302598" y="1371600"/>
                </a:lnTo>
                <a:lnTo>
                  <a:pt x="2341841" y="1371600"/>
                </a:lnTo>
                <a:lnTo>
                  <a:pt x="2359863" y="1384300"/>
                </a:lnTo>
                <a:close/>
              </a:path>
              <a:path w="5991225" h="1511300">
                <a:moveTo>
                  <a:pt x="3809974" y="1384300"/>
                </a:moveTo>
                <a:lnTo>
                  <a:pt x="3782098" y="1384300"/>
                </a:lnTo>
                <a:lnTo>
                  <a:pt x="3793629" y="1371600"/>
                </a:lnTo>
                <a:lnTo>
                  <a:pt x="3821049" y="1371600"/>
                </a:lnTo>
                <a:lnTo>
                  <a:pt x="3809974" y="1384300"/>
                </a:lnTo>
                <a:close/>
              </a:path>
              <a:path w="5991225" h="1511300">
                <a:moveTo>
                  <a:pt x="1454251" y="1397000"/>
                </a:moveTo>
                <a:lnTo>
                  <a:pt x="1352575" y="1397000"/>
                </a:lnTo>
                <a:lnTo>
                  <a:pt x="1320101" y="1384300"/>
                </a:lnTo>
                <a:lnTo>
                  <a:pt x="1420368" y="1384300"/>
                </a:lnTo>
                <a:lnTo>
                  <a:pt x="1454251" y="1397000"/>
                </a:lnTo>
                <a:close/>
              </a:path>
              <a:path w="5991225" h="1511300">
                <a:moveTo>
                  <a:pt x="2131987" y="1397000"/>
                </a:moveTo>
                <a:lnTo>
                  <a:pt x="2028939" y="1397000"/>
                </a:lnTo>
                <a:lnTo>
                  <a:pt x="2063280" y="1384300"/>
                </a:lnTo>
                <a:lnTo>
                  <a:pt x="2164867" y="1384300"/>
                </a:lnTo>
                <a:lnTo>
                  <a:pt x="2131987" y="1397000"/>
                </a:lnTo>
                <a:close/>
              </a:path>
              <a:path w="5991225" h="1511300">
                <a:moveTo>
                  <a:pt x="2417279" y="1409700"/>
                </a:moveTo>
                <a:lnTo>
                  <a:pt x="2373858" y="1409700"/>
                </a:lnTo>
                <a:lnTo>
                  <a:pt x="2355088" y="1397000"/>
                </a:lnTo>
                <a:lnTo>
                  <a:pt x="2336952" y="1384300"/>
                </a:lnTo>
                <a:lnTo>
                  <a:pt x="2359736" y="1384300"/>
                </a:lnTo>
                <a:lnTo>
                  <a:pt x="2378379" y="1397000"/>
                </a:lnTo>
                <a:lnTo>
                  <a:pt x="2397417" y="1397000"/>
                </a:lnTo>
                <a:lnTo>
                  <a:pt x="2417279" y="1409700"/>
                </a:lnTo>
                <a:close/>
              </a:path>
              <a:path w="5991225" h="1511300">
                <a:moveTo>
                  <a:pt x="3787012" y="1397000"/>
                </a:moveTo>
                <a:lnTo>
                  <a:pt x="3746119" y="1397000"/>
                </a:lnTo>
                <a:lnTo>
                  <a:pt x="3758463" y="1384300"/>
                </a:lnTo>
                <a:lnTo>
                  <a:pt x="3798633" y="1384300"/>
                </a:lnTo>
                <a:lnTo>
                  <a:pt x="3787012" y="1397000"/>
                </a:lnTo>
                <a:close/>
              </a:path>
              <a:path w="5991225" h="1511300">
                <a:moveTo>
                  <a:pt x="1629765" y="1409700"/>
                </a:moveTo>
                <a:lnTo>
                  <a:pt x="1453007" y="1409700"/>
                </a:lnTo>
                <a:lnTo>
                  <a:pt x="1419047" y="1397000"/>
                </a:lnTo>
                <a:lnTo>
                  <a:pt x="1593799" y="1397000"/>
                </a:lnTo>
                <a:lnTo>
                  <a:pt x="1629765" y="1409700"/>
                </a:lnTo>
                <a:close/>
              </a:path>
              <a:path w="5991225" h="1511300">
                <a:moveTo>
                  <a:pt x="2030196" y="1409700"/>
                </a:moveTo>
                <a:lnTo>
                  <a:pt x="1850872" y="1409700"/>
                </a:lnTo>
                <a:lnTo>
                  <a:pt x="1887385" y="1397000"/>
                </a:lnTo>
                <a:lnTo>
                  <a:pt x="2064626" y="1397000"/>
                </a:lnTo>
                <a:lnTo>
                  <a:pt x="2030196" y="1409700"/>
                </a:lnTo>
                <a:close/>
              </a:path>
              <a:path w="5991225" h="1511300">
                <a:moveTo>
                  <a:pt x="3750551" y="1409700"/>
                </a:moveTo>
                <a:lnTo>
                  <a:pt x="3707790" y="1409700"/>
                </a:lnTo>
                <a:lnTo>
                  <a:pt x="3720896" y="1397000"/>
                </a:lnTo>
                <a:lnTo>
                  <a:pt x="3762971" y="1397000"/>
                </a:lnTo>
                <a:lnTo>
                  <a:pt x="3750551" y="1409700"/>
                </a:lnTo>
                <a:close/>
              </a:path>
              <a:path w="5991225" h="1511300">
                <a:moveTo>
                  <a:pt x="1851367" y="1422400"/>
                </a:moveTo>
                <a:lnTo>
                  <a:pt x="1629283" y="1422400"/>
                </a:lnTo>
                <a:lnTo>
                  <a:pt x="1593240" y="1409700"/>
                </a:lnTo>
                <a:lnTo>
                  <a:pt x="1887956" y="1409700"/>
                </a:lnTo>
                <a:lnTo>
                  <a:pt x="1851367" y="1422400"/>
                </a:lnTo>
                <a:close/>
              </a:path>
              <a:path w="5991225" h="1511300">
                <a:moveTo>
                  <a:pt x="2458554" y="1422400"/>
                </a:moveTo>
                <a:lnTo>
                  <a:pt x="2413215" y="1422400"/>
                </a:lnTo>
                <a:lnTo>
                  <a:pt x="2393238" y="1409700"/>
                </a:lnTo>
                <a:lnTo>
                  <a:pt x="2437523" y="1409700"/>
                </a:lnTo>
                <a:lnTo>
                  <a:pt x="2458554" y="1422400"/>
                </a:lnTo>
                <a:close/>
              </a:path>
              <a:path w="5991225" h="1511300">
                <a:moveTo>
                  <a:pt x="3711790" y="1422400"/>
                </a:moveTo>
                <a:lnTo>
                  <a:pt x="3667213" y="1422400"/>
                </a:lnTo>
                <a:lnTo>
                  <a:pt x="3681056" y="1409700"/>
                </a:lnTo>
                <a:lnTo>
                  <a:pt x="3724960" y="1409700"/>
                </a:lnTo>
                <a:lnTo>
                  <a:pt x="3711790" y="1422400"/>
                </a:lnTo>
                <a:close/>
              </a:path>
              <a:path w="5991225" h="1511300">
                <a:moveTo>
                  <a:pt x="2502065" y="1435100"/>
                </a:moveTo>
                <a:lnTo>
                  <a:pt x="2454897" y="1435100"/>
                </a:lnTo>
                <a:lnTo>
                  <a:pt x="2433777" y="1422400"/>
                </a:lnTo>
                <a:lnTo>
                  <a:pt x="2479941" y="1422400"/>
                </a:lnTo>
                <a:lnTo>
                  <a:pt x="2502065" y="1435100"/>
                </a:lnTo>
                <a:close/>
              </a:path>
              <a:path w="5991225" h="1511300">
                <a:moveTo>
                  <a:pt x="3670807" y="1435100"/>
                </a:moveTo>
                <a:lnTo>
                  <a:pt x="3624516" y="1435100"/>
                </a:lnTo>
                <a:lnTo>
                  <a:pt x="3639045" y="1422400"/>
                </a:lnTo>
                <a:lnTo>
                  <a:pt x="3684714" y="1422400"/>
                </a:lnTo>
                <a:lnTo>
                  <a:pt x="3670807" y="1435100"/>
                </a:lnTo>
                <a:close/>
              </a:path>
              <a:path w="5991225" h="1511300">
                <a:moveTo>
                  <a:pt x="2547708" y="1447800"/>
                </a:moveTo>
                <a:lnTo>
                  <a:pt x="2498801" y="1447800"/>
                </a:lnTo>
                <a:lnTo>
                  <a:pt x="2476588" y="1435100"/>
                </a:lnTo>
                <a:lnTo>
                  <a:pt x="2524544" y="1435100"/>
                </a:lnTo>
                <a:lnTo>
                  <a:pt x="2547708" y="1447800"/>
                </a:lnTo>
                <a:close/>
              </a:path>
              <a:path w="5991225" h="1511300">
                <a:moveTo>
                  <a:pt x="3627729" y="1447800"/>
                </a:moveTo>
                <a:lnTo>
                  <a:pt x="3579787" y="1447800"/>
                </a:lnTo>
                <a:lnTo>
                  <a:pt x="3594976" y="1435100"/>
                </a:lnTo>
                <a:lnTo>
                  <a:pt x="3642309" y="1435100"/>
                </a:lnTo>
                <a:lnTo>
                  <a:pt x="3627729" y="1447800"/>
                </a:lnTo>
                <a:close/>
              </a:path>
              <a:path w="5991225" h="1511300">
                <a:moveTo>
                  <a:pt x="2619921" y="1460500"/>
                </a:moveTo>
                <a:lnTo>
                  <a:pt x="2544813" y="1460500"/>
                </a:lnTo>
                <a:lnTo>
                  <a:pt x="2521559" y="1447800"/>
                </a:lnTo>
                <a:lnTo>
                  <a:pt x="2595283" y="1447800"/>
                </a:lnTo>
                <a:lnTo>
                  <a:pt x="2619921" y="1460500"/>
                </a:lnTo>
                <a:close/>
              </a:path>
              <a:path w="5991225" h="1511300">
                <a:moveTo>
                  <a:pt x="3582644" y="1460500"/>
                </a:moveTo>
                <a:lnTo>
                  <a:pt x="3517188" y="1460500"/>
                </a:lnTo>
                <a:lnTo>
                  <a:pt x="3533203" y="1447800"/>
                </a:lnTo>
                <a:lnTo>
                  <a:pt x="3597884" y="1447800"/>
                </a:lnTo>
                <a:lnTo>
                  <a:pt x="3582644" y="1460500"/>
                </a:lnTo>
                <a:close/>
              </a:path>
              <a:path w="5991225" h="1511300">
                <a:moveTo>
                  <a:pt x="2696260" y="1473200"/>
                </a:moveTo>
                <a:lnTo>
                  <a:pt x="2617533" y="1473200"/>
                </a:lnTo>
                <a:lnTo>
                  <a:pt x="2592819" y="1460500"/>
                </a:lnTo>
                <a:lnTo>
                  <a:pt x="2670302" y="1460500"/>
                </a:lnTo>
                <a:lnTo>
                  <a:pt x="2696260" y="1473200"/>
                </a:lnTo>
                <a:close/>
              </a:path>
              <a:path w="5991225" h="1511300">
                <a:moveTo>
                  <a:pt x="3519601" y="1473200"/>
                </a:moveTo>
                <a:lnTo>
                  <a:pt x="3451453" y="1473200"/>
                </a:lnTo>
                <a:lnTo>
                  <a:pt x="3468230" y="1460500"/>
                </a:lnTo>
                <a:lnTo>
                  <a:pt x="3535667" y="1460500"/>
                </a:lnTo>
                <a:lnTo>
                  <a:pt x="3519601" y="1473200"/>
                </a:lnTo>
                <a:close/>
              </a:path>
              <a:path w="5991225" h="1511300">
                <a:moveTo>
                  <a:pt x="2776334" y="1485900"/>
                </a:moveTo>
                <a:lnTo>
                  <a:pt x="2694355" y="1485900"/>
                </a:lnTo>
                <a:lnTo>
                  <a:pt x="2668320" y="1473200"/>
                </a:lnTo>
                <a:lnTo>
                  <a:pt x="2749169" y="1473200"/>
                </a:lnTo>
                <a:lnTo>
                  <a:pt x="2776334" y="1485900"/>
                </a:lnTo>
                <a:close/>
              </a:path>
              <a:path w="5991225" h="1511300">
                <a:moveTo>
                  <a:pt x="3453447" y="1485900"/>
                </a:moveTo>
                <a:lnTo>
                  <a:pt x="3347542" y="1485900"/>
                </a:lnTo>
                <a:lnTo>
                  <a:pt x="3365322" y="1473200"/>
                </a:lnTo>
                <a:lnTo>
                  <a:pt x="3470275" y="1473200"/>
                </a:lnTo>
                <a:lnTo>
                  <a:pt x="3453447" y="1485900"/>
                </a:lnTo>
                <a:close/>
              </a:path>
              <a:path w="5991225" h="1511300">
                <a:moveTo>
                  <a:pt x="2946107" y="1498600"/>
                </a:moveTo>
                <a:lnTo>
                  <a:pt x="2774873" y="1498600"/>
                </a:lnTo>
                <a:lnTo>
                  <a:pt x="2747645" y="1485900"/>
                </a:lnTo>
                <a:lnTo>
                  <a:pt x="2916948" y="1485900"/>
                </a:lnTo>
                <a:lnTo>
                  <a:pt x="2946107" y="1498600"/>
                </a:lnTo>
                <a:close/>
              </a:path>
              <a:path w="5991225" h="1511300">
                <a:moveTo>
                  <a:pt x="3348939" y="1498600"/>
                </a:moveTo>
                <a:lnTo>
                  <a:pt x="3200400" y="1498600"/>
                </a:lnTo>
                <a:lnTo>
                  <a:pt x="3219310" y="1485900"/>
                </a:lnTo>
                <a:lnTo>
                  <a:pt x="3366770" y="1485900"/>
                </a:lnTo>
                <a:lnTo>
                  <a:pt x="3348939" y="1498600"/>
                </a:lnTo>
                <a:close/>
              </a:path>
              <a:path w="5991225" h="1511300">
                <a:moveTo>
                  <a:pt x="3201060" y="1511300"/>
                </a:moveTo>
                <a:lnTo>
                  <a:pt x="2945511" y="1511300"/>
                </a:lnTo>
                <a:lnTo>
                  <a:pt x="2916275" y="1498600"/>
                </a:lnTo>
                <a:lnTo>
                  <a:pt x="3220008" y="1498600"/>
                </a:lnTo>
                <a:lnTo>
                  <a:pt x="3201060" y="1511300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43786" y="2942234"/>
            <a:ext cx="96107" cy="961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494036" y="2812173"/>
            <a:ext cx="179336" cy="17906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467125" y="1448269"/>
            <a:ext cx="5483275" cy="147256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071683" y="1491576"/>
            <a:ext cx="3689985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断电自感：开关断开后，</a:t>
            </a:r>
            <a:r>
              <a:rPr dirty="0" sz="2400" spc="-5">
                <a:latin typeface="华文楷体"/>
                <a:cs typeface="华文楷体"/>
              </a:rPr>
              <a:t>灯 </a:t>
            </a:r>
            <a:r>
              <a:rPr dirty="0" sz="2400">
                <a:latin typeface="华文楷体"/>
                <a:cs typeface="华文楷体"/>
              </a:rPr>
              <a:t>泡的发光还能维持一小段</a:t>
            </a:r>
            <a:r>
              <a:rPr dirty="0" sz="2400" spc="-5">
                <a:latin typeface="华文楷体"/>
                <a:cs typeface="华文楷体"/>
              </a:rPr>
              <a:t>时 </a:t>
            </a:r>
            <a:r>
              <a:rPr dirty="0" sz="2400">
                <a:latin typeface="华文楷体"/>
                <a:cs typeface="华文楷体"/>
              </a:rPr>
              <a:t>间，能量是从哪里来的</a:t>
            </a:r>
            <a:r>
              <a:rPr dirty="0" sz="2400" spc="-5"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43911" y="2697479"/>
            <a:ext cx="1150619" cy="172516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890924" y="3188639"/>
            <a:ext cx="835660" cy="481330"/>
          </a:xfrm>
          <a:custGeom>
            <a:avLst/>
            <a:gdLst/>
            <a:ahLst/>
            <a:cxnLst/>
            <a:rect l="l" t="t" r="r" b="b"/>
            <a:pathLst>
              <a:path w="835660" h="481329">
                <a:moveTo>
                  <a:pt x="826135" y="480720"/>
                </a:moveTo>
                <a:lnTo>
                  <a:pt x="9525" y="480720"/>
                </a:lnTo>
                <a:lnTo>
                  <a:pt x="7404" y="480479"/>
                </a:lnTo>
                <a:lnTo>
                  <a:pt x="0" y="471195"/>
                </a:lnTo>
                <a:lnTo>
                  <a:pt x="0" y="9525"/>
                </a:lnTo>
                <a:lnTo>
                  <a:pt x="9525" y="0"/>
                </a:lnTo>
                <a:lnTo>
                  <a:pt x="826135" y="0"/>
                </a:lnTo>
                <a:lnTo>
                  <a:pt x="835660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461670"/>
                </a:lnTo>
                <a:lnTo>
                  <a:pt x="9525" y="461670"/>
                </a:lnTo>
                <a:lnTo>
                  <a:pt x="19050" y="471195"/>
                </a:lnTo>
                <a:lnTo>
                  <a:pt x="835660" y="471195"/>
                </a:lnTo>
                <a:lnTo>
                  <a:pt x="835418" y="473316"/>
                </a:lnTo>
                <a:lnTo>
                  <a:pt x="828243" y="480479"/>
                </a:lnTo>
                <a:lnTo>
                  <a:pt x="826135" y="480720"/>
                </a:lnTo>
                <a:close/>
              </a:path>
              <a:path w="835660" h="481329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835660" h="481329">
                <a:moveTo>
                  <a:pt x="816610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16610" y="9525"/>
                </a:lnTo>
                <a:lnTo>
                  <a:pt x="816610" y="19050"/>
                </a:lnTo>
                <a:close/>
              </a:path>
              <a:path w="835660" h="481329">
                <a:moveTo>
                  <a:pt x="816610" y="471195"/>
                </a:moveTo>
                <a:lnTo>
                  <a:pt x="816610" y="9525"/>
                </a:lnTo>
                <a:lnTo>
                  <a:pt x="826135" y="19050"/>
                </a:lnTo>
                <a:lnTo>
                  <a:pt x="835660" y="19050"/>
                </a:lnTo>
                <a:lnTo>
                  <a:pt x="835660" y="461670"/>
                </a:lnTo>
                <a:lnTo>
                  <a:pt x="826135" y="461670"/>
                </a:lnTo>
                <a:lnTo>
                  <a:pt x="816610" y="471195"/>
                </a:lnTo>
                <a:close/>
              </a:path>
              <a:path w="835660" h="481329">
                <a:moveTo>
                  <a:pt x="835660" y="19050"/>
                </a:moveTo>
                <a:lnTo>
                  <a:pt x="826135" y="19050"/>
                </a:lnTo>
                <a:lnTo>
                  <a:pt x="816610" y="9525"/>
                </a:lnTo>
                <a:lnTo>
                  <a:pt x="835660" y="9525"/>
                </a:lnTo>
                <a:lnTo>
                  <a:pt x="835660" y="19050"/>
                </a:lnTo>
                <a:close/>
              </a:path>
              <a:path w="835660" h="481329">
                <a:moveTo>
                  <a:pt x="19050" y="471195"/>
                </a:moveTo>
                <a:lnTo>
                  <a:pt x="9525" y="461670"/>
                </a:lnTo>
                <a:lnTo>
                  <a:pt x="19050" y="461670"/>
                </a:lnTo>
                <a:lnTo>
                  <a:pt x="19050" y="471195"/>
                </a:lnTo>
                <a:close/>
              </a:path>
              <a:path w="835660" h="481329">
                <a:moveTo>
                  <a:pt x="816610" y="471195"/>
                </a:moveTo>
                <a:lnTo>
                  <a:pt x="19050" y="471195"/>
                </a:lnTo>
                <a:lnTo>
                  <a:pt x="19050" y="461670"/>
                </a:lnTo>
                <a:lnTo>
                  <a:pt x="816610" y="461670"/>
                </a:lnTo>
                <a:lnTo>
                  <a:pt x="816610" y="471195"/>
                </a:lnTo>
                <a:close/>
              </a:path>
              <a:path w="835660" h="481329">
                <a:moveTo>
                  <a:pt x="835660" y="471195"/>
                </a:moveTo>
                <a:lnTo>
                  <a:pt x="816610" y="471195"/>
                </a:lnTo>
                <a:lnTo>
                  <a:pt x="826135" y="461670"/>
                </a:lnTo>
                <a:lnTo>
                  <a:pt x="835660" y="461670"/>
                </a:lnTo>
                <a:lnTo>
                  <a:pt x="835660" y="471195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979189" y="3194989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自</a:t>
            </a:r>
            <a:r>
              <a:rPr dirty="0" sz="2400" spc="-5" b="1">
                <a:latin typeface="华文楷体"/>
                <a:cs typeface="华文楷体"/>
              </a:rPr>
              <a:t>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364746" y="3188639"/>
            <a:ext cx="835660" cy="481330"/>
          </a:xfrm>
          <a:custGeom>
            <a:avLst/>
            <a:gdLst/>
            <a:ahLst/>
            <a:cxnLst/>
            <a:rect l="l" t="t" r="r" b="b"/>
            <a:pathLst>
              <a:path w="835660" h="481329">
                <a:moveTo>
                  <a:pt x="826135" y="480720"/>
                </a:moveTo>
                <a:lnTo>
                  <a:pt x="9525" y="480720"/>
                </a:lnTo>
                <a:lnTo>
                  <a:pt x="7404" y="480479"/>
                </a:lnTo>
                <a:lnTo>
                  <a:pt x="0" y="471195"/>
                </a:lnTo>
                <a:lnTo>
                  <a:pt x="0" y="9525"/>
                </a:lnTo>
                <a:lnTo>
                  <a:pt x="9525" y="0"/>
                </a:lnTo>
                <a:lnTo>
                  <a:pt x="826135" y="0"/>
                </a:lnTo>
                <a:lnTo>
                  <a:pt x="835660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461670"/>
                </a:lnTo>
                <a:lnTo>
                  <a:pt x="9525" y="461670"/>
                </a:lnTo>
                <a:lnTo>
                  <a:pt x="19050" y="471195"/>
                </a:lnTo>
                <a:lnTo>
                  <a:pt x="835660" y="471195"/>
                </a:lnTo>
                <a:lnTo>
                  <a:pt x="835418" y="473316"/>
                </a:lnTo>
                <a:lnTo>
                  <a:pt x="828255" y="480479"/>
                </a:lnTo>
                <a:lnTo>
                  <a:pt x="826135" y="480720"/>
                </a:lnTo>
                <a:close/>
              </a:path>
              <a:path w="835660" h="481329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835660" h="481329">
                <a:moveTo>
                  <a:pt x="816610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16610" y="9525"/>
                </a:lnTo>
                <a:lnTo>
                  <a:pt x="816610" y="19050"/>
                </a:lnTo>
                <a:close/>
              </a:path>
              <a:path w="835660" h="481329">
                <a:moveTo>
                  <a:pt x="816610" y="471195"/>
                </a:moveTo>
                <a:lnTo>
                  <a:pt x="816610" y="9525"/>
                </a:lnTo>
                <a:lnTo>
                  <a:pt x="826135" y="19050"/>
                </a:lnTo>
                <a:lnTo>
                  <a:pt x="835660" y="19050"/>
                </a:lnTo>
                <a:lnTo>
                  <a:pt x="835660" y="461670"/>
                </a:lnTo>
                <a:lnTo>
                  <a:pt x="826135" y="461670"/>
                </a:lnTo>
                <a:lnTo>
                  <a:pt x="816610" y="471195"/>
                </a:lnTo>
                <a:close/>
              </a:path>
              <a:path w="835660" h="481329">
                <a:moveTo>
                  <a:pt x="835660" y="19050"/>
                </a:moveTo>
                <a:lnTo>
                  <a:pt x="826135" y="19050"/>
                </a:lnTo>
                <a:lnTo>
                  <a:pt x="816610" y="9525"/>
                </a:lnTo>
                <a:lnTo>
                  <a:pt x="835660" y="9525"/>
                </a:lnTo>
                <a:lnTo>
                  <a:pt x="835660" y="19050"/>
                </a:lnTo>
                <a:close/>
              </a:path>
              <a:path w="835660" h="481329">
                <a:moveTo>
                  <a:pt x="19050" y="471195"/>
                </a:moveTo>
                <a:lnTo>
                  <a:pt x="9525" y="461670"/>
                </a:lnTo>
                <a:lnTo>
                  <a:pt x="19050" y="461670"/>
                </a:lnTo>
                <a:lnTo>
                  <a:pt x="19050" y="471195"/>
                </a:lnTo>
                <a:close/>
              </a:path>
              <a:path w="835660" h="481329">
                <a:moveTo>
                  <a:pt x="816610" y="471195"/>
                </a:moveTo>
                <a:lnTo>
                  <a:pt x="19050" y="471195"/>
                </a:lnTo>
                <a:lnTo>
                  <a:pt x="19050" y="461670"/>
                </a:lnTo>
                <a:lnTo>
                  <a:pt x="816610" y="461670"/>
                </a:lnTo>
                <a:lnTo>
                  <a:pt x="816610" y="471195"/>
                </a:lnTo>
                <a:close/>
              </a:path>
              <a:path w="835660" h="481329">
                <a:moveTo>
                  <a:pt x="835660" y="471195"/>
                </a:moveTo>
                <a:lnTo>
                  <a:pt x="816610" y="471195"/>
                </a:lnTo>
                <a:lnTo>
                  <a:pt x="826135" y="461670"/>
                </a:lnTo>
                <a:lnTo>
                  <a:pt x="835660" y="461670"/>
                </a:lnTo>
                <a:lnTo>
                  <a:pt x="835660" y="471195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453011" y="3194989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线</a:t>
            </a:r>
            <a:r>
              <a:rPr dirty="0" sz="2400" spc="-5" b="1">
                <a:latin typeface="华文楷体"/>
                <a:cs typeface="华文楷体"/>
              </a:rPr>
              <a:t>圈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730496" y="3296411"/>
            <a:ext cx="589915" cy="264160"/>
          </a:xfrm>
          <a:custGeom>
            <a:avLst/>
            <a:gdLst/>
            <a:ahLst/>
            <a:cxnLst/>
            <a:rect l="l" t="t" r="r" b="b"/>
            <a:pathLst>
              <a:path w="589914" h="264160">
                <a:moveTo>
                  <a:pt x="208787" y="263651"/>
                </a:moveTo>
                <a:lnTo>
                  <a:pt x="208787" y="198120"/>
                </a:lnTo>
                <a:lnTo>
                  <a:pt x="0" y="198120"/>
                </a:lnTo>
                <a:lnTo>
                  <a:pt x="0" y="65532"/>
                </a:lnTo>
                <a:lnTo>
                  <a:pt x="208787" y="65532"/>
                </a:lnTo>
                <a:lnTo>
                  <a:pt x="208787" y="0"/>
                </a:lnTo>
                <a:lnTo>
                  <a:pt x="589788" y="131063"/>
                </a:lnTo>
                <a:lnTo>
                  <a:pt x="208787" y="263651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24349" y="3287420"/>
            <a:ext cx="615315" cy="281305"/>
          </a:xfrm>
          <a:custGeom>
            <a:avLst/>
            <a:gdLst/>
            <a:ahLst/>
            <a:cxnLst/>
            <a:rect l="l" t="t" r="r" b="b"/>
            <a:pathLst>
              <a:path w="615314" h="281304">
                <a:moveTo>
                  <a:pt x="208267" y="74777"/>
                </a:moveTo>
                <a:lnTo>
                  <a:pt x="208267" y="0"/>
                </a:lnTo>
                <a:lnTo>
                  <a:pt x="234055" y="8915"/>
                </a:lnTo>
                <a:lnTo>
                  <a:pt x="220967" y="8915"/>
                </a:lnTo>
                <a:lnTo>
                  <a:pt x="212534" y="14922"/>
                </a:lnTo>
                <a:lnTo>
                  <a:pt x="220967" y="17837"/>
                </a:lnTo>
                <a:lnTo>
                  <a:pt x="220967" y="68427"/>
                </a:lnTo>
                <a:lnTo>
                  <a:pt x="214617" y="68427"/>
                </a:lnTo>
                <a:lnTo>
                  <a:pt x="208267" y="74777"/>
                </a:lnTo>
                <a:close/>
              </a:path>
              <a:path w="615314" h="281304">
                <a:moveTo>
                  <a:pt x="220967" y="17837"/>
                </a:moveTo>
                <a:lnTo>
                  <a:pt x="212534" y="14922"/>
                </a:lnTo>
                <a:lnTo>
                  <a:pt x="220967" y="8915"/>
                </a:lnTo>
                <a:lnTo>
                  <a:pt x="220967" y="17837"/>
                </a:lnTo>
                <a:close/>
              </a:path>
              <a:path w="615314" h="281304">
                <a:moveTo>
                  <a:pt x="576201" y="140633"/>
                </a:moveTo>
                <a:lnTo>
                  <a:pt x="220967" y="17837"/>
                </a:lnTo>
                <a:lnTo>
                  <a:pt x="220967" y="8915"/>
                </a:lnTo>
                <a:lnTo>
                  <a:pt x="234055" y="8915"/>
                </a:lnTo>
                <a:lnTo>
                  <a:pt x="597697" y="134632"/>
                </a:lnTo>
                <a:lnTo>
                  <a:pt x="593559" y="134632"/>
                </a:lnTo>
                <a:lnTo>
                  <a:pt x="576201" y="140633"/>
                </a:lnTo>
                <a:close/>
              </a:path>
              <a:path w="615314" h="281304">
                <a:moveTo>
                  <a:pt x="208267" y="212852"/>
                </a:moveTo>
                <a:lnTo>
                  <a:pt x="0" y="212852"/>
                </a:lnTo>
                <a:lnTo>
                  <a:pt x="0" y="68427"/>
                </a:lnTo>
                <a:lnTo>
                  <a:pt x="208267" y="68427"/>
                </a:lnTo>
                <a:lnTo>
                  <a:pt x="208267" y="74777"/>
                </a:lnTo>
                <a:lnTo>
                  <a:pt x="12700" y="74777"/>
                </a:lnTo>
                <a:lnTo>
                  <a:pt x="6350" y="81127"/>
                </a:lnTo>
                <a:lnTo>
                  <a:pt x="12700" y="81127"/>
                </a:lnTo>
                <a:lnTo>
                  <a:pt x="12700" y="200152"/>
                </a:lnTo>
                <a:lnTo>
                  <a:pt x="6350" y="200152"/>
                </a:lnTo>
                <a:lnTo>
                  <a:pt x="12700" y="206502"/>
                </a:lnTo>
                <a:lnTo>
                  <a:pt x="208267" y="206502"/>
                </a:lnTo>
                <a:lnTo>
                  <a:pt x="208267" y="212852"/>
                </a:lnTo>
                <a:close/>
              </a:path>
              <a:path w="615314" h="281304">
                <a:moveTo>
                  <a:pt x="220967" y="81127"/>
                </a:moveTo>
                <a:lnTo>
                  <a:pt x="12700" y="81127"/>
                </a:lnTo>
                <a:lnTo>
                  <a:pt x="12700" y="74777"/>
                </a:lnTo>
                <a:lnTo>
                  <a:pt x="208267" y="74777"/>
                </a:lnTo>
                <a:lnTo>
                  <a:pt x="214617" y="68427"/>
                </a:lnTo>
                <a:lnTo>
                  <a:pt x="220967" y="68427"/>
                </a:lnTo>
                <a:lnTo>
                  <a:pt x="220967" y="81127"/>
                </a:lnTo>
                <a:close/>
              </a:path>
              <a:path w="615314" h="281304">
                <a:moveTo>
                  <a:pt x="12700" y="81127"/>
                </a:moveTo>
                <a:lnTo>
                  <a:pt x="6350" y="81127"/>
                </a:lnTo>
                <a:lnTo>
                  <a:pt x="12700" y="74777"/>
                </a:lnTo>
                <a:lnTo>
                  <a:pt x="12700" y="81127"/>
                </a:lnTo>
                <a:close/>
              </a:path>
              <a:path w="615314" h="281304">
                <a:moveTo>
                  <a:pt x="593559" y="146634"/>
                </a:moveTo>
                <a:lnTo>
                  <a:pt x="576201" y="140633"/>
                </a:lnTo>
                <a:lnTo>
                  <a:pt x="593559" y="134632"/>
                </a:lnTo>
                <a:lnTo>
                  <a:pt x="593559" y="146634"/>
                </a:lnTo>
                <a:close/>
              </a:path>
              <a:path w="615314" h="281304">
                <a:moveTo>
                  <a:pt x="597734" y="146634"/>
                </a:moveTo>
                <a:lnTo>
                  <a:pt x="593559" y="146634"/>
                </a:lnTo>
                <a:lnTo>
                  <a:pt x="593559" y="134632"/>
                </a:lnTo>
                <a:lnTo>
                  <a:pt x="597697" y="134632"/>
                </a:lnTo>
                <a:lnTo>
                  <a:pt x="615073" y="140639"/>
                </a:lnTo>
                <a:lnTo>
                  <a:pt x="597734" y="146634"/>
                </a:lnTo>
                <a:close/>
              </a:path>
              <a:path w="615314" h="281304">
                <a:moveTo>
                  <a:pt x="234055" y="272364"/>
                </a:moveTo>
                <a:lnTo>
                  <a:pt x="220967" y="272364"/>
                </a:lnTo>
                <a:lnTo>
                  <a:pt x="220967" y="263441"/>
                </a:lnTo>
                <a:lnTo>
                  <a:pt x="576218" y="140639"/>
                </a:lnTo>
                <a:lnTo>
                  <a:pt x="593559" y="146634"/>
                </a:lnTo>
                <a:lnTo>
                  <a:pt x="597734" y="146634"/>
                </a:lnTo>
                <a:lnTo>
                  <a:pt x="234055" y="272364"/>
                </a:lnTo>
                <a:close/>
              </a:path>
              <a:path w="615314" h="281304">
                <a:moveTo>
                  <a:pt x="12700" y="206502"/>
                </a:moveTo>
                <a:lnTo>
                  <a:pt x="6350" y="200152"/>
                </a:lnTo>
                <a:lnTo>
                  <a:pt x="12700" y="200152"/>
                </a:lnTo>
                <a:lnTo>
                  <a:pt x="12700" y="206502"/>
                </a:lnTo>
                <a:close/>
              </a:path>
              <a:path w="615314" h="281304">
                <a:moveTo>
                  <a:pt x="220967" y="212852"/>
                </a:moveTo>
                <a:lnTo>
                  <a:pt x="214617" y="212852"/>
                </a:lnTo>
                <a:lnTo>
                  <a:pt x="208267" y="206502"/>
                </a:lnTo>
                <a:lnTo>
                  <a:pt x="12700" y="206502"/>
                </a:lnTo>
                <a:lnTo>
                  <a:pt x="12700" y="200152"/>
                </a:lnTo>
                <a:lnTo>
                  <a:pt x="220967" y="200152"/>
                </a:lnTo>
                <a:lnTo>
                  <a:pt x="220967" y="212852"/>
                </a:lnTo>
                <a:close/>
              </a:path>
              <a:path w="615314" h="281304">
                <a:moveTo>
                  <a:pt x="208267" y="281279"/>
                </a:moveTo>
                <a:lnTo>
                  <a:pt x="208267" y="206502"/>
                </a:lnTo>
                <a:lnTo>
                  <a:pt x="214617" y="212852"/>
                </a:lnTo>
                <a:lnTo>
                  <a:pt x="220967" y="212852"/>
                </a:lnTo>
                <a:lnTo>
                  <a:pt x="220967" y="263441"/>
                </a:lnTo>
                <a:lnTo>
                  <a:pt x="212534" y="266357"/>
                </a:lnTo>
                <a:lnTo>
                  <a:pt x="220967" y="272364"/>
                </a:lnTo>
                <a:lnTo>
                  <a:pt x="234055" y="272364"/>
                </a:lnTo>
                <a:lnTo>
                  <a:pt x="208267" y="281279"/>
                </a:lnTo>
                <a:close/>
              </a:path>
              <a:path w="615314" h="281304">
                <a:moveTo>
                  <a:pt x="220967" y="272364"/>
                </a:moveTo>
                <a:lnTo>
                  <a:pt x="212534" y="266357"/>
                </a:lnTo>
                <a:lnTo>
                  <a:pt x="220967" y="263441"/>
                </a:lnTo>
                <a:lnTo>
                  <a:pt x="220967" y="272364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835317" y="3187700"/>
            <a:ext cx="1468755" cy="481330"/>
          </a:xfrm>
          <a:custGeom>
            <a:avLst/>
            <a:gdLst/>
            <a:ahLst/>
            <a:cxnLst/>
            <a:rect l="l" t="t" r="r" b="b"/>
            <a:pathLst>
              <a:path w="1468754" h="481329">
                <a:moveTo>
                  <a:pt x="1459052" y="480720"/>
                </a:moveTo>
                <a:lnTo>
                  <a:pt x="9525" y="480720"/>
                </a:lnTo>
                <a:lnTo>
                  <a:pt x="7416" y="480479"/>
                </a:lnTo>
                <a:lnTo>
                  <a:pt x="0" y="471195"/>
                </a:lnTo>
                <a:lnTo>
                  <a:pt x="0" y="9525"/>
                </a:lnTo>
                <a:lnTo>
                  <a:pt x="9525" y="0"/>
                </a:lnTo>
                <a:lnTo>
                  <a:pt x="1459052" y="0"/>
                </a:lnTo>
                <a:lnTo>
                  <a:pt x="1468577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461670"/>
                </a:lnTo>
                <a:lnTo>
                  <a:pt x="9525" y="461670"/>
                </a:lnTo>
                <a:lnTo>
                  <a:pt x="19050" y="471195"/>
                </a:lnTo>
                <a:lnTo>
                  <a:pt x="1468577" y="471195"/>
                </a:lnTo>
                <a:lnTo>
                  <a:pt x="1468335" y="473316"/>
                </a:lnTo>
                <a:lnTo>
                  <a:pt x="1461173" y="480479"/>
                </a:lnTo>
                <a:lnTo>
                  <a:pt x="1459052" y="480720"/>
                </a:lnTo>
                <a:close/>
              </a:path>
              <a:path w="1468754" h="481329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468754" h="481329">
                <a:moveTo>
                  <a:pt x="1449527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449527" y="9525"/>
                </a:lnTo>
                <a:lnTo>
                  <a:pt x="1449527" y="19050"/>
                </a:lnTo>
                <a:close/>
              </a:path>
              <a:path w="1468754" h="481329">
                <a:moveTo>
                  <a:pt x="1449527" y="471195"/>
                </a:moveTo>
                <a:lnTo>
                  <a:pt x="1449527" y="9525"/>
                </a:lnTo>
                <a:lnTo>
                  <a:pt x="1459052" y="19050"/>
                </a:lnTo>
                <a:lnTo>
                  <a:pt x="1468577" y="19050"/>
                </a:lnTo>
                <a:lnTo>
                  <a:pt x="1468577" y="461670"/>
                </a:lnTo>
                <a:lnTo>
                  <a:pt x="1459052" y="461670"/>
                </a:lnTo>
                <a:lnTo>
                  <a:pt x="1449527" y="471195"/>
                </a:lnTo>
                <a:close/>
              </a:path>
              <a:path w="1468754" h="481329">
                <a:moveTo>
                  <a:pt x="1468577" y="19050"/>
                </a:moveTo>
                <a:lnTo>
                  <a:pt x="1459052" y="19050"/>
                </a:lnTo>
                <a:lnTo>
                  <a:pt x="1449527" y="9525"/>
                </a:lnTo>
                <a:lnTo>
                  <a:pt x="1468577" y="9525"/>
                </a:lnTo>
                <a:lnTo>
                  <a:pt x="1468577" y="19050"/>
                </a:lnTo>
                <a:close/>
              </a:path>
              <a:path w="1468754" h="481329">
                <a:moveTo>
                  <a:pt x="19050" y="471195"/>
                </a:moveTo>
                <a:lnTo>
                  <a:pt x="9525" y="461670"/>
                </a:lnTo>
                <a:lnTo>
                  <a:pt x="19050" y="461670"/>
                </a:lnTo>
                <a:lnTo>
                  <a:pt x="19050" y="471195"/>
                </a:lnTo>
                <a:close/>
              </a:path>
              <a:path w="1468754" h="481329">
                <a:moveTo>
                  <a:pt x="1449527" y="471195"/>
                </a:moveTo>
                <a:lnTo>
                  <a:pt x="19050" y="471195"/>
                </a:lnTo>
                <a:lnTo>
                  <a:pt x="19050" y="461670"/>
                </a:lnTo>
                <a:lnTo>
                  <a:pt x="1449527" y="461670"/>
                </a:lnTo>
                <a:lnTo>
                  <a:pt x="1449527" y="471195"/>
                </a:lnTo>
                <a:close/>
              </a:path>
              <a:path w="1468754" h="481329">
                <a:moveTo>
                  <a:pt x="1468577" y="471195"/>
                </a:moveTo>
                <a:lnTo>
                  <a:pt x="1449527" y="471195"/>
                </a:lnTo>
                <a:lnTo>
                  <a:pt x="1459052" y="461670"/>
                </a:lnTo>
                <a:lnTo>
                  <a:pt x="1468577" y="461670"/>
                </a:lnTo>
                <a:lnTo>
                  <a:pt x="1468577" y="471195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923582" y="3194050"/>
            <a:ext cx="1246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电流磁</a:t>
            </a:r>
            <a:r>
              <a:rPr dirty="0" sz="2400" spc="-5" b="1">
                <a:latin typeface="华文楷体"/>
                <a:cs typeface="华文楷体"/>
              </a:rPr>
              <a:t>场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201155" y="3294888"/>
            <a:ext cx="589915" cy="264160"/>
          </a:xfrm>
          <a:custGeom>
            <a:avLst/>
            <a:gdLst/>
            <a:ahLst/>
            <a:cxnLst/>
            <a:rect l="l" t="t" r="r" b="b"/>
            <a:pathLst>
              <a:path w="589915" h="264160">
                <a:moveTo>
                  <a:pt x="208788" y="263651"/>
                </a:moveTo>
                <a:lnTo>
                  <a:pt x="208788" y="198120"/>
                </a:lnTo>
                <a:lnTo>
                  <a:pt x="0" y="198120"/>
                </a:lnTo>
                <a:lnTo>
                  <a:pt x="0" y="67056"/>
                </a:lnTo>
                <a:lnTo>
                  <a:pt x="208788" y="67056"/>
                </a:lnTo>
                <a:lnTo>
                  <a:pt x="208788" y="0"/>
                </a:lnTo>
                <a:lnTo>
                  <a:pt x="589788" y="132587"/>
                </a:lnTo>
                <a:lnTo>
                  <a:pt x="208788" y="263651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194933" y="3286480"/>
            <a:ext cx="615315" cy="281305"/>
          </a:xfrm>
          <a:custGeom>
            <a:avLst/>
            <a:gdLst/>
            <a:ahLst/>
            <a:cxnLst/>
            <a:rect l="l" t="t" r="r" b="b"/>
            <a:pathLst>
              <a:path w="615315" h="281304">
                <a:moveTo>
                  <a:pt x="208254" y="74777"/>
                </a:moveTo>
                <a:lnTo>
                  <a:pt x="208254" y="0"/>
                </a:lnTo>
                <a:lnTo>
                  <a:pt x="234042" y="8915"/>
                </a:lnTo>
                <a:lnTo>
                  <a:pt x="220954" y="8915"/>
                </a:lnTo>
                <a:lnTo>
                  <a:pt x="212521" y="14922"/>
                </a:lnTo>
                <a:lnTo>
                  <a:pt x="220954" y="17837"/>
                </a:lnTo>
                <a:lnTo>
                  <a:pt x="220954" y="68427"/>
                </a:lnTo>
                <a:lnTo>
                  <a:pt x="214604" y="68427"/>
                </a:lnTo>
                <a:lnTo>
                  <a:pt x="208254" y="74777"/>
                </a:lnTo>
                <a:close/>
              </a:path>
              <a:path w="615315" h="281304">
                <a:moveTo>
                  <a:pt x="220954" y="17837"/>
                </a:moveTo>
                <a:lnTo>
                  <a:pt x="212521" y="14922"/>
                </a:lnTo>
                <a:lnTo>
                  <a:pt x="220954" y="8915"/>
                </a:lnTo>
                <a:lnTo>
                  <a:pt x="220954" y="17837"/>
                </a:lnTo>
                <a:close/>
              </a:path>
              <a:path w="615315" h="281304">
                <a:moveTo>
                  <a:pt x="576188" y="140633"/>
                </a:moveTo>
                <a:lnTo>
                  <a:pt x="220954" y="17837"/>
                </a:lnTo>
                <a:lnTo>
                  <a:pt x="220954" y="8915"/>
                </a:lnTo>
                <a:lnTo>
                  <a:pt x="234042" y="8915"/>
                </a:lnTo>
                <a:lnTo>
                  <a:pt x="597685" y="134632"/>
                </a:lnTo>
                <a:lnTo>
                  <a:pt x="593547" y="134632"/>
                </a:lnTo>
                <a:lnTo>
                  <a:pt x="576188" y="140633"/>
                </a:lnTo>
                <a:close/>
              </a:path>
              <a:path w="615315" h="281304">
                <a:moveTo>
                  <a:pt x="208254" y="212851"/>
                </a:moveTo>
                <a:lnTo>
                  <a:pt x="0" y="212851"/>
                </a:lnTo>
                <a:lnTo>
                  <a:pt x="0" y="68427"/>
                </a:lnTo>
                <a:lnTo>
                  <a:pt x="208254" y="68427"/>
                </a:lnTo>
                <a:lnTo>
                  <a:pt x="208254" y="74777"/>
                </a:lnTo>
                <a:lnTo>
                  <a:pt x="12700" y="74777"/>
                </a:lnTo>
                <a:lnTo>
                  <a:pt x="6350" y="81127"/>
                </a:lnTo>
                <a:lnTo>
                  <a:pt x="12700" y="81127"/>
                </a:lnTo>
                <a:lnTo>
                  <a:pt x="12700" y="200151"/>
                </a:lnTo>
                <a:lnTo>
                  <a:pt x="6350" y="200151"/>
                </a:lnTo>
                <a:lnTo>
                  <a:pt x="12700" y="206501"/>
                </a:lnTo>
                <a:lnTo>
                  <a:pt x="208254" y="206501"/>
                </a:lnTo>
                <a:lnTo>
                  <a:pt x="208254" y="212851"/>
                </a:lnTo>
                <a:close/>
              </a:path>
              <a:path w="615315" h="281304">
                <a:moveTo>
                  <a:pt x="220954" y="81127"/>
                </a:moveTo>
                <a:lnTo>
                  <a:pt x="12700" y="81127"/>
                </a:lnTo>
                <a:lnTo>
                  <a:pt x="12700" y="74777"/>
                </a:lnTo>
                <a:lnTo>
                  <a:pt x="208254" y="74777"/>
                </a:lnTo>
                <a:lnTo>
                  <a:pt x="214604" y="68427"/>
                </a:lnTo>
                <a:lnTo>
                  <a:pt x="220954" y="68427"/>
                </a:lnTo>
                <a:lnTo>
                  <a:pt x="220954" y="81127"/>
                </a:lnTo>
                <a:close/>
              </a:path>
              <a:path w="615315" h="281304">
                <a:moveTo>
                  <a:pt x="12700" y="81127"/>
                </a:moveTo>
                <a:lnTo>
                  <a:pt x="6350" y="81127"/>
                </a:lnTo>
                <a:lnTo>
                  <a:pt x="12700" y="74777"/>
                </a:lnTo>
                <a:lnTo>
                  <a:pt x="12700" y="81127"/>
                </a:lnTo>
                <a:close/>
              </a:path>
              <a:path w="615315" h="281304">
                <a:moveTo>
                  <a:pt x="593547" y="146634"/>
                </a:moveTo>
                <a:lnTo>
                  <a:pt x="576188" y="140633"/>
                </a:lnTo>
                <a:lnTo>
                  <a:pt x="593547" y="134632"/>
                </a:lnTo>
                <a:lnTo>
                  <a:pt x="593547" y="146634"/>
                </a:lnTo>
                <a:close/>
              </a:path>
              <a:path w="615315" h="281304">
                <a:moveTo>
                  <a:pt x="597720" y="146634"/>
                </a:moveTo>
                <a:lnTo>
                  <a:pt x="593547" y="146634"/>
                </a:lnTo>
                <a:lnTo>
                  <a:pt x="593547" y="134632"/>
                </a:lnTo>
                <a:lnTo>
                  <a:pt x="597685" y="134632"/>
                </a:lnTo>
                <a:lnTo>
                  <a:pt x="615061" y="140639"/>
                </a:lnTo>
                <a:lnTo>
                  <a:pt x="597720" y="146634"/>
                </a:lnTo>
                <a:close/>
              </a:path>
              <a:path w="615315" h="281304">
                <a:moveTo>
                  <a:pt x="234008" y="272364"/>
                </a:moveTo>
                <a:lnTo>
                  <a:pt x="220954" y="272364"/>
                </a:lnTo>
                <a:lnTo>
                  <a:pt x="220954" y="263441"/>
                </a:lnTo>
                <a:lnTo>
                  <a:pt x="576206" y="140639"/>
                </a:lnTo>
                <a:lnTo>
                  <a:pt x="593547" y="146634"/>
                </a:lnTo>
                <a:lnTo>
                  <a:pt x="597720" y="146634"/>
                </a:lnTo>
                <a:lnTo>
                  <a:pt x="234008" y="272364"/>
                </a:lnTo>
                <a:close/>
              </a:path>
              <a:path w="615315" h="281304">
                <a:moveTo>
                  <a:pt x="12700" y="206501"/>
                </a:moveTo>
                <a:lnTo>
                  <a:pt x="6350" y="200151"/>
                </a:lnTo>
                <a:lnTo>
                  <a:pt x="12700" y="200151"/>
                </a:lnTo>
                <a:lnTo>
                  <a:pt x="12700" y="206501"/>
                </a:lnTo>
                <a:close/>
              </a:path>
              <a:path w="615315" h="281304">
                <a:moveTo>
                  <a:pt x="220954" y="212851"/>
                </a:moveTo>
                <a:lnTo>
                  <a:pt x="214604" y="212851"/>
                </a:lnTo>
                <a:lnTo>
                  <a:pt x="208254" y="206501"/>
                </a:lnTo>
                <a:lnTo>
                  <a:pt x="12700" y="206501"/>
                </a:lnTo>
                <a:lnTo>
                  <a:pt x="12700" y="200151"/>
                </a:lnTo>
                <a:lnTo>
                  <a:pt x="220954" y="200151"/>
                </a:lnTo>
                <a:lnTo>
                  <a:pt x="220954" y="212851"/>
                </a:lnTo>
                <a:close/>
              </a:path>
              <a:path w="615315" h="281304">
                <a:moveTo>
                  <a:pt x="208254" y="281266"/>
                </a:moveTo>
                <a:lnTo>
                  <a:pt x="208254" y="206501"/>
                </a:lnTo>
                <a:lnTo>
                  <a:pt x="214604" y="212851"/>
                </a:lnTo>
                <a:lnTo>
                  <a:pt x="220954" y="212851"/>
                </a:lnTo>
                <a:lnTo>
                  <a:pt x="220954" y="263441"/>
                </a:lnTo>
                <a:lnTo>
                  <a:pt x="212521" y="266357"/>
                </a:lnTo>
                <a:lnTo>
                  <a:pt x="220954" y="272364"/>
                </a:lnTo>
                <a:lnTo>
                  <a:pt x="234008" y="272364"/>
                </a:lnTo>
                <a:lnTo>
                  <a:pt x="208254" y="281266"/>
                </a:lnTo>
                <a:close/>
              </a:path>
              <a:path w="615315" h="281304">
                <a:moveTo>
                  <a:pt x="220954" y="272364"/>
                </a:moveTo>
                <a:lnTo>
                  <a:pt x="212521" y="266357"/>
                </a:lnTo>
                <a:lnTo>
                  <a:pt x="220954" y="263441"/>
                </a:lnTo>
                <a:lnTo>
                  <a:pt x="220954" y="272364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985063" y="4296016"/>
            <a:ext cx="1169670" cy="481330"/>
          </a:xfrm>
          <a:custGeom>
            <a:avLst/>
            <a:gdLst/>
            <a:ahLst/>
            <a:cxnLst/>
            <a:rect l="l" t="t" r="r" b="b"/>
            <a:pathLst>
              <a:path w="1169670" h="481329">
                <a:moveTo>
                  <a:pt x="1159573" y="480707"/>
                </a:moveTo>
                <a:lnTo>
                  <a:pt x="9525" y="480707"/>
                </a:lnTo>
                <a:lnTo>
                  <a:pt x="7404" y="480466"/>
                </a:lnTo>
                <a:lnTo>
                  <a:pt x="0" y="471182"/>
                </a:lnTo>
                <a:lnTo>
                  <a:pt x="0" y="9525"/>
                </a:lnTo>
                <a:lnTo>
                  <a:pt x="9525" y="0"/>
                </a:lnTo>
                <a:lnTo>
                  <a:pt x="1159573" y="0"/>
                </a:lnTo>
                <a:lnTo>
                  <a:pt x="1169098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461657"/>
                </a:lnTo>
                <a:lnTo>
                  <a:pt x="9525" y="461657"/>
                </a:lnTo>
                <a:lnTo>
                  <a:pt x="19050" y="471182"/>
                </a:lnTo>
                <a:lnTo>
                  <a:pt x="1169098" y="471182"/>
                </a:lnTo>
                <a:lnTo>
                  <a:pt x="1168857" y="473303"/>
                </a:lnTo>
                <a:lnTo>
                  <a:pt x="1161681" y="480466"/>
                </a:lnTo>
                <a:lnTo>
                  <a:pt x="1159573" y="480707"/>
                </a:lnTo>
                <a:close/>
              </a:path>
              <a:path w="1169670" h="481329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169670" h="481329">
                <a:moveTo>
                  <a:pt x="1150048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150048" y="9525"/>
                </a:lnTo>
                <a:lnTo>
                  <a:pt x="1150048" y="19050"/>
                </a:lnTo>
                <a:close/>
              </a:path>
              <a:path w="1169670" h="481329">
                <a:moveTo>
                  <a:pt x="1150048" y="471182"/>
                </a:moveTo>
                <a:lnTo>
                  <a:pt x="1150048" y="9525"/>
                </a:lnTo>
                <a:lnTo>
                  <a:pt x="1159573" y="19050"/>
                </a:lnTo>
                <a:lnTo>
                  <a:pt x="1169098" y="19050"/>
                </a:lnTo>
                <a:lnTo>
                  <a:pt x="1169098" y="461657"/>
                </a:lnTo>
                <a:lnTo>
                  <a:pt x="1159573" y="461657"/>
                </a:lnTo>
                <a:lnTo>
                  <a:pt x="1150048" y="471182"/>
                </a:lnTo>
                <a:close/>
              </a:path>
              <a:path w="1169670" h="481329">
                <a:moveTo>
                  <a:pt x="1169098" y="19050"/>
                </a:moveTo>
                <a:lnTo>
                  <a:pt x="1159573" y="19050"/>
                </a:lnTo>
                <a:lnTo>
                  <a:pt x="1150048" y="9525"/>
                </a:lnTo>
                <a:lnTo>
                  <a:pt x="1169098" y="9525"/>
                </a:lnTo>
                <a:lnTo>
                  <a:pt x="1169098" y="19050"/>
                </a:lnTo>
                <a:close/>
              </a:path>
              <a:path w="1169670" h="481329">
                <a:moveTo>
                  <a:pt x="19050" y="471182"/>
                </a:moveTo>
                <a:lnTo>
                  <a:pt x="9525" y="461657"/>
                </a:lnTo>
                <a:lnTo>
                  <a:pt x="19050" y="461657"/>
                </a:lnTo>
                <a:lnTo>
                  <a:pt x="19050" y="471182"/>
                </a:lnTo>
                <a:close/>
              </a:path>
              <a:path w="1169670" h="481329">
                <a:moveTo>
                  <a:pt x="1150048" y="471182"/>
                </a:moveTo>
                <a:lnTo>
                  <a:pt x="19050" y="471182"/>
                </a:lnTo>
                <a:lnTo>
                  <a:pt x="19050" y="461657"/>
                </a:lnTo>
                <a:lnTo>
                  <a:pt x="1150048" y="461657"/>
                </a:lnTo>
                <a:lnTo>
                  <a:pt x="1150048" y="471182"/>
                </a:lnTo>
                <a:close/>
              </a:path>
              <a:path w="1169670" h="481329">
                <a:moveTo>
                  <a:pt x="1169098" y="471182"/>
                </a:moveTo>
                <a:lnTo>
                  <a:pt x="1150048" y="471182"/>
                </a:lnTo>
                <a:lnTo>
                  <a:pt x="1159573" y="461657"/>
                </a:lnTo>
                <a:lnTo>
                  <a:pt x="1169098" y="461657"/>
                </a:lnTo>
                <a:lnTo>
                  <a:pt x="1169098" y="471182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073328" y="4302366"/>
            <a:ext cx="94106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磁场</a:t>
            </a:r>
            <a:r>
              <a:rPr dirty="0" sz="2400" spc="-5" b="1">
                <a:latin typeface="华文楷体"/>
                <a:cs typeface="华文楷体"/>
              </a:rPr>
              <a:t>能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438643" y="3666744"/>
            <a:ext cx="262255" cy="589915"/>
          </a:xfrm>
          <a:custGeom>
            <a:avLst/>
            <a:gdLst/>
            <a:ahLst/>
            <a:cxnLst/>
            <a:rect l="l" t="t" r="r" b="b"/>
            <a:pathLst>
              <a:path w="262254" h="589914">
                <a:moveTo>
                  <a:pt x="196596" y="208787"/>
                </a:moveTo>
                <a:lnTo>
                  <a:pt x="65531" y="208787"/>
                </a:lnTo>
                <a:lnTo>
                  <a:pt x="65531" y="0"/>
                </a:lnTo>
                <a:lnTo>
                  <a:pt x="196596" y="0"/>
                </a:lnTo>
                <a:lnTo>
                  <a:pt x="196596" y="208787"/>
                </a:lnTo>
                <a:close/>
              </a:path>
              <a:path w="262254" h="589914">
                <a:moveTo>
                  <a:pt x="131063" y="589788"/>
                </a:moveTo>
                <a:lnTo>
                  <a:pt x="0" y="208787"/>
                </a:lnTo>
                <a:lnTo>
                  <a:pt x="262127" y="208787"/>
                </a:lnTo>
                <a:lnTo>
                  <a:pt x="131063" y="589788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428966" y="3660305"/>
            <a:ext cx="281305" cy="615315"/>
          </a:xfrm>
          <a:custGeom>
            <a:avLst/>
            <a:gdLst/>
            <a:ahLst/>
            <a:cxnLst/>
            <a:rect l="l" t="t" r="r" b="b"/>
            <a:pathLst>
              <a:path w="281304" h="615314">
                <a:moveTo>
                  <a:pt x="68427" y="214604"/>
                </a:moveTo>
                <a:lnTo>
                  <a:pt x="68427" y="0"/>
                </a:lnTo>
                <a:lnTo>
                  <a:pt x="212851" y="0"/>
                </a:lnTo>
                <a:lnTo>
                  <a:pt x="212851" y="6350"/>
                </a:lnTo>
                <a:lnTo>
                  <a:pt x="81127" y="6350"/>
                </a:lnTo>
                <a:lnTo>
                  <a:pt x="74777" y="12700"/>
                </a:lnTo>
                <a:lnTo>
                  <a:pt x="81127" y="12700"/>
                </a:lnTo>
                <a:lnTo>
                  <a:pt x="81127" y="208254"/>
                </a:lnTo>
                <a:lnTo>
                  <a:pt x="74777" y="208254"/>
                </a:lnTo>
                <a:lnTo>
                  <a:pt x="68427" y="214604"/>
                </a:lnTo>
                <a:close/>
              </a:path>
              <a:path w="281304" h="615314">
                <a:moveTo>
                  <a:pt x="81127" y="12700"/>
                </a:moveTo>
                <a:lnTo>
                  <a:pt x="74777" y="12700"/>
                </a:lnTo>
                <a:lnTo>
                  <a:pt x="81127" y="6350"/>
                </a:lnTo>
                <a:lnTo>
                  <a:pt x="81127" y="12700"/>
                </a:lnTo>
                <a:close/>
              </a:path>
              <a:path w="281304" h="615314">
                <a:moveTo>
                  <a:pt x="200151" y="12700"/>
                </a:moveTo>
                <a:lnTo>
                  <a:pt x="81127" y="12700"/>
                </a:lnTo>
                <a:lnTo>
                  <a:pt x="81127" y="6350"/>
                </a:lnTo>
                <a:lnTo>
                  <a:pt x="200151" y="6350"/>
                </a:lnTo>
                <a:lnTo>
                  <a:pt x="200151" y="12700"/>
                </a:lnTo>
                <a:close/>
              </a:path>
              <a:path w="281304" h="615314">
                <a:moveTo>
                  <a:pt x="263446" y="220954"/>
                </a:moveTo>
                <a:lnTo>
                  <a:pt x="200151" y="220954"/>
                </a:lnTo>
                <a:lnTo>
                  <a:pt x="200151" y="6350"/>
                </a:lnTo>
                <a:lnTo>
                  <a:pt x="206501" y="12700"/>
                </a:lnTo>
                <a:lnTo>
                  <a:pt x="212851" y="12700"/>
                </a:lnTo>
                <a:lnTo>
                  <a:pt x="212851" y="208254"/>
                </a:lnTo>
                <a:lnTo>
                  <a:pt x="206501" y="208254"/>
                </a:lnTo>
                <a:lnTo>
                  <a:pt x="212851" y="214604"/>
                </a:lnTo>
                <a:lnTo>
                  <a:pt x="265641" y="214604"/>
                </a:lnTo>
                <a:lnTo>
                  <a:pt x="263446" y="220954"/>
                </a:lnTo>
                <a:close/>
              </a:path>
              <a:path w="281304" h="615314">
                <a:moveTo>
                  <a:pt x="212851" y="12700"/>
                </a:moveTo>
                <a:lnTo>
                  <a:pt x="206501" y="12700"/>
                </a:lnTo>
                <a:lnTo>
                  <a:pt x="200151" y="6350"/>
                </a:lnTo>
                <a:lnTo>
                  <a:pt x="212851" y="6350"/>
                </a:lnTo>
                <a:lnTo>
                  <a:pt x="212851" y="12700"/>
                </a:lnTo>
                <a:close/>
              </a:path>
              <a:path w="281304" h="615314">
                <a:moveTo>
                  <a:pt x="140639" y="615060"/>
                </a:moveTo>
                <a:lnTo>
                  <a:pt x="0" y="208254"/>
                </a:lnTo>
                <a:lnTo>
                  <a:pt x="68427" y="208254"/>
                </a:lnTo>
                <a:lnTo>
                  <a:pt x="68427" y="212534"/>
                </a:lnTo>
                <a:lnTo>
                  <a:pt x="14922" y="212534"/>
                </a:lnTo>
                <a:lnTo>
                  <a:pt x="8915" y="220954"/>
                </a:lnTo>
                <a:lnTo>
                  <a:pt x="17833" y="220954"/>
                </a:lnTo>
                <a:lnTo>
                  <a:pt x="140645" y="576201"/>
                </a:lnTo>
                <a:lnTo>
                  <a:pt x="134645" y="593559"/>
                </a:lnTo>
                <a:lnTo>
                  <a:pt x="148073" y="593559"/>
                </a:lnTo>
                <a:lnTo>
                  <a:pt x="140639" y="615060"/>
                </a:lnTo>
                <a:close/>
              </a:path>
              <a:path w="281304" h="615314">
                <a:moveTo>
                  <a:pt x="81127" y="214604"/>
                </a:moveTo>
                <a:lnTo>
                  <a:pt x="68427" y="214604"/>
                </a:lnTo>
                <a:lnTo>
                  <a:pt x="74777" y="208254"/>
                </a:lnTo>
                <a:lnTo>
                  <a:pt x="81127" y="208254"/>
                </a:lnTo>
                <a:lnTo>
                  <a:pt x="81127" y="214604"/>
                </a:lnTo>
                <a:close/>
              </a:path>
              <a:path w="281304" h="615314">
                <a:moveTo>
                  <a:pt x="212851" y="214604"/>
                </a:moveTo>
                <a:lnTo>
                  <a:pt x="206501" y="208254"/>
                </a:lnTo>
                <a:lnTo>
                  <a:pt x="212851" y="208254"/>
                </a:lnTo>
                <a:lnTo>
                  <a:pt x="212851" y="214604"/>
                </a:lnTo>
                <a:close/>
              </a:path>
              <a:path w="281304" h="615314">
                <a:moveTo>
                  <a:pt x="265641" y="214604"/>
                </a:moveTo>
                <a:lnTo>
                  <a:pt x="212851" y="214604"/>
                </a:lnTo>
                <a:lnTo>
                  <a:pt x="212851" y="208254"/>
                </a:lnTo>
                <a:lnTo>
                  <a:pt x="281279" y="208254"/>
                </a:lnTo>
                <a:lnTo>
                  <a:pt x="279799" y="212534"/>
                </a:lnTo>
                <a:lnTo>
                  <a:pt x="266357" y="212534"/>
                </a:lnTo>
                <a:lnTo>
                  <a:pt x="265641" y="214604"/>
                </a:lnTo>
                <a:close/>
              </a:path>
              <a:path w="281304" h="615314">
                <a:moveTo>
                  <a:pt x="17833" y="220954"/>
                </a:moveTo>
                <a:lnTo>
                  <a:pt x="8915" y="220954"/>
                </a:lnTo>
                <a:lnTo>
                  <a:pt x="14922" y="212534"/>
                </a:lnTo>
                <a:lnTo>
                  <a:pt x="17833" y="220954"/>
                </a:lnTo>
                <a:close/>
              </a:path>
              <a:path w="281304" h="615314">
                <a:moveTo>
                  <a:pt x="81127" y="220954"/>
                </a:moveTo>
                <a:lnTo>
                  <a:pt x="17833" y="220954"/>
                </a:lnTo>
                <a:lnTo>
                  <a:pt x="14922" y="212534"/>
                </a:lnTo>
                <a:lnTo>
                  <a:pt x="68427" y="212534"/>
                </a:lnTo>
                <a:lnTo>
                  <a:pt x="68427" y="214604"/>
                </a:lnTo>
                <a:lnTo>
                  <a:pt x="81127" y="214604"/>
                </a:lnTo>
                <a:lnTo>
                  <a:pt x="81127" y="220954"/>
                </a:lnTo>
                <a:close/>
              </a:path>
              <a:path w="281304" h="615314">
                <a:moveTo>
                  <a:pt x="148073" y="593559"/>
                </a:moveTo>
                <a:lnTo>
                  <a:pt x="146646" y="593559"/>
                </a:lnTo>
                <a:lnTo>
                  <a:pt x="140645" y="576201"/>
                </a:lnTo>
                <a:lnTo>
                  <a:pt x="266357" y="212534"/>
                </a:lnTo>
                <a:lnTo>
                  <a:pt x="272364" y="220954"/>
                </a:lnTo>
                <a:lnTo>
                  <a:pt x="276888" y="220954"/>
                </a:lnTo>
                <a:lnTo>
                  <a:pt x="148073" y="593559"/>
                </a:lnTo>
                <a:close/>
              </a:path>
              <a:path w="281304" h="615314">
                <a:moveTo>
                  <a:pt x="276888" y="220954"/>
                </a:moveTo>
                <a:lnTo>
                  <a:pt x="272364" y="220954"/>
                </a:lnTo>
                <a:lnTo>
                  <a:pt x="266357" y="212534"/>
                </a:lnTo>
                <a:lnTo>
                  <a:pt x="279799" y="212534"/>
                </a:lnTo>
                <a:lnTo>
                  <a:pt x="276888" y="220954"/>
                </a:lnTo>
                <a:close/>
              </a:path>
              <a:path w="281304" h="615314">
                <a:moveTo>
                  <a:pt x="146646" y="593559"/>
                </a:moveTo>
                <a:lnTo>
                  <a:pt x="134645" y="593559"/>
                </a:lnTo>
                <a:lnTo>
                  <a:pt x="140645" y="576201"/>
                </a:lnTo>
                <a:lnTo>
                  <a:pt x="146646" y="593559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9470" y="1599488"/>
            <a:ext cx="5099685" cy="1274445"/>
          </a:xfrm>
          <a:prstGeom prst="rect">
            <a:avLst/>
          </a:prstGeom>
        </p:spPr>
        <p:txBody>
          <a:bodyPr wrap="square" lIns="0" tIns="210185" rIns="0" bIns="0" rtlCol="0" vert="horz">
            <a:spAutoFit/>
          </a:bodyPr>
          <a:lstStyle/>
          <a:p>
            <a:pPr marL="457200" indent="-444500">
              <a:lnSpc>
                <a:spcPct val="100000"/>
              </a:lnSpc>
              <a:spcBef>
                <a:spcPts val="1655"/>
              </a:spcBef>
              <a:buFont typeface="Times New Roman"/>
              <a:buAutoNum type="arabicPeriod"/>
              <a:tabLst>
                <a:tab pos="456565" algn="l"/>
                <a:tab pos="457200" algn="l"/>
              </a:tabLst>
            </a:pPr>
            <a:r>
              <a:rPr dirty="0" sz="2800" b="1">
                <a:latin typeface="华文楷体"/>
                <a:cs typeface="华文楷体"/>
              </a:rPr>
              <a:t>磁场能：储存在磁场中的能</a:t>
            </a:r>
            <a:r>
              <a:rPr dirty="0" sz="2800" spc="-10" b="1">
                <a:latin typeface="华文楷体"/>
                <a:cs typeface="华文楷体"/>
              </a:rPr>
              <a:t>量</a:t>
            </a:r>
            <a:endParaRPr sz="2800">
              <a:latin typeface="华文楷体"/>
              <a:cs typeface="华文楷体"/>
            </a:endParaRPr>
          </a:p>
          <a:p>
            <a:pPr marL="457200" indent="-444500">
              <a:lnSpc>
                <a:spcPct val="100000"/>
              </a:lnSpc>
              <a:spcBef>
                <a:spcPts val="1555"/>
              </a:spcBef>
              <a:buFont typeface="Times New Roman"/>
              <a:buAutoNum type="arabicPeriod"/>
              <a:tabLst>
                <a:tab pos="456565" algn="l"/>
                <a:tab pos="457200" algn="l"/>
              </a:tabLst>
            </a:pPr>
            <a:r>
              <a:rPr dirty="0" sz="2800" b="1">
                <a:latin typeface="华文楷体"/>
                <a:cs typeface="华文楷体"/>
              </a:rPr>
              <a:t>电的“惯性</a:t>
            </a:r>
            <a:r>
              <a:rPr dirty="0" sz="2800" spc="-10" b="1">
                <a:latin typeface="华文楷体"/>
                <a:cs typeface="华文楷体"/>
              </a:rPr>
              <a:t>”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四、磁场的能</a:t>
            </a:r>
            <a:r>
              <a:rPr dirty="0" spc="-10"/>
              <a:t>量</a:t>
            </a:r>
          </a:p>
        </p:txBody>
      </p:sp>
      <p:sp>
        <p:nvSpPr>
          <p:cNvPr id="4" name="object 4"/>
          <p:cNvSpPr/>
          <p:nvPr/>
        </p:nvSpPr>
        <p:spPr>
          <a:xfrm>
            <a:off x="8880347" y="1312163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90" h="364489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079992" y="1536191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5" h="245744">
                <a:moveTo>
                  <a:pt x="0" y="0"/>
                </a:moveTo>
                <a:lnTo>
                  <a:pt x="246888" y="0"/>
                </a:lnTo>
                <a:lnTo>
                  <a:pt x="246888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31337" y="169194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170" y="1016444"/>
            <a:ext cx="165735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五、小</a:t>
            </a:r>
            <a:r>
              <a:rPr dirty="0" spc="-10"/>
              <a:t>结</a:t>
            </a:r>
          </a:p>
        </p:txBody>
      </p:sp>
      <p:sp>
        <p:nvSpPr>
          <p:cNvPr id="3" name="object 3"/>
          <p:cNvSpPr/>
          <p:nvPr/>
        </p:nvSpPr>
        <p:spPr>
          <a:xfrm>
            <a:off x="8766047" y="1176527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90" h="364490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965692" y="1400555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5" h="247014">
                <a:moveTo>
                  <a:pt x="0" y="0"/>
                </a:moveTo>
                <a:lnTo>
                  <a:pt x="246888" y="0"/>
                </a:lnTo>
                <a:lnTo>
                  <a:pt x="246888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17037" y="1556575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505455" y="1886711"/>
            <a:ext cx="2075814" cy="806450"/>
          </a:xfrm>
          <a:custGeom>
            <a:avLst/>
            <a:gdLst/>
            <a:ahLst/>
            <a:cxnLst/>
            <a:rect l="l" t="t" r="r" b="b"/>
            <a:pathLst>
              <a:path w="2075814" h="806450">
                <a:moveTo>
                  <a:pt x="0" y="0"/>
                </a:moveTo>
                <a:lnTo>
                  <a:pt x="2075688" y="0"/>
                </a:lnTo>
                <a:lnTo>
                  <a:pt x="2075688" y="806195"/>
                </a:lnTo>
                <a:lnTo>
                  <a:pt x="0" y="806195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499080" y="1880260"/>
            <a:ext cx="2089150" cy="819150"/>
          </a:xfrm>
          <a:custGeom>
            <a:avLst/>
            <a:gdLst/>
            <a:ahLst/>
            <a:cxnLst/>
            <a:rect l="l" t="t" r="r" b="b"/>
            <a:pathLst>
              <a:path w="2089150" h="819150">
                <a:moveTo>
                  <a:pt x="2088540" y="819099"/>
                </a:moveTo>
                <a:lnTo>
                  <a:pt x="0" y="819099"/>
                </a:lnTo>
                <a:lnTo>
                  <a:pt x="0" y="0"/>
                </a:lnTo>
                <a:lnTo>
                  <a:pt x="2088540" y="0"/>
                </a:lnTo>
                <a:lnTo>
                  <a:pt x="2088540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806399"/>
                </a:lnTo>
                <a:lnTo>
                  <a:pt x="6350" y="806399"/>
                </a:lnTo>
                <a:lnTo>
                  <a:pt x="12700" y="812749"/>
                </a:lnTo>
                <a:lnTo>
                  <a:pt x="2088540" y="812749"/>
                </a:lnTo>
                <a:lnTo>
                  <a:pt x="2088540" y="819099"/>
                </a:lnTo>
                <a:close/>
              </a:path>
              <a:path w="2089150" h="819150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2089150" h="819150">
                <a:moveTo>
                  <a:pt x="2075840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2075840" y="6349"/>
                </a:lnTo>
                <a:lnTo>
                  <a:pt x="2075840" y="12699"/>
                </a:lnTo>
                <a:close/>
              </a:path>
              <a:path w="2089150" h="819150">
                <a:moveTo>
                  <a:pt x="2075840" y="812749"/>
                </a:moveTo>
                <a:lnTo>
                  <a:pt x="2075840" y="6349"/>
                </a:lnTo>
                <a:lnTo>
                  <a:pt x="2082190" y="12699"/>
                </a:lnTo>
                <a:lnTo>
                  <a:pt x="2088540" y="12699"/>
                </a:lnTo>
                <a:lnTo>
                  <a:pt x="2088540" y="806399"/>
                </a:lnTo>
                <a:lnTo>
                  <a:pt x="2082190" y="806399"/>
                </a:lnTo>
                <a:lnTo>
                  <a:pt x="2075840" y="812749"/>
                </a:lnTo>
                <a:close/>
              </a:path>
              <a:path w="2089150" h="819150">
                <a:moveTo>
                  <a:pt x="2088540" y="12699"/>
                </a:moveTo>
                <a:lnTo>
                  <a:pt x="2082190" y="12699"/>
                </a:lnTo>
                <a:lnTo>
                  <a:pt x="2075840" y="6349"/>
                </a:lnTo>
                <a:lnTo>
                  <a:pt x="2088540" y="6349"/>
                </a:lnTo>
                <a:lnTo>
                  <a:pt x="2088540" y="12699"/>
                </a:lnTo>
                <a:close/>
              </a:path>
              <a:path w="2089150" h="819150">
                <a:moveTo>
                  <a:pt x="12700" y="812749"/>
                </a:moveTo>
                <a:lnTo>
                  <a:pt x="6350" y="806399"/>
                </a:lnTo>
                <a:lnTo>
                  <a:pt x="12700" y="806399"/>
                </a:lnTo>
                <a:lnTo>
                  <a:pt x="12700" y="812749"/>
                </a:lnTo>
                <a:close/>
              </a:path>
              <a:path w="2089150" h="819150">
                <a:moveTo>
                  <a:pt x="2075840" y="812749"/>
                </a:moveTo>
                <a:lnTo>
                  <a:pt x="12700" y="812749"/>
                </a:lnTo>
                <a:lnTo>
                  <a:pt x="12700" y="806399"/>
                </a:lnTo>
                <a:lnTo>
                  <a:pt x="2075840" y="806399"/>
                </a:lnTo>
                <a:lnTo>
                  <a:pt x="2075840" y="812749"/>
                </a:lnTo>
                <a:close/>
              </a:path>
              <a:path w="2089150" h="819150">
                <a:moveTo>
                  <a:pt x="2088540" y="812749"/>
                </a:moveTo>
                <a:lnTo>
                  <a:pt x="2075840" y="812749"/>
                </a:lnTo>
                <a:lnTo>
                  <a:pt x="2082190" y="806399"/>
                </a:lnTo>
                <a:lnTo>
                  <a:pt x="2088540" y="806399"/>
                </a:lnTo>
                <a:lnTo>
                  <a:pt x="2088540" y="81274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815310" y="2043455"/>
            <a:ext cx="145288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FFFF"/>
                </a:solidFill>
                <a:latin typeface="楷体"/>
                <a:cs typeface="楷体"/>
              </a:rPr>
              <a:t>自感现</a:t>
            </a:r>
            <a:r>
              <a:rPr dirty="0" sz="2800" spc="-20" b="1">
                <a:solidFill>
                  <a:srgbClr val="FFFFFF"/>
                </a:solidFill>
                <a:latin typeface="楷体"/>
                <a:cs typeface="楷体"/>
              </a:rPr>
              <a:t>象</a:t>
            </a:r>
            <a:endParaRPr sz="2800">
              <a:latin typeface="楷体"/>
              <a:cs typeface="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05455" y="2692907"/>
            <a:ext cx="2075814" cy="2278380"/>
          </a:xfrm>
          <a:custGeom>
            <a:avLst/>
            <a:gdLst/>
            <a:ahLst/>
            <a:cxnLst/>
            <a:rect l="l" t="t" r="r" b="b"/>
            <a:pathLst>
              <a:path w="2075814" h="2278379">
                <a:moveTo>
                  <a:pt x="0" y="0"/>
                </a:moveTo>
                <a:lnTo>
                  <a:pt x="2075688" y="0"/>
                </a:lnTo>
                <a:lnTo>
                  <a:pt x="2075688" y="2278380"/>
                </a:lnTo>
                <a:lnTo>
                  <a:pt x="0" y="2278380"/>
                </a:lnTo>
                <a:lnTo>
                  <a:pt x="0" y="0"/>
                </a:lnTo>
                <a:close/>
              </a:path>
            </a:pathLst>
          </a:custGeom>
          <a:solidFill>
            <a:srgbClr val="FFE8CA">
              <a:alpha val="9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499080" y="2686659"/>
            <a:ext cx="2089150" cy="2291080"/>
          </a:xfrm>
          <a:custGeom>
            <a:avLst/>
            <a:gdLst/>
            <a:ahLst/>
            <a:cxnLst/>
            <a:rect l="l" t="t" r="r" b="b"/>
            <a:pathLst>
              <a:path w="2089150" h="2291079">
                <a:moveTo>
                  <a:pt x="2088540" y="2291079"/>
                </a:moveTo>
                <a:lnTo>
                  <a:pt x="0" y="2291079"/>
                </a:lnTo>
                <a:lnTo>
                  <a:pt x="0" y="0"/>
                </a:lnTo>
                <a:lnTo>
                  <a:pt x="2088540" y="0"/>
                </a:lnTo>
                <a:lnTo>
                  <a:pt x="208854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2278379"/>
                </a:lnTo>
                <a:lnTo>
                  <a:pt x="6350" y="2278379"/>
                </a:lnTo>
                <a:lnTo>
                  <a:pt x="12700" y="2284729"/>
                </a:lnTo>
                <a:lnTo>
                  <a:pt x="2088540" y="2284729"/>
                </a:lnTo>
                <a:lnTo>
                  <a:pt x="2088540" y="2291079"/>
                </a:lnTo>
                <a:close/>
              </a:path>
              <a:path w="2089150" h="229107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089150" h="2291079">
                <a:moveTo>
                  <a:pt x="207584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075840" y="6350"/>
                </a:lnTo>
                <a:lnTo>
                  <a:pt x="2075840" y="12700"/>
                </a:lnTo>
                <a:close/>
              </a:path>
              <a:path w="2089150" h="2291079">
                <a:moveTo>
                  <a:pt x="2075840" y="2284729"/>
                </a:moveTo>
                <a:lnTo>
                  <a:pt x="2075840" y="6350"/>
                </a:lnTo>
                <a:lnTo>
                  <a:pt x="2082190" y="12700"/>
                </a:lnTo>
                <a:lnTo>
                  <a:pt x="2088540" y="12700"/>
                </a:lnTo>
                <a:lnTo>
                  <a:pt x="2088540" y="2278379"/>
                </a:lnTo>
                <a:lnTo>
                  <a:pt x="2082190" y="2278379"/>
                </a:lnTo>
                <a:lnTo>
                  <a:pt x="2075840" y="2284729"/>
                </a:lnTo>
                <a:close/>
              </a:path>
              <a:path w="2089150" h="2291079">
                <a:moveTo>
                  <a:pt x="2088540" y="12700"/>
                </a:moveTo>
                <a:lnTo>
                  <a:pt x="2082190" y="12700"/>
                </a:lnTo>
                <a:lnTo>
                  <a:pt x="2075840" y="6350"/>
                </a:lnTo>
                <a:lnTo>
                  <a:pt x="2088540" y="6350"/>
                </a:lnTo>
                <a:lnTo>
                  <a:pt x="2088540" y="12700"/>
                </a:lnTo>
                <a:close/>
              </a:path>
              <a:path w="2089150" h="2291079">
                <a:moveTo>
                  <a:pt x="12700" y="2284729"/>
                </a:moveTo>
                <a:lnTo>
                  <a:pt x="6350" y="2278379"/>
                </a:lnTo>
                <a:lnTo>
                  <a:pt x="12700" y="2278379"/>
                </a:lnTo>
                <a:lnTo>
                  <a:pt x="12700" y="2284729"/>
                </a:lnTo>
                <a:close/>
              </a:path>
              <a:path w="2089150" h="2291079">
                <a:moveTo>
                  <a:pt x="2075840" y="2284729"/>
                </a:moveTo>
                <a:lnTo>
                  <a:pt x="12700" y="2284729"/>
                </a:lnTo>
                <a:lnTo>
                  <a:pt x="12700" y="2278379"/>
                </a:lnTo>
                <a:lnTo>
                  <a:pt x="2075840" y="2278379"/>
                </a:lnTo>
                <a:lnTo>
                  <a:pt x="2075840" y="2284729"/>
                </a:lnTo>
                <a:close/>
              </a:path>
              <a:path w="2089150" h="2291079">
                <a:moveTo>
                  <a:pt x="2088540" y="2284729"/>
                </a:moveTo>
                <a:lnTo>
                  <a:pt x="2075840" y="2284729"/>
                </a:lnTo>
                <a:lnTo>
                  <a:pt x="2082190" y="2278379"/>
                </a:lnTo>
                <a:lnTo>
                  <a:pt x="2088540" y="2278379"/>
                </a:lnTo>
                <a:lnTo>
                  <a:pt x="2088540" y="2284729"/>
                </a:lnTo>
                <a:close/>
              </a:path>
            </a:pathLst>
          </a:custGeom>
          <a:solidFill>
            <a:srgbClr val="FFE8CA">
              <a:alpha val="9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641955" y="2743047"/>
            <a:ext cx="1738630" cy="1996439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2800" b="1">
                <a:solidFill>
                  <a:srgbClr val="7E7E7E"/>
                </a:solidFill>
                <a:latin typeface="楷体"/>
                <a:cs typeface="楷体"/>
              </a:rPr>
              <a:t>观察现</a:t>
            </a:r>
            <a:r>
              <a:rPr dirty="0" sz="2800" spc="-20" b="1">
                <a:solidFill>
                  <a:srgbClr val="7E7E7E"/>
                </a:solidFill>
                <a:latin typeface="楷体"/>
                <a:cs typeface="楷体"/>
              </a:rPr>
              <a:t>象</a:t>
            </a:r>
            <a:endParaRPr sz="2800">
              <a:latin typeface="楷体"/>
              <a:cs typeface="楷体"/>
            </a:endParaRPr>
          </a:p>
          <a:p>
            <a:pPr marL="298450" indent="-28575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2800" b="1">
                <a:solidFill>
                  <a:srgbClr val="7E7E7E"/>
                </a:solidFill>
                <a:latin typeface="楷体"/>
                <a:cs typeface="楷体"/>
              </a:rPr>
              <a:t>模型建</a:t>
            </a:r>
            <a:r>
              <a:rPr dirty="0" sz="2800" spc="-20" b="1">
                <a:solidFill>
                  <a:srgbClr val="7E7E7E"/>
                </a:solidFill>
                <a:latin typeface="楷体"/>
                <a:cs typeface="楷体"/>
              </a:rPr>
              <a:t>构</a:t>
            </a:r>
            <a:endParaRPr sz="2800">
              <a:latin typeface="楷体"/>
              <a:cs typeface="楷体"/>
            </a:endParaRPr>
          </a:p>
          <a:p>
            <a:pPr marL="298450" indent="-28575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2800" b="1">
                <a:solidFill>
                  <a:srgbClr val="7E7E7E"/>
                </a:solidFill>
                <a:latin typeface="楷体"/>
                <a:cs typeface="楷体"/>
              </a:rPr>
              <a:t>科学推</a:t>
            </a:r>
            <a:r>
              <a:rPr dirty="0" sz="2800" spc="-20" b="1">
                <a:solidFill>
                  <a:srgbClr val="7E7E7E"/>
                </a:solidFill>
                <a:latin typeface="楷体"/>
                <a:cs typeface="楷体"/>
              </a:rPr>
              <a:t>理</a:t>
            </a:r>
            <a:endParaRPr sz="2800">
              <a:latin typeface="楷体"/>
              <a:cs typeface="楷体"/>
            </a:endParaRPr>
          </a:p>
          <a:p>
            <a:pPr marL="298450" indent="-28575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2800" b="1">
                <a:latin typeface="楷体"/>
                <a:cs typeface="楷体"/>
              </a:rPr>
              <a:t>实验验</a:t>
            </a:r>
            <a:r>
              <a:rPr dirty="0" sz="2800" spc="-20" b="1">
                <a:latin typeface="楷体"/>
                <a:cs typeface="楷体"/>
              </a:rPr>
              <a:t>证</a:t>
            </a:r>
            <a:endParaRPr sz="2800">
              <a:latin typeface="楷体"/>
              <a:cs typeface="楷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872228" y="1886711"/>
            <a:ext cx="2075814" cy="806450"/>
          </a:xfrm>
          <a:custGeom>
            <a:avLst/>
            <a:gdLst/>
            <a:ahLst/>
            <a:cxnLst/>
            <a:rect l="l" t="t" r="r" b="b"/>
            <a:pathLst>
              <a:path w="2075815" h="806450">
                <a:moveTo>
                  <a:pt x="0" y="0"/>
                </a:moveTo>
                <a:lnTo>
                  <a:pt x="2075687" y="0"/>
                </a:lnTo>
                <a:lnTo>
                  <a:pt x="2075687" y="806195"/>
                </a:lnTo>
                <a:lnTo>
                  <a:pt x="0" y="806195"/>
                </a:lnTo>
                <a:lnTo>
                  <a:pt x="0" y="0"/>
                </a:lnTo>
                <a:close/>
              </a:path>
            </a:pathLst>
          </a:custGeom>
          <a:solidFill>
            <a:srgbClr val="21E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865535" y="1880260"/>
            <a:ext cx="2089150" cy="819150"/>
          </a:xfrm>
          <a:custGeom>
            <a:avLst/>
            <a:gdLst/>
            <a:ahLst/>
            <a:cxnLst/>
            <a:rect l="l" t="t" r="r" b="b"/>
            <a:pathLst>
              <a:path w="2089150" h="819150">
                <a:moveTo>
                  <a:pt x="2088540" y="819099"/>
                </a:moveTo>
                <a:lnTo>
                  <a:pt x="0" y="819099"/>
                </a:lnTo>
                <a:lnTo>
                  <a:pt x="0" y="0"/>
                </a:lnTo>
                <a:lnTo>
                  <a:pt x="2088540" y="0"/>
                </a:lnTo>
                <a:lnTo>
                  <a:pt x="2088540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806399"/>
                </a:lnTo>
                <a:lnTo>
                  <a:pt x="6350" y="806399"/>
                </a:lnTo>
                <a:lnTo>
                  <a:pt x="12700" y="812749"/>
                </a:lnTo>
                <a:lnTo>
                  <a:pt x="2088540" y="812749"/>
                </a:lnTo>
                <a:lnTo>
                  <a:pt x="2088540" y="819099"/>
                </a:lnTo>
                <a:close/>
              </a:path>
              <a:path w="2089150" h="819150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2089150" h="819150">
                <a:moveTo>
                  <a:pt x="2075840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2075840" y="6349"/>
                </a:lnTo>
                <a:lnTo>
                  <a:pt x="2075840" y="12699"/>
                </a:lnTo>
                <a:close/>
              </a:path>
              <a:path w="2089150" h="819150">
                <a:moveTo>
                  <a:pt x="2075840" y="812749"/>
                </a:moveTo>
                <a:lnTo>
                  <a:pt x="2075840" y="6349"/>
                </a:lnTo>
                <a:lnTo>
                  <a:pt x="2082190" y="12699"/>
                </a:lnTo>
                <a:lnTo>
                  <a:pt x="2088540" y="12699"/>
                </a:lnTo>
                <a:lnTo>
                  <a:pt x="2088540" y="806399"/>
                </a:lnTo>
                <a:lnTo>
                  <a:pt x="2082190" y="806399"/>
                </a:lnTo>
                <a:lnTo>
                  <a:pt x="2075840" y="812749"/>
                </a:lnTo>
                <a:close/>
              </a:path>
              <a:path w="2089150" h="819150">
                <a:moveTo>
                  <a:pt x="2088540" y="12699"/>
                </a:moveTo>
                <a:lnTo>
                  <a:pt x="2082190" y="12699"/>
                </a:lnTo>
                <a:lnTo>
                  <a:pt x="2075840" y="6349"/>
                </a:lnTo>
                <a:lnTo>
                  <a:pt x="2088540" y="6349"/>
                </a:lnTo>
                <a:lnTo>
                  <a:pt x="2088540" y="12699"/>
                </a:lnTo>
                <a:close/>
              </a:path>
              <a:path w="2089150" h="819150">
                <a:moveTo>
                  <a:pt x="12700" y="812749"/>
                </a:moveTo>
                <a:lnTo>
                  <a:pt x="6350" y="806399"/>
                </a:lnTo>
                <a:lnTo>
                  <a:pt x="12700" y="806399"/>
                </a:lnTo>
                <a:lnTo>
                  <a:pt x="12700" y="812749"/>
                </a:lnTo>
                <a:close/>
              </a:path>
              <a:path w="2089150" h="819150">
                <a:moveTo>
                  <a:pt x="2075840" y="812749"/>
                </a:moveTo>
                <a:lnTo>
                  <a:pt x="12700" y="812749"/>
                </a:lnTo>
                <a:lnTo>
                  <a:pt x="12700" y="806399"/>
                </a:lnTo>
                <a:lnTo>
                  <a:pt x="2075840" y="806399"/>
                </a:lnTo>
                <a:lnTo>
                  <a:pt x="2075840" y="812749"/>
                </a:lnTo>
                <a:close/>
              </a:path>
              <a:path w="2089150" h="819150">
                <a:moveTo>
                  <a:pt x="2088540" y="812749"/>
                </a:moveTo>
                <a:lnTo>
                  <a:pt x="2075840" y="812749"/>
                </a:lnTo>
                <a:lnTo>
                  <a:pt x="2082190" y="806399"/>
                </a:lnTo>
                <a:lnTo>
                  <a:pt x="2088540" y="806399"/>
                </a:lnTo>
                <a:lnTo>
                  <a:pt x="2088540" y="812749"/>
                </a:lnTo>
                <a:close/>
              </a:path>
            </a:pathLst>
          </a:custGeom>
          <a:solidFill>
            <a:srgbClr val="21E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181765" y="2043455"/>
            <a:ext cx="145288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FFFF"/>
                </a:solidFill>
                <a:latin typeface="楷体"/>
                <a:cs typeface="楷体"/>
              </a:rPr>
              <a:t>自感系</a:t>
            </a:r>
            <a:r>
              <a:rPr dirty="0" sz="2800" spc="-20" b="1">
                <a:solidFill>
                  <a:srgbClr val="FFFFFF"/>
                </a:solidFill>
                <a:latin typeface="楷体"/>
                <a:cs typeface="楷体"/>
              </a:rPr>
              <a:t>数</a:t>
            </a:r>
            <a:endParaRPr sz="2800">
              <a:latin typeface="楷体"/>
              <a:cs typeface="楷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872228" y="2692907"/>
            <a:ext cx="2075814" cy="2278380"/>
          </a:xfrm>
          <a:custGeom>
            <a:avLst/>
            <a:gdLst/>
            <a:ahLst/>
            <a:cxnLst/>
            <a:rect l="l" t="t" r="r" b="b"/>
            <a:pathLst>
              <a:path w="2075815" h="2278379">
                <a:moveTo>
                  <a:pt x="0" y="0"/>
                </a:moveTo>
                <a:lnTo>
                  <a:pt x="2075687" y="0"/>
                </a:lnTo>
                <a:lnTo>
                  <a:pt x="2075687" y="2278380"/>
                </a:lnTo>
                <a:lnTo>
                  <a:pt x="0" y="2278380"/>
                </a:lnTo>
                <a:lnTo>
                  <a:pt x="0" y="0"/>
                </a:lnTo>
                <a:close/>
              </a:path>
            </a:pathLst>
          </a:custGeom>
          <a:solidFill>
            <a:srgbClr val="CCF6D3">
              <a:alpha val="9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865535" y="2686659"/>
            <a:ext cx="2089150" cy="2291080"/>
          </a:xfrm>
          <a:custGeom>
            <a:avLst/>
            <a:gdLst/>
            <a:ahLst/>
            <a:cxnLst/>
            <a:rect l="l" t="t" r="r" b="b"/>
            <a:pathLst>
              <a:path w="2089150" h="2291079">
                <a:moveTo>
                  <a:pt x="2088540" y="2291079"/>
                </a:moveTo>
                <a:lnTo>
                  <a:pt x="0" y="2291079"/>
                </a:lnTo>
                <a:lnTo>
                  <a:pt x="0" y="0"/>
                </a:lnTo>
                <a:lnTo>
                  <a:pt x="2088540" y="0"/>
                </a:lnTo>
                <a:lnTo>
                  <a:pt x="208854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2278379"/>
                </a:lnTo>
                <a:lnTo>
                  <a:pt x="6350" y="2278379"/>
                </a:lnTo>
                <a:lnTo>
                  <a:pt x="12700" y="2284729"/>
                </a:lnTo>
                <a:lnTo>
                  <a:pt x="2088540" y="2284729"/>
                </a:lnTo>
                <a:lnTo>
                  <a:pt x="2088540" y="2291079"/>
                </a:lnTo>
                <a:close/>
              </a:path>
              <a:path w="2089150" h="229107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089150" h="2291079">
                <a:moveTo>
                  <a:pt x="207584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075840" y="6350"/>
                </a:lnTo>
                <a:lnTo>
                  <a:pt x="2075840" y="12700"/>
                </a:lnTo>
                <a:close/>
              </a:path>
              <a:path w="2089150" h="2291079">
                <a:moveTo>
                  <a:pt x="2075840" y="2284729"/>
                </a:moveTo>
                <a:lnTo>
                  <a:pt x="2075840" y="6350"/>
                </a:lnTo>
                <a:lnTo>
                  <a:pt x="2082190" y="12700"/>
                </a:lnTo>
                <a:lnTo>
                  <a:pt x="2088540" y="12700"/>
                </a:lnTo>
                <a:lnTo>
                  <a:pt x="2088540" y="2278379"/>
                </a:lnTo>
                <a:lnTo>
                  <a:pt x="2082190" y="2278379"/>
                </a:lnTo>
                <a:lnTo>
                  <a:pt x="2075840" y="2284729"/>
                </a:lnTo>
                <a:close/>
              </a:path>
              <a:path w="2089150" h="2291079">
                <a:moveTo>
                  <a:pt x="2088540" y="12700"/>
                </a:moveTo>
                <a:lnTo>
                  <a:pt x="2082190" y="12700"/>
                </a:lnTo>
                <a:lnTo>
                  <a:pt x="2075840" y="6350"/>
                </a:lnTo>
                <a:lnTo>
                  <a:pt x="2088540" y="6350"/>
                </a:lnTo>
                <a:lnTo>
                  <a:pt x="2088540" y="12700"/>
                </a:lnTo>
                <a:close/>
              </a:path>
              <a:path w="2089150" h="2291079">
                <a:moveTo>
                  <a:pt x="12700" y="2284729"/>
                </a:moveTo>
                <a:lnTo>
                  <a:pt x="6350" y="2278379"/>
                </a:lnTo>
                <a:lnTo>
                  <a:pt x="12700" y="2278379"/>
                </a:lnTo>
                <a:lnTo>
                  <a:pt x="12700" y="2284729"/>
                </a:lnTo>
                <a:close/>
              </a:path>
              <a:path w="2089150" h="2291079">
                <a:moveTo>
                  <a:pt x="2075840" y="2284729"/>
                </a:moveTo>
                <a:lnTo>
                  <a:pt x="12700" y="2284729"/>
                </a:lnTo>
                <a:lnTo>
                  <a:pt x="12700" y="2278379"/>
                </a:lnTo>
                <a:lnTo>
                  <a:pt x="2075840" y="2278379"/>
                </a:lnTo>
                <a:lnTo>
                  <a:pt x="2075840" y="2284729"/>
                </a:lnTo>
                <a:close/>
              </a:path>
              <a:path w="2089150" h="2291079">
                <a:moveTo>
                  <a:pt x="2088540" y="2284729"/>
                </a:moveTo>
                <a:lnTo>
                  <a:pt x="2075840" y="2284729"/>
                </a:lnTo>
                <a:lnTo>
                  <a:pt x="2082190" y="2278379"/>
                </a:lnTo>
                <a:lnTo>
                  <a:pt x="2088540" y="2278379"/>
                </a:lnTo>
                <a:lnTo>
                  <a:pt x="2088540" y="2284729"/>
                </a:lnTo>
                <a:close/>
              </a:path>
            </a:pathLst>
          </a:custGeom>
          <a:solidFill>
            <a:srgbClr val="CCF6D3">
              <a:alpha val="9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008410" y="2743047"/>
            <a:ext cx="1738630" cy="1010919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2800" b="1">
                <a:latin typeface="楷体"/>
                <a:cs typeface="楷体"/>
              </a:rPr>
              <a:t>科学论</a:t>
            </a:r>
            <a:r>
              <a:rPr dirty="0" sz="2800" spc="-20" b="1">
                <a:latin typeface="楷体"/>
                <a:cs typeface="楷体"/>
              </a:rPr>
              <a:t>证</a:t>
            </a:r>
            <a:endParaRPr sz="2800">
              <a:latin typeface="楷体"/>
              <a:cs typeface="楷体"/>
            </a:endParaRPr>
          </a:p>
          <a:p>
            <a:pPr marL="298450" indent="-28575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2800" b="1">
                <a:latin typeface="楷体"/>
                <a:cs typeface="楷体"/>
              </a:rPr>
              <a:t>实验验</a:t>
            </a:r>
            <a:r>
              <a:rPr dirty="0" sz="2800" spc="-20" b="1">
                <a:latin typeface="楷体"/>
                <a:cs typeface="楷体"/>
              </a:rPr>
              <a:t>证</a:t>
            </a:r>
            <a:endParaRPr sz="2800">
              <a:latin typeface="楷体"/>
              <a:cs typeface="楷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239000" y="1886711"/>
            <a:ext cx="2075814" cy="806450"/>
          </a:xfrm>
          <a:custGeom>
            <a:avLst/>
            <a:gdLst/>
            <a:ahLst/>
            <a:cxnLst/>
            <a:rect l="l" t="t" r="r" b="b"/>
            <a:pathLst>
              <a:path w="2075815" h="806450">
                <a:moveTo>
                  <a:pt x="0" y="0"/>
                </a:moveTo>
                <a:lnTo>
                  <a:pt x="2075688" y="0"/>
                </a:lnTo>
                <a:lnTo>
                  <a:pt x="2075688" y="806195"/>
                </a:lnTo>
                <a:lnTo>
                  <a:pt x="0" y="806195"/>
                </a:lnTo>
                <a:lnTo>
                  <a:pt x="0" y="0"/>
                </a:lnTo>
                <a:close/>
              </a:path>
            </a:pathLst>
          </a:custGeom>
          <a:solidFill>
            <a:srgbClr val="43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232001" y="1880260"/>
            <a:ext cx="2089150" cy="819150"/>
          </a:xfrm>
          <a:custGeom>
            <a:avLst/>
            <a:gdLst/>
            <a:ahLst/>
            <a:cxnLst/>
            <a:rect l="l" t="t" r="r" b="b"/>
            <a:pathLst>
              <a:path w="2089150" h="819150">
                <a:moveTo>
                  <a:pt x="2088527" y="819099"/>
                </a:moveTo>
                <a:lnTo>
                  <a:pt x="0" y="819099"/>
                </a:lnTo>
                <a:lnTo>
                  <a:pt x="0" y="0"/>
                </a:lnTo>
                <a:lnTo>
                  <a:pt x="2088527" y="0"/>
                </a:lnTo>
                <a:lnTo>
                  <a:pt x="2088527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806399"/>
                </a:lnTo>
                <a:lnTo>
                  <a:pt x="6350" y="806399"/>
                </a:lnTo>
                <a:lnTo>
                  <a:pt x="12700" y="812749"/>
                </a:lnTo>
                <a:lnTo>
                  <a:pt x="2088527" y="812749"/>
                </a:lnTo>
                <a:lnTo>
                  <a:pt x="2088527" y="819099"/>
                </a:lnTo>
                <a:close/>
              </a:path>
              <a:path w="2089150" h="819150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2089150" h="819150">
                <a:moveTo>
                  <a:pt x="2075827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2075827" y="6349"/>
                </a:lnTo>
                <a:lnTo>
                  <a:pt x="2075827" y="12699"/>
                </a:lnTo>
                <a:close/>
              </a:path>
              <a:path w="2089150" h="819150">
                <a:moveTo>
                  <a:pt x="2075827" y="812749"/>
                </a:moveTo>
                <a:lnTo>
                  <a:pt x="2075827" y="6349"/>
                </a:lnTo>
                <a:lnTo>
                  <a:pt x="2082177" y="12699"/>
                </a:lnTo>
                <a:lnTo>
                  <a:pt x="2088527" y="12699"/>
                </a:lnTo>
                <a:lnTo>
                  <a:pt x="2088527" y="806399"/>
                </a:lnTo>
                <a:lnTo>
                  <a:pt x="2082177" y="806399"/>
                </a:lnTo>
                <a:lnTo>
                  <a:pt x="2075827" y="812749"/>
                </a:lnTo>
                <a:close/>
              </a:path>
              <a:path w="2089150" h="819150">
                <a:moveTo>
                  <a:pt x="2088527" y="12699"/>
                </a:moveTo>
                <a:lnTo>
                  <a:pt x="2082177" y="12699"/>
                </a:lnTo>
                <a:lnTo>
                  <a:pt x="2075827" y="6349"/>
                </a:lnTo>
                <a:lnTo>
                  <a:pt x="2088527" y="6349"/>
                </a:lnTo>
                <a:lnTo>
                  <a:pt x="2088527" y="12699"/>
                </a:lnTo>
                <a:close/>
              </a:path>
              <a:path w="2089150" h="819150">
                <a:moveTo>
                  <a:pt x="12700" y="812749"/>
                </a:moveTo>
                <a:lnTo>
                  <a:pt x="6350" y="806399"/>
                </a:lnTo>
                <a:lnTo>
                  <a:pt x="12700" y="806399"/>
                </a:lnTo>
                <a:lnTo>
                  <a:pt x="12700" y="812749"/>
                </a:lnTo>
                <a:close/>
              </a:path>
              <a:path w="2089150" h="819150">
                <a:moveTo>
                  <a:pt x="2075827" y="812749"/>
                </a:moveTo>
                <a:lnTo>
                  <a:pt x="12700" y="812749"/>
                </a:lnTo>
                <a:lnTo>
                  <a:pt x="12700" y="806399"/>
                </a:lnTo>
                <a:lnTo>
                  <a:pt x="2075827" y="806399"/>
                </a:lnTo>
                <a:lnTo>
                  <a:pt x="2075827" y="812749"/>
                </a:lnTo>
                <a:close/>
              </a:path>
              <a:path w="2089150" h="819150">
                <a:moveTo>
                  <a:pt x="2088527" y="812749"/>
                </a:moveTo>
                <a:lnTo>
                  <a:pt x="2075827" y="812749"/>
                </a:lnTo>
                <a:lnTo>
                  <a:pt x="2082177" y="806399"/>
                </a:lnTo>
                <a:lnTo>
                  <a:pt x="2088527" y="806399"/>
                </a:lnTo>
                <a:lnTo>
                  <a:pt x="2088527" y="812749"/>
                </a:lnTo>
                <a:close/>
              </a:path>
            </a:pathLst>
          </a:custGeom>
          <a:solidFill>
            <a:srgbClr val="43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548232" y="2043455"/>
            <a:ext cx="145288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FFFF"/>
                </a:solidFill>
                <a:latin typeface="楷体"/>
                <a:cs typeface="楷体"/>
              </a:rPr>
              <a:t>自感能</a:t>
            </a:r>
            <a:r>
              <a:rPr dirty="0" sz="2800" spc="-20" b="1">
                <a:solidFill>
                  <a:srgbClr val="FFFFFF"/>
                </a:solidFill>
                <a:latin typeface="楷体"/>
                <a:cs typeface="楷体"/>
              </a:rPr>
              <a:t>量</a:t>
            </a:r>
            <a:endParaRPr sz="2800">
              <a:latin typeface="楷体"/>
              <a:cs typeface="楷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239000" y="2692907"/>
            <a:ext cx="2075814" cy="2278380"/>
          </a:xfrm>
          <a:custGeom>
            <a:avLst/>
            <a:gdLst/>
            <a:ahLst/>
            <a:cxnLst/>
            <a:rect l="l" t="t" r="r" b="b"/>
            <a:pathLst>
              <a:path w="2075815" h="2278379">
                <a:moveTo>
                  <a:pt x="0" y="0"/>
                </a:moveTo>
                <a:lnTo>
                  <a:pt x="2075688" y="0"/>
                </a:lnTo>
                <a:lnTo>
                  <a:pt x="2075688" y="2278380"/>
                </a:lnTo>
                <a:lnTo>
                  <a:pt x="0" y="2278380"/>
                </a:lnTo>
                <a:lnTo>
                  <a:pt x="0" y="0"/>
                </a:lnTo>
                <a:close/>
              </a:path>
            </a:pathLst>
          </a:custGeom>
          <a:solidFill>
            <a:srgbClr val="D0D5EA">
              <a:alpha val="9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232001" y="2686659"/>
            <a:ext cx="2089150" cy="2291080"/>
          </a:xfrm>
          <a:custGeom>
            <a:avLst/>
            <a:gdLst/>
            <a:ahLst/>
            <a:cxnLst/>
            <a:rect l="l" t="t" r="r" b="b"/>
            <a:pathLst>
              <a:path w="2089150" h="2291079">
                <a:moveTo>
                  <a:pt x="2088527" y="2291079"/>
                </a:moveTo>
                <a:lnTo>
                  <a:pt x="0" y="2291079"/>
                </a:lnTo>
                <a:lnTo>
                  <a:pt x="0" y="0"/>
                </a:lnTo>
                <a:lnTo>
                  <a:pt x="2088527" y="0"/>
                </a:lnTo>
                <a:lnTo>
                  <a:pt x="2088527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2278379"/>
                </a:lnTo>
                <a:lnTo>
                  <a:pt x="6350" y="2278379"/>
                </a:lnTo>
                <a:lnTo>
                  <a:pt x="12700" y="2284729"/>
                </a:lnTo>
                <a:lnTo>
                  <a:pt x="2088527" y="2284729"/>
                </a:lnTo>
                <a:lnTo>
                  <a:pt x="2088527" y="2291079"/>
                </a:lnTo>
                <a:close/>
              </a:path>
              <a:path w="2089150" h="229107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089150" h="2291079">
                <a:moveTo>
                  <a:pt x="2075827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075827" y="6350"/>
                </a:lnTo>
                <a:lnTo>
                  <a:pt x="2075827" y="12700"/>
                </a:lnTo>
                <a:close/>
              </a:path>
              <a:path w="2089150" h="2291079">
                <a:moveTo>
                  <a:pt x="2075827" y="2284729"/>
                </a:moveTo>
                <a:lnTo>
                  <a:pt x="2075827" y="6350"/>
                </a:lnTo>
                <a:lnTo>
                  <a:pt x="2082177" y="12700"/>
                </a:lnTo>
                <a:lnTo>
                  <a:pt x="2088527" y="12700"/>
                </a:lnTo>
                <a:lnTo>
                  <a:pt x="2088527" y="2278379"/>
                </a:lnTo>
                <a:lnTo>
                  <a:pt x="2082177" y="2278379"/>
                </a:lnTo>
                <a:lnTo>
                  <a:pt x="2075827" y="2284729"/>
                </a:lnTo>
                <a:close/>
              </a:path>
              <a:path w="2089150" h="2291079">
                <a:moveTo>
                  <a:pt x="2088527" y="12700"/>
                </a:moveTo>
                <a:lnTo>
                  <a:pt x="2082177" y="12700"/>
                </a:lnTo>
                <a:lnTo>
                  <a:pt x="2075827" y="6350"/>
                </a:lnTo>
                <a:lnTo>
                  <a:pt x="2088527" y="6350"/>
                </a:lnTo>
                <a:lnTo>
                  <a:pt x="2088527" y="12700"/>
                </a:lnTo>
                <a:close/>
              </a:path>
              <a:path w="2089150" h="2291079">
                <a:moveTo>
                  <a:pt x="12700" y="2284729"/>
                </a:moveTo>
                <a:lnTo>
                  <a:pt x="6350" y="2278379"/>
                </a:lnTo>
                <a:lnTo>
                  <a:pt x="12700" y="2278379"/>
                </a:lnTo>
                <a:lnTo>
                  <a:pt x="12700" y="2284729"/>
                </a:lnTo>
                <a:close/>
              </a:path>
              <a:path w="2089150" h="2291079">
                <a:moveTo>
                  <a:pt x="2075827" y="2284729"/>
                </a:moveTo>
                <a:lnTo>
                  <a:pt x="12700" y="2284729"/>
                </a:lnTo>
                <a:lnTo>
                  <a:pt x="12700" y="2278379"/>
                </a:lnTo>
                <a:lnTo>
                  <a:pt x="2075827" y="2278379"/>
                </a:lnTo>
                <a:lnTo>
                  <a:pt x="2075827" y="2284729"/>
                </a:lnTo>
                <a:close/>
              </a:path>
              <a:path w="2089150" h="2291079">
                <a:moveTo>
                  <a:pt x="2088527" y="2284729"/>
                </a:moveTo>
                <a:lnTo>
                  <a:pt x="2075827" y="2284729"/>
                </a:lnTo>
                <a:lnTo>
                  <a:pt x="2082177" y="2278379"/>
                </a:lnTo>
                <a:lnTo>
                  <a:pt x="2088527" y="2278379"/>
                </a:lnTo>
                <a:lnTo>
                  <a:pt x="2088527" y="2284729"/>
                </a:lnTo>
                <a:close/>
              </a:path>
            </a:pathLst>
          </a:custGeom>
          <a:solidFill>
            <a:srgbClr val="D0D5EA">
              <a:alpha val="9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374876" y="2743047"/>
            <a:ext cx="1738630" cy="1010919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2800" b="1">
                <a:latin typeface="楷体"/>
                <a:cs typeface="楷体"/>
              </a:rPr>
              <a:t>科学推</a:t>
            </a:r>
            <a:r>
              <a:rPr dirty="0" sz="2800" spc="-20" b="1">
                <a:latin typeface="楷体"/>
                <a:cs typeface="楷体"/>
              </a:rPr>
              <a:t>理</a:t>
            </a:r>
            <a:endParaRPr sz="2800">
              <a:latin typeface="楷体"/>
              <a:cs typeface="楷体"/>
            </a:endParaRPr>
          </a:p>
          <a:p>
            <a:pPr marL="298450" indent="-28575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2800" b="1">
                <a:latin typeface="楷体"/>
                <a:cs typeface="楷体"/>
              </a:rPr>
              <a:t>交</a:t>
            </a:r>
            <a:r>
              <a:rPr dirty="0" sz="2800" spc="-20" b="1">
                <a:latin typeface="楷体"/>
                <a:cs typeface="楷体"/>
              </a:rPr>
              <a:t>流</a:t>
            </a:r>
            <a:endParaRPr sz="2800">
              <a:latin typeface="楷体"/>
              <a:cs typeface="楷体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2025-04-20T10:06:28Z</dcterms:created>
  <dcterms:modified xsi:type="dcterms:W3CDTF">2025-04-20T10:06:28Z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