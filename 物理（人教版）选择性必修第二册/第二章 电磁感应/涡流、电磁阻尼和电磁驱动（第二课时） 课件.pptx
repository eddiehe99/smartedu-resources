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734295" y="1375041"/>
            <a:ext cx="4723409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1611F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655529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3092195" y="17495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3291840" y="197205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1611F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1611F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4234" y="1551472"/>
            <a:ext cx="762353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1611F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73959" y="2024494"/>
            <a:ext cx="6844080" cy="2797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华文楷体"/>
                <a:cs typeface="华文楷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9039" y="6180632"/>
            <a:ext cx="1042035" cy="361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微软雅黑"/>
                <a:cs typeface="微软雅黑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21.png"/><Relationship Id="rId16" Type="http://schemas.openxmlformats.org/officeDocument/2006/relationships/image" Target="../media/image22.png"/><Relationship Id="rId17" Type="http://schemas.openxmlformats.org/officeDocument/2006/relationships/image" Target="../media/image23.png"/><Relationship Id="rId18" Type="http://schemas.openxmlformats.org/officeDocument/2006/relationships/image" Target="../media/image24.png"/><Relationship Id="rId19" Type="http://schemas.openxmlformats.org/officeDocument/2006/relationships/image" Target="../media/image25.png"/><Relationship Id="rId20" Type="http://schemas.openxmlformats.org/officeDocument/2006/relationships/image" Target="../media/image26.png"/><Relationship Id="rId21" Type="http://schemas.openxmlformats.org/officeDocument/2006/relationships/image" Target="../media/image27.png"/><Relationship Id="rId22" Type="http://schemas.openxmlformats.org/officeDocument/2006/relationships/image" Target="../media/image28.png"/><Relationship Id="rId23" Type="http://schemas.openxmlformats.org/officeDocument/2006/relationships/image" Target="../media/image29.png"/><Relationship Id="rId24" Type="http://schemas.openxmlformats.org/officeDocument/2006/relationships/image" Target="../media/image30.png"/><Relationship Id="rId25" Type="http://schemas.openxmlformats.org/officeDocument/2006/relationships/image" Target="../media/image31.png"/><Relationship Id="rId26" Type="http://schemas.openxmlformats.org/officeDocument/2006/relationships/image" Target="../media/image32.png"/><Relationship Id="rId27" Type="http://schemas.openxmlformats.org/officeDocument/2006/relationships/image" Target="../media/image33.png"/><Relationship Id="rId28" Type="http://schemas.openxmlformats.org/officeDocument/2006/relationships/image" Target="../media/image34.png"/><Relationship Id="rId29" Type="http://schemas.openxmlformats.org/officeDocument/2006/relationships/image" Target="../media/image35.png"/><Relationship Id="rId30" Type="http://schemas.openxmlformats.org/officeDocument/2006/relationships/image" Target="../media/image36.png"/><Relationship Id="rId31" Type="http://schemas.openxmlformats.org/officeDocument/2006/relationships/image" Target="../media/image37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openxmlformats.org/officeDocument/2006/relationships/image" Target="../media/image63.png"/><Relationship Id="rId21" Type="http://schemas.openxmlformats.org/officeDocument/2006/relationships/image" Target="../media/image64.png"/><Relationship Id="rId22" Type="http://schemas.openxmlformats.org/officeDocument/2006/relationships/image" Target="../media/image65.png"/><Relationship Id="rId23" Type="http://schemas.openxmlformats.org/officeDocument/2006/relationships/image" Target="../media/image66.png"/><Relationship Id="rId24" Type="http://schemas.openxmlformats.org/officeDocument/2006/relationships/image" Target="../media/image67.png"/><Relationship Id="rId25" Type="http://schemas.openxmlformats.org/officeDocument/2006/relationships/image" Target="../media/image68.png"/><Relationship Id="rId26" Type="http://schemas.openxmlformats.org/officeDocument/2006/relationships/image" Target="../media/image69.png"/><Relationship Id="rId27" Type="http://schemas.openxmlformats.org/officeDocument/2006/relationships/image" Target="../media/image70.png"/><Relationship Id="rId28" Type="http://schemas.openxmlformats.org/officeDocument/2006/relationships/image" Target="../media/image71.png"/><Relationship Id="rId29" Type="http://schemas.openxmlformats.org/officeDocument/2006/relationships/image" Target="../media/image72.png"/><Relationship Id="rId30" Type="http://schemas.openxmlformats.org/officeDocument/2006/relationships/image" Target="../media/image73.png"/><Relationship Id="rId31" Type="http://schemas.openxmlformats.org/officeDocument/2006/relationships/image" Target="../media/image74.png"/><Relationship Id="rId32" Type="http://schemas.openxmlformats.org/officeDocument/2006/relationships/image" Target="../media/image75.png"/><Relationship Id="rId33" Type="http://schemas.openxmlformats.org/officeDocument/2006/relationships/image" Target="../media/image76.png"/><Relationship Id="rId34" Type="http://schemas.openxmlformats.org/officeDocument/2006/relationships/image" Target="../media/image77.png"/><Relationship Id="rId35" Type="http://schemas.openxmlformats.org/officeDocument/2006/relationships/image" Target="../media/image78.png"/><Relationship Id="rId36" Type="http://schemas.openxmlformats.org/officeDocument/2006/relationships/image" Target="../media/image79.png"/><Relationship Id="rId37" Type="http://schemas.openxmlformats.org/officeDocument/2006/relationships/image" Target="../media/image80.png"/><Relationship Id="rId38" Type="http://schemas.openxmlformats.org/officeDocument/2006/relationships/image" Target="../media/image81.png"/><Relationship Id="rId39" Type="http://schemas.openxmlformats.org/officeDocument/2006/relationships/image" Target="../media/image82.png"/><Relationship Id="rId40" Type="http://schemas.openxmlformats.org/officeDocument/2006/relationships/image" Target="../media/image83.png"/><Relationship Id="rId41" Type="http://schemas.openxmlformats.org/officeDocument/2006/relationships/image" Target="../media/image84.png"/><Relationship Id="rId42" Type="http://schemas.openxmlformats.org/officeDocument/2006/relationships/image" Target="../media/image85.png"/><Relationship Id="rId43" Type="http://schemas.openxmlformats.org/officeDocument/2006/relationships/image" Target="../media/image86.png"/><Relationship Id="rId44" Type="http://schemas.openxmlformats.org/officeDocument/2006/relationships/image" Target="../media/image87.png"/><Relationship Id="rId45" Type="http://schemas.openxmlformats.org/officeDocument/2006/relationships/image" Target="../media/image88.png"/><Relationship Id="rId46" Type="http://schemas.openxmlformats.org/officeDocument/2006/relationships/image" Target="../media/image89.png"/><Relationship Id="rId47" Type="http://schemas.openxmlformats.org/officeDocument/2006/relationships/image" Target="../media/image90.png"/><Relationship Id="rId48" Type="http://schemas.openxmlformats.org/officeDocument/2006/relationships/image" Target="../media/image91.png"/><Relationship Id="rId49" Type="http://schemas.openxmlformats.org/officeDocument/2006/relationships/image" Target="../media/image92.png"/><Relationship Id="rId50" Type="http://schemas.openxmlformats.org/officeDocument/2006/relationships/image" Target="../media/image93.png"/><Relationship Id="rId51" Type="http://schemas.openxmlformats.org/officeDocument/2006/relationships/image" Target="../media/image94.png"/><Relationship Id="rId52" Type="http://schemas.openxmlformats.org/officeDocument/2006/relationships/image" Target="../media/image95.png"/><Relationship Id="rId53" Type="http://schemas.openxmlformats.org/officeDocument/2006/relationships/image" Target="../media/image96.png"/><Relationship Id="rId54" Type="http://schemas.openxmlformats.org/officeDocument/2006/relationships/image" Target="../media/image97.png"/><Relationship Id="rId55" Type="http://schemas.openxmlformats.org/officeDocument/2006/relationships/image" Target="../media/image98.png"/><Relationship Id="rId56" Type="http://schemas.openxmlformats.org/officeDocument/2006/relationships/image" Target="../media/image99.png"/><Relationship Id="rId57" Type="http://schemas.openxmlformats.org/officeDocument/2006/relationships/image" Target="../media/image100.png"/><Relationship Id="rId58" Type="http://schemas.openxmlformats.org/officeDocument/2006/relationships/image" Target="../media/image101.png"/><Relationship Id="rId59" Type="http://schemas.openxmlformats.org/officeDocument/2006/relationships/image" Target="../media/image102.png"/><Relationship Id="rId60" Type="http://schemas.openxmlformats.org/officeDocument/2006/relationships/image" Target="../media/image103.png"/><Relationship Id="rId61" Type="http://schemas.openxmlformats.org/officeDocument/2006/relationships/image" Target="../media/image104.png"/><Relationship Id="rId62" Type="http://schemas.openxmlformats.org/officeDocument/2006/relationships/image" Target="../media/image105.png"/><Relationship Id="rId63" Type="http://schemas.openxmlformats.org/officeDocument/2006/relationships/image" Target="../media/image106.png"/><Relationship Id="rId64" Type="http://schemas.openxmlformats.org/officeDocument/2006/relationships/image" Target="../media/image107.png"/><Relationship Id="rId65" Type="http://schemas.openxmlformats.org/officeDocument/2006/relationships/image" Target="../media/image108.png"/><Relationship Id="rId66" Type="http://schemas.openxmlformats.org/officeDocument/2006/relationships/image" Target="../media/image109.png"/><Relationship Id="rId67" Type="http://schemas.openxmlformats.org/officeDocument/2006/relationships/image" Target="../media/image110.png"/><Relationship Id="rId68" Type="http://schemas.openxmlformats.org/officeDocument/2006/relationships/image" Target="../media/image111.png"/><Relationship Id="rId69" Type="http://schemas.openxmlformats.org/officeDocument/2006/relationships/image" Target="../media/image112.png"/><Relationship Id="rId70" Type="http://schemas.openxmlformats.org/officeDocument/2006/relationships/image" Target="../media/image113.png"/><Relationship Id="rId71" Type="http://schemas.openxmlformats.org/officeDocument/2006/relationships/image" Target="../media/image114.png"/><Relationship Id="rId72" Type="http://schemas.openxmlformats.org/officeDocument/2006/relationships/image" Target="../media/image115.png"/><Relationship Id="rId73" Type="http://schemas.openxmlformats.org/officeDocument/2006/relationships/image" Target="../media/image116.png"/><Relationship Id="rId74" Type="http://schemas.openxmlformats.org/officeDocument/2006/relationships/image" Target="../media/image117.png"/><Relationship Id="rId75" Type="http://schemas.openxmlformats.org/officeDocument/2006/relationships/image" Target="../media/image118.png"/><Relationship Id="rId76" Type="http://schemas.openxmlformats.org/officeDocument/2006/relationships/image" Target="../media/image119.png"/><Relationship Id="rId77" Type="http://schemas.openxmlformats.org/officeDocument/2006/relationships/image" Target="../media/image120.png"/><Relationship Id="rId78" Type="http://schemas.openxmlformats.org/officeDocument/2006/relationships/image" Target="../media/image121.png"/><Relationship Id="rId79" Type="http://schemas.openxmlformats.org/officeDocument/2006/relationships/image" Target="../media/image122.png"/><Relationship Id="rId80" Type="http://schemas.openxmlformats.org/officeDocument/2006/relationships/image" Target="../media/image123.png"/><Relationship Id="rId81" Type="http://schemas.openxmlformats.org/officeDocument/2006/relationships/image" Target="../media/image124.png"/><Relationship Id="rId82" Type="http://schemas.openxmlformats.org/officeDocument/2006/relationships/image" Target="../media/image125.png"/><Relationship Id="rId83" Type="http://schemas.openxmlformats.org/officeDocument/2006/relationships/image" Target="../media/image126.png"/><Relationship Id="rId84" Type="http://schemas.openxmlformats.org/officeDocument/2006/relationships/image" Target="../media/image127.png"/><Relationship Id="rId85" Type="http://schemas.openxmlformats.org/officeDocument/2006/relationships/image" Target="../media/image128.png"/><Relationship Id="rId86" Type="http://schemas.openxmlformats.org/officeDocument/2006/relationships/image" Target="../media/image129.png"/><Relationship Id="rId87" Type="http://schemas.openxmlformats.org/officeDocument/2006/relationships/image" Target="../media/image130.png"/><Relationship Id="rId88" Type="http://schemas.openxmlformats.org/officeDocument/2006/relationships/image" Target="../media/image131.png"/><Relationship Id="rId89" Type="http://schemas.openxmlformats.org/officeDocument/2006/relationships/image" Target="../media/image132.png"/><Relationship Id="rId90" Type="http://schemas.openxmlformats.org/officeDocument/2006/relationships/image" Target="../media/image133.png"/><Relationship Id="rId91" Type="http://schemas.openxmlformats.org/officeDocument/2006/relationships/image" Target="../media/image134.png"/><Relationship Id="rId92" Type="http://schemas.openxmlformats.org/officeDocument/2006/relationships/image" Target="../media/image135.png"/><Relationship Id="rId93" Type="http://schemas.openxmlformats.org/officeDocument/2006/relationships/image" Target="../media/image136.png"/><Relationship Id="rId94" Type="http://schemas.openxmlformats.org/officeDocument/2006/relationships/image" Target="../media/image137.png"/><Relationship Id="rId95" Type="http://schemas.openxmlformats.org/officeDocument/2006/relationships/image" Target="../media/image138.png"/><Relationship Id="rId96" Type="http://schemas.openxmlformats.org/officeDocument/2006/relationships/image" Target="../media/image139.png"/><Relationship Id="rId97" Type="http://schemas.openxmlformats.org/officeDocument/2006/relationships/image" Target="../media/image140.png"/><Relationship Id="rId98" Type="http://schemas.openxmlformats.org/officeDocument/2006/relationships/image" Target="../media/image141.png"/><Relationship Id="rId99" Type="http://schemas.openxmlformats.org/officeDocument/2006/relationships/image" Target="../media/image142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3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144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145.png"/><Relationship Id="rId9" Type="http://schemas.openxmlformats.org/officeDocument/2006/relationships/image" Target="../media/image146.png"/><Relationship Id="rId10" Type="http://schemas.openxmlformats.org/officeDocument/2006/relationships/image" Target="../media/image147.png"/><Relationship Id="rId11" Type="http://schemas.openxmlformats.org/officeDocument/2006/relationships/image" Target="../media/image148.png"/><Relationship Id="rId12" Type="http://schemas.openxmlformats.org/officeDocument/2006/relationships/image" Target="../media/image149.png"/><Relationship Id="rId13" Type="http://schemas.openxmlformats.org/officeDocument/2006/relationships/image" Target="../media/image150.png"/><Relationship Id="rId14" Type="http://schemas.openxmlformats.org/officeDocument/2006/relationships/image" Target="../media/image151.png"/><Relationship Id="rId15" Type="http://schemas.openxmlformats.org/officeDocument/2006/relationships/image" Target="../media/image152.png"/><Relationship Id="rId16" Type="http://schemas.openxmlformats.org/officeDocument/2006/relationships/image" Target="../media/image153.png"/><Relationship Id="rId17" Type="http://schemas.openxmlformats.org/officeDocument/2006/relationships/image" Target="../media/image154.png"/><Relationship Id="rId18" Type="http://schemas.openxmlformats.org/officeDocument/2006/relationships/image" Target="../media/image155.png"/><Relationship Id="rId19" Type="http://schemas.openxmlformats.org/officeDocument/2006/relationships/image" Target="../media/image156.png"/><Relationship Id="rId20" Type="http://schemas.openxmlformats.org/officeDocument/2006/relationships/image" Target="../media/image157.png"/><Relationship Id="rId21" Type="http://schemas.openxmlformats.org/officeDocument/2006/relationships/image" Target="../media/image158.png"/><Relationship Id="rId22" Type="http://schemas.openxmlformats.org/officeDocument/2006/relationships/image" Target="../media/image159.png"/><Relationship Id="rId23" Type="http://schemas.openxmlformats.org/officeDocument/2006/relationships/image" Target="../media/image160.png"/><Relationship Id="rId24" Type="http://schemas.openxmlformats.org/officeDocument/2006/relationships/image" Target="../media/image161.png"/><Relationship Id="rId25" Type="http://schemas.openxmlformats.org/officeDocument/2006/relationships/image" Target="../media/image162.png"/><Relationship Id="rId26" Type="http://schemas.openxmlformats.org/officeDocument/2006/relationships/image" Target="../media/image163.png"/><Relationship Id="rId27" Type="http://schemas.openxmlformats.org/officeDocument/2006/relationships/image" Target="../media/image164.png"/><Relationship Id="rId28" Type="http://schemas.openxmlformats.org/officeDocument/2006/relationships/image" Target="../media/image165.png"/><Relationship Id="rId29" Type="http://schemas.openxmlformats.org/officeDocument/2006/relationships/image" Target="../media/image166.png"/><Relationship Id="rId30" Type="http://schemas.openxmlformats.org/officeDocument/2006/relationships/image" Target="../media/image167.png"/><Relationship Id="rId31" Type="http://schemas.openxmlformats.org/officeDocument/2006/relationships/image" Target="../media/image168.png"/><Relationship Id="rId32" Type="http://schemas.openxmlformats.org/officeDocument/2006/relationships/image" Target="../media/image169.png"/><Relationship Id="rId33" Type="http://schemas.openxmlformats.org/officeDocument/2006/relationships/image" Target="../media/image170.png"/><Relationship Id="rId34" Type="http://schemas.openxmlformats.org/officeDocument/2006/relationships/image" Target="../media/image171.png"/><Relationship Id="rId35" Type="http://schemas.openxmlformats.org/officeDocument/2006/relationships/image" Target="../media/image172.png"/><Relationship Id="rId36" Type="http://schemas.openxmlformats.org/officeDocument/2006/relationships/image" Target="../media/image173.png"/><Relationship Id="rId37" Type="http://schemas.openxmlformats.org/officeDocument/2006/relationships/image" Target="../media/image174.png"/><Relationship Id="rId38" Type="http://schemas.openxmlformats.org/officeDocument/2006/relationships/image" Target="../media/image175.png"/><Relationship Id="rId39" Type="http://schemas.openxmlformats.org/officeDocument/2006/relationships/image" Target="../media/image176.png"/><Relationship Id="rId40" Type="http://schemas.openxmlformats.org/officeDocument/2006/relationships/image" Target="../media/image177.png"/><Relationship Id="rId41" Type="http://schemas.openxmlformats.org/officeDocument/2006/relationships/image" Target="../media/image178.png"/><Relationship Id="rId42" Type="http://schemas.openxmlformats.org/officeDocument/2006/relationships/image" Target="../media/image179.png"/><Relationship Id="rId43" Type="http://schemas.openxmlformats.org/officeDocument/2006/relationships/image" Target="../media/image180.png"/><Relationship Id="rId44" Type="http://schemas.openxmlformats.org/officeDocument/2006/relationships/image" Target="../media/image181.png"/><Relationship Id="rId45" Type="http://schemas.openxmlformats.org/officeDocument/2006/relationships/image" Target="../media/image182.png"/><Relationship Id="rId46" Type="http://schemas.openxmlformats.org/officeDocument/2006/relationships/image" Target="../media/image183.png"/><Relationship Id="rId47" Type="http://schemas.openxmlformats.org/officeDocument/2006/relationships/image" Target="../media/image184.png"/><Relationship Id="rId48" Type="http://schemas.openxmlformats.org/officeDocument/2006/relationships/image" Target="../media/image185.png"/><Relationship Id="rId49" Type="http://schemas.openxmlformats.org/officeDocument/2006/relationships/image" Target="../media/image186.png"/><Relationship Id="rId50" Type="http://schemas.openxmlformats.org/officeDocument/2006/relationships/image" Target="../media/image187.png"/><Relationship Id="rId51" Type="http://schemas.openxmlformats.org/officeDocument/2006/relationships/image" Target="../media/image188.png"/><Relationship Id="rId52" Type="http://schemas.openxmlformats.org/officeDocument/2006/relationships/image" Target="../media/image189.png"/><Relationship Id="rId53" Type="http://schemas.openxmlformats.org/officeDocument/2006/relationships/image" Target="../media/image190.png"/><Relationship Id="rId54" Type="http://schemas.openxmlformats.org/officeDocument/2006/relationships/image" Target="../media/image191.png"/><Relationship Id="rId55" Type="http://schemas.openxmlformats.org/officeDocument/2006/relationships/image" Target="../media/image192.png"/><Relationship Id="rId56" Type="http://schemas.openxmlformats.org/officeDocument/2006/relationships/image" Target="../media/image193.png"/><Relationship Id="rId57" Type="http://schemas.openxmlformats.org/officeDocument/2006/relationships/image" Target="../media/image194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3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144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145.png"/><Relationship Id="rId9" Type="http://schemas.openxmlformats.org/officeDocument/2006/relationships/image" Target="../media/image175.png"/><Relationship Id="rId10" Type="http://schemas.openxmlformats.org/officeDocument/2006/relationships/image" Target="../media/image195.png"/><Relationship Id="rId11" Type="http://schemas.openxmlformats.org/officeDocument/2006/relationships/image" Target="../media/image196.png"/><Relationship Id="rId12" Type="http://schemas.openxmlformats.org/officeDocument/2006/relationships/image" Target="../media/image197.png"/><Relationship Id="rId13" Type="http://schemas.openxmlformats.org/officeDocument/2006/relationships/image" Target="../media/image198.png"/><Relationship Id="rId14" Type="http://schemas.openxmlformats.org/officeDocument/2006/relationships/image" Target="../media/image199.png"/><Relationship Id="rId15" Type="http://schemas.openxmlformats.org/officeDocument/2006/relationships/image" Target="../media/image200.png"/><Relationship Id="rId16" Type="http://schemas.openxmlformats.org/officeDocument/2006/relationships/image" Target="../media/image201.png"/><Relationship Id="rId17" Type="http://schemas.openxmlformats.org/officeDocument/2006/relationships/image" Target="../media/image202.png"/><Relationship Id="rId18" Type="http://schemas.openxmlformats.org/officeDocument/2006/relationships/image" Target="../media/image147.png"/><Relationship Id="rId19" Type="http://schemas.openxmlformats.org/officeDocument/2006/relationships/image" Target="../media/image148.png"/><Relationship Id="rId20" Type="http://schemas.openxmlformats.org/officeDocument/2006/relationships/image" Target="../media/image149.png"/><Relationship Id="rId21" Type="http://schemas.openxmlformats.org/officeDocument/2006/relationships/image" Target="../media/image185.png"/><Relationship Id="rId22" Type="http://schemas.openxmlformats.org/officeDocument/2006/relationships/image" Target="../media/image203.png"/><Relationship Id="rId23" Type="http://schemas.openxmlformats.org/officeDocument/2006/relationships/image" Target="../media/image187.png"/><Relationship Id="rId24" Type="http://schemas.openxmlformats.org/officeDocument/2006/relationships/image" Target="../media/image204.png"/><Relationship Id="rId25" Type="http://schemas.openxmlformats.org/officeDocument/2006/relationships/image" Target="../media/image205.png"/><Relationship Id="rId26" Type="http://schemas.openxmlformats.org/officeDocument/2006/relationships/image" Target="../media/image206.png"/><Relationship Id="rId27" Type="http://schemas.openxmlformats.org/officeDocument/2006/relationships/image" Target="../media/image207.png"/><Relationship Id="rId28" Type="http://schemas.openxmlformats.org/officeDocument/2006/relationships/image" Target="../media/image208.png"/><Relationship Id="rId29" Type="http://schemas.openxmlformats.org/officeDocument/2006/relationships/image" Target="../media/image209.png"/><Relationship Id="rId30" Type="http://schemas.openxmlformats.org/officeDocument/2006/relationships/image" Target="../media/image210.png"/><Relationship Id="rId31" Type="http://schemas.openxmlformats.org/officeDocument/2006/relationships/image" Target="../media/image211.png"/><Relationship Id="rId32" Type="http://schemas.openxmlformats.org/officeDocument/2006/relationships/image" Target="../media/image212.png"/><Relationship Id="rId33" Type="http://schemas.openxmlformats.org/officeDocument/2006/relationships/image" Target="../media/image213.png"/><Relationship Id="rId34" Type="http://schemas.openxmlformats.org/officeDocument/2006/relationships/image" Target="../media/image156.png"/><Relationship Id="rId35" Type="http://schemas.openxmlformats.org/officeDocument/2006/relationships/image" Target="../media/image157.png"/><Relationship Id="rId36" Type="http://schemas.openxmlformats.org/officeDocument/2006/relationships/image" Target="../media/image158.png"/><Relationship Id="rId37" Type="http://schemas.openxmlformats.org/officeDocument/2006/relationships/image" Target="../media/image159.png"/><Relationship Id="rId38" Type="http://schemas.openxmlformats.org/officeDocument/2006/relationships/image" Target="../media/image160.png"/><Relationship Id="rId39" Type="http://schemas.openxmlformats.org/officeDocument/2006/relationships/image" Target="../media/image161.png"/><Relationship Id="rId40" Type="http://schemas.openxmlformats.org/officeDocument/2006/relationships/image" Target="../media/image162.png"/><Relationship Id="rId41" Type="http://schemas.openxmlformats.org/officeDocument/2006/relationships/image" Target="../media/image163.png"/><Relationship Id="rId42" Type="http://schemas.openxmlformats.org/officeDocument/2006/relationships/image" Target="../media/image164.png"/><Relationship Id="rId43" Type="http://schemas.openxmlformats.org/officeDocument/2006/relationships/image" Target="../media/image214.png"/><Relationship Id="rId44" Type="http://schemas.openxmlformats.org/officeDocument/2006/relationships/image" Target="../media/image166.png"/><Relationship Id="rId45" Type="http://schemas.openxmlformats.org/officeDocument/2006/relationships/image" Target="../media/image167.png"/><Relationship Id="rId46" Type="http://schemas.openxmlformats.org/officeDocument/2006/relationships/image" Target="../media/image173.png"/><Relationship Id="rId47" Type="http://schemas.openxmlformats.org/officeDocument/2006/relationships/image" Target="../media/image215.png"/><Relationship Id="rId48" Type="http://schemas.openxmlformats.org/officeDocument/2006/relationships/image" Target="../media/image216.png"/><Relationship Id="rId49" Type="http://schemas.openxmlformats.org/officeDocument/2006/relationships/image" Target="../media/image217.png"/><Relationship Id="rId50" Type="http://schemas.openxmlformats.org/officeDocument/2006/relationships/image" Target="../media/image172.png"/><Relationship Id="rId51" Type="http://schemas.openxmlformats.org/officeDocument/2006/relationships/image" Target="../media/image174.png"/><Relationship Id="rId52" Type="http://schemas.openxmlformats.org/officeDocument/2006/relationships/image" Target="../media/image218.png"/><Relationship Id="rId53" Type="http://schemas.openxmlformats.org/officeDocument/2006/relationships/image" Target="../media/image21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3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144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145.png"/><Relationship Id="rId9" Type="http://schemas.openxmlformats.org/officeDocument/2006/relationships/image" Target="../media/image175.png"/><Relationship Id="rId10" Type="http://schemas.openxmlformats.org/officeDocument/2006/relationships/image" Target="../media/image220.png"/><Relationship Id="rId11" Type="http://schemas.openxmlformats.org/officeDocument/2006/relationships/image" Target="../media/image221.png"/><Relationship Id="rId12" Type="http://schemas.openxmlformats.org/officeDocument/2006/relationships/image" Target="../media/image222.png"/><Relationship Id="rId13" Type="http://schemas.openxmlformats.org/officeDocument/2006/relationships/image" Target="../media/image223.png"/><Relationship Id="rId14" Type="http://schemas.openxmlformats.org/officeDocument/2006/relationships/image" Target="../media/image224.png"/><Relationship Id="rId15" Type="http://schemas.openxmlformats.org/officeDocument/2006/relationships/image" Target="../media/image225.png"/><Relationship Id="rId16" Type="http://schemas.openxmlformats.org/officeDocument/2006/relationships/image" Target="../media/image226.png"/><Relationship Id="rId17" Type="http://schemas.openxmlformats.org/officeDocument/2006/relationships/image" Target="../media/image227.png"/><Relationship Id="rId18" Type="http://schemas.openxmlformats.org/officeDocument/2006/relationships/image" Target="../media/image147.png"/><Relationship Id="rId19" Type="http://schemas.openxmlformats.org/officeDocument/2006/relationships/image" Target="../media/image148.png"/><Relationship Id="rId20" Type="http://schemas.openxmlformats.org/officeDocument/2006/relationships/image" Target="../media/image149.png"/><Relationship Id="rId21" Type="http://schemas.openxmlformats.org/officeDocument/2006/relationships/image" Target="../media/image185.png"/><Relationship Id="rId22" Type="http://schemas.openxmlformats.org/officeDocument/2006/relationships/image" Target="../media/image228.png"/><Relationship Id="rId23" Type="http://schemas.openxmlformats.org/officeDocument/2006/relationships/image" Target="../media/image187.png"/><Relationship Id="rId24" Type="http://schemas.openxmlformats.org/officeDocument/2006/relationships/image" Target="../media/image229.png"/><Relationship Id="rId25" Type="http://schemas.openxmlformats.org/officeDocument/2006/relationships/image" Target="../media/image230.png"/><Relationship Id="rId26" Type="http://schemas.openxmlformats.org/officeDocument/2006/relationships/image" Target="../media/image231.png"/><Relationship Id="rId27" Type="http://schemas.openxmlformats.org/officeDocument/2006/relationships/image" Target="../media/image232.png"/><Relationship Id="rId28" Type="http://schemas.openxmlformats.org/officeDocument/2006/relationships/image" Target="../media/image233.png"/><Relationship Id="rId29" Type="http://schemas.openxmlformats.org/officeDocument/2006/relationships/image" Target="../media/image234.png"/><Relationship Id="rId30" Type="http://schemas.openxmlformats.org/officeDocument/2006/relationships/image" Target="../media/image235.png"/><Relationship Id="rId31" Type="http://schemas.openxmlformats.org/officeDocument/2006/relationships/image" Target="../media/image236.png"/><Relationship Id="rId32" Type="http://schemas.openxmlformats.org/officeDocument/2006/relationships/image" Target="../media/image237.png"/><Relationship Id="rId33" Type="http://schemas.openxmlformats.org/officeDocument/2006/relationships/image" Target="../media/image238.png"/><Relationship Id="rId34" Type="http://schemas.openxmlformats.org/officeDocument/2006/relationships/image" Target="../media/image239.png"/><Relationship Id="rId35" Type="http://schemas.openxmlformats.org/officeDocument/2006/relationships/image" Target="../media/image157.png"/><Relationship Id="rId36" Type="http://schemas.openxmlformats.org/officeDocument/2006/relationships/image" Target="../media/image240.png"/><Relationship Id="rId37" Type="http://schemas.openxmlformats.org/officeDocument/2006/relationships/image" Target="../media/image159.png"/><Relationship Id="rId38" Type="http://schemas.openxmlformats.org/officeDocument/2006/relationships/image" Target="../media/image241.png"/><Relationship Id="rId39" Type="http://schemas.openxmlformats.org/officeDocument/2006/relationships/image" Target="../media/image161.png"/><Relationship Id="rId40" Type="http://schemas.openxmlformats.org/officeDocument/2006/relationships/image" Target="../media/image162.png"/><Relationship Id="rId41" Type="http://schemas.openxmlformats.org/officeDocument/2006/relationships/image" Target="../media/image242.png"/><Relationship Id="rId42" Type="http://schemas.openxmlformats.org/officeDocument/2006/relationships/image" Target="../media/image243.png"/><Relationship Id="rId43" Type="http://schemas.openxmlformats.org/officeDocument/2006/relationships/image" Target="../media/image244.png"/><Relationship Id="rId44" Type="http://schemas.openxmlformats.org/officeDocument/2006/relationships/image" Target="../media/image245.png"/><Relationship Id="rId45" Type="http://schemas.openxmlformats.org/officeDocument/2006/relationships/image" Target="../media/image246.png"/><Relationship Id="rId46" Type="http://schemas.openxmlformats.org/officeDocument/2006/relationships/image" Target="../media/image247.png"/><Relationship Id="rId47" Type="http://schemas.openxmlformats.org/officeDocument/2006/relationships/image" Target="../media/image248.png"/><Relationship Id="rId48" Type="http://schemas.openxmlformats.org/officeDocument/2006/relationships/image" Target="../media/image249.png"/><Relationship Id="rId49" Type="http://schemas.openxmlformats.org/officeDocument/2006/relationships/image" Target="../media/image250.png"/><Relationship Id="rId50" Type="http://schemas.openxmlformats.org/officeDocument/2006/relationships/image" Target="../media/image251.png"/><Relationship Id="rId51" Type="http://schemas.openxmlformats.org/officeDocument/2006/relationships/image" Target="../media/image252.png"/><Relationship Id="rId52" Type="http://schemas.openxmlformats.org/officeDocument/2006/relationships/image" Target="../media/image253.png"/><Relationship Id="rId53" Type="http://schemas.openxmlformats.org/officeDocument/2006/relationships/image" Target="../media/image254.png"/><Relationship Id="rId54" Type="http://schemas.openxmlformats.org/officeDocument/2006/relationships/image" Target="../media/image255.png"/><Relationship Id="rId55" Type="http://schemas.openxmlformats.org/officeDocument/2006/relationships/image" Target="../media/image256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3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144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145.png"/><Relationship Id="rId9" Type="http://schemas.openxmlformats.org/officeDocument/2006/relationships/image" Target="../media/image175.png"/><Relationship Id="rId10" Type="http://schemas.openxmlformats.org/officeDocument/2006/relationships/image" Target="../media/image257.png"/><Relationship Id="rId11" Type="http://schemas.openxmlformats.org/officeDocument/2006/relationships/image" Target="../media/image258.png"/><Relationship Id="rId12" Type="http://schemas.openxmlformats.org/officeDocument/2006/relationships/image" Target="../media/image259.png"/><Relationship Id="rId13" Type="http://schemas.openxmlformats.org/officeDocument/2006/relationships/image" Target="../media/image260.png"/><Relationship Id="rId14" Type="http://schemas.openxmlformats.org/officeDocument/2006/relationships/image" Target="../media/image261.png"/><Relationship Id="rId15" Type="http://schemas.openxmlformats.org/officeDocument/2006/relationships/image" Target="../media/image262.png"/><Relationship Id="rId16" Type="http://schemas.openxmlformats.org/officeDocument/2006/relationships/image" Target="../media/image263.png"/><Relationship Id="rId17" Type="http://schemas.openxmlformats.org/officeDocument/2006/relationships/image" Target="../media/image264.png"/><Relationship Id="rId18" Type="http://schemas.openxmlformats.org/officeDocument/2006/relationships/image" Target="../media/image147.png"/><Relationship Id="rId19" Type="http://schemas.openxmlformats.org/officeDocument/2006/relationships/image" Target="../media/image148.png"/><Relationship Id="rId20" Type="http://schemas.openxmlformats.org/officeDocument/2006/relationships/image" Target="../media/image149.png"/><Relationship Id="rId21" Type="http://schemas.openxmlformats.org/officeDocument/2006/relationships/image" Target="../media/image185.png"/><Relationship Id="rId22" Type="http://schemas.openxmlformats.org/officeDocument/2006/relationships/image" Target="../media/image265.png"/><Relationship Id="rId23" Type="http://schemas.openxmlformats.org/officeDocument/2006/relationships/image" Target="../media/image187.png"/><Relationship Id="rId24" Type="http://schemas.openxmlformats.org/officeDocument/2006/relationships/image" Target="../media/image266.png"/><Relationship Id="rId25" Type="http://schemas.openxmlformats.org/officeDocument/2006/relationships/image" Target="../media/image267.png"/><Relationship Id="rId26" Type="http://schemas.openxmlformats.org/officeDocument/2006/relationships/image" Target="../media/image268.png"/><Relationship Id="rId27" Type="http://schemas.openxmlformats.org/officeDocument/2006/relationships/image" Target="../media/image269.png"/><Relationship Id="rId28" Type="http://schemas.openxmlformats.org/officeDocument/2006/relationships/image" Target="../media/image270.png"/><Relationship Id="rId29" Type="http://schemas.openxmlformats.org/officeDocument/2006/relationships/image" Target="../media/image271.png"/><Relationship Id="rId30" Type="http://schemas.openxmlformats.org/officeDocument/2006/relationships/image" Target="../media/image272.png"/><Relationship Id="rId31" Type="http://schemas.openxmlformats.org/officeDocument/2006/relationships/image" Target="../media/image273.png"/><Relationship Id="rId32" Type="http://schemas.openxmlformats.org/officeDocument/2006/relationships/image" Target="../media/image274.png"/><Relationship Id="rId33" Type="http://schemas.openxmlformats.org/officeDocument/2006/relationships/image" Target="../media/image275.png"/><Relationship Id="rId34" Type="http://schemas.openxmlformats.org/officeDocument/2006/relationships/image" Target="../media/image276.png"/><Relationship Id="rId35" Type="http://schemas.openxmlformats.org/officeDocument/2006/relationships/image" Target="../media/image277.png"/><Relationship Id="rId36" Type="http://schemas.openxmlformats.org/officeDocument/2006/relationships/image" Target="../media/image278.png"/><Relationship Id="rId37" Type="http://schemas.openxmlformats.org/officeDocument/2006/relationships/image" Target="../media/image279.png"/><Relationship Id="rId38" Type="http://schemas.openxmlformats.org/officeDocument/2006/relationships/image" Target="../media/image280.png"/><Relationship Id="rId39" Type="http://schemas.openxmlformats.org/officeDocument/2006/relationships/image" Target="../media/image281.png"/><Relationship Id="rId40" Type="http://schemas.openxmlformats.org/officeDocument/2006/relationships/image" Target="../media/image282.png"/><Relationship Id="rId41" Type="http://schemas.openxmlformats.org/officeDocument/2006/relationships/image" Target="../media/image283.png"/><Relationship Id="rId42" Type="http://schemas.openxmlformats.org/officeDocument/2006/relationships/image" Target="../media/image284.png"/><Relationship Id="rId43" Type="http://schemas.openxmlformats.org/officeDocument/2006/relationships/image" Target="../media/image285.png"/><Relationship Id="rId44" Type="http://schemas.openxmlformats.org/officeDocument/2006/relationships/image" Target="../media/image286.png"/><Relationship Id="rId45" Type="http://schemas.openxmlformats.org/officeDocument/2006/relationships/image" Target="../media/image287.png"/><Relationship Id="rId46" Type="http://schemas.openxmlformats.org/officeDocument/2006/relationships/image" Target="../media/image288.png"/><Relationship Id="rId47" Type="http://schemas.openxmlformats.org/officeDocument/2006/relationships/image" Target="../media/image289.png"/><Relationship Id="rId48" Type="http://schemas.openxmlformats.org/officeDocument/2006/relationships/image" Target="../media/image290.png"/><Relationship Id="rId49" Type="http://schemas.openxmlformats.org/officeDocument/2006/relationships/image" Target="../media/image291.png"/><Relationship Id="rId50" Type="http://schemas.openxmlformats.org/officeDocument/2006/relationships/image" Target="../media/image292.png"/><Relationship Id="rId51" Type="http://schemas.openxmlformats.org/officeDocument/2006/relationships/image" Target="../media/image293.png"/><Relationship Id="rId52" Type="http://schemas.openxmlformats.org/officeDocument/2006/relationships/image" Target="../media/image294.png"/><Relationship Id="rId53" Type="http://schemas.openxmlformats.org/officeDocument/2006/relationships/image" Target="../media/image295.png"/><Relationship Id="rId54" Type="http://schemas.openxmlformats.org/officeDocument/2006/relationships/image" Target="../media/image296.png"/><Relationship Id="rId55" Type="http://schemas.openxmlformats.org/officeDocument/2006/relationships/image" Target="../media/image297.png"/><Relationship Id="rId56" Type="http://schemas.openxmlformats.org/officeDocument/2006/relationships/image" Target="../media/image298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3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144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145.png"/><Relationship Id="rId9" Type="http://schemas.openxmlformats.org/officeDocument/2006/relationships/image" Target="../media/image146.png"/><Relationship Id="rId10" Type="http://schemas.openxmlformats.org/officeDocument/2006/relationships/image" Target="../media/image147.png"/><Relationship Id="rId11" Type="http://schemas.openxmlformats.org/officeDocument/2006/relationships/image" Target="../media/image148.png"/><Relationship Id="rId12" Type="http://schemas.openxmlformats.org/officeDocument/2006/relationships/image" Target="../media/image149.png"/><Relationship Id="rId13" Type="http://schemas.openxmlformats.org/officeDocument/2006/relationships/image" Target="../media/image150.png"/><Relationship Id="rId14" Type="http://schemas.openxmlformats.org/officeDocument/2006/relationships/image" Target="../media/image151.png"/><Relationship Id="rId15" Type="http://schemas.openxmlformats.org/officeDocument/2006/relationships/image" Target="../media/image152.png"/><Relationship Id="rId16" Type="http://schemas.openxmlformats.org/officeDocument/2006/relationships/image" Target="../media/image153.png"/><Relationship Id="rId17" Type="http://schemas.openxmlformats.org/officeDocument/2006/relationships/image" Target="../media/image154.png"/><Relationship Id="rId18" Type="http://schemas.openxmlformats.org/officeDocument/2006/relationships/image" Target="../media/image155.png"/><Relationship Id="rId19" Type="http://schemas.openxmlformats.org/officeDocument/2006/relationships/image" Target="../media/image299.png"/><Relationship Id="rId20" Type="http://schemas.openxmlformats.org/officeDocument/2006/relationships/image" Target="../media/image277.png"/><Relationship Id="rId21" Type="http://schemas.openxmlformats.org/officeDocument/2006/relationships/image" Target="../media/image300.png"/><Relationship Id="rId22" Type="http://schemas.openxmlformats.org/officeDocument/2006/relationships/image" Target="../media/image301.png"/><Relationship Id="rId23" Type="http://schemas.openxmlformats.org/officeDocument/2006/relationships/image" Target="../media/image302.png"/><Relationship Id="rId24" Type="http://schemas.openxmlformats.org/officeDocument/2006/relationships/image" Target="../media/image303.png"/><Relationship Id="rId25" Type="http://schemas.openxmlformats.org/officeDocument/2006/relationships/image" Target="../media/image304.png"/><Relationship Id="rId26" Type="http://schemas.openxmlformats.org/officeDocument/2006/relationships/image" Target="../media/image305.png"/><Relationship Id="rId27" Type="http://schemas.openxmlformats.org/officeDocument/2006/relationships/image" Target="../media/image306.png"/><Relationship Id="rId28" Type="http://schemas.openxmlformats.org/officeDocument/2006/relationships/image" Target="../media/image307.png"/><Relationship Id="rId29" Type="http://schemas.openxmlformats.org/officeDocument/2006/relationships/image" Target="../media/image308.png"/><Relationship Id="rId30" Type="http://schemas.openxmlformats.org/officeDocument/2006/relationships/image" Target="../media/image309.png"/><Relationship Id="rId31" Type="http://schemas.openxmlformats.org/officeDocument/2006/relationships/image" Target="../media/image310.png"/><Relationship Id="rId32" Type="http://schemas.openxmlformats.org/officeDocument/2006/relationships/image" Target="../media/image311.png"/><Relationship Id="rId33" Type="http://schemas.openxmlformats.org/officeDocument/2006/relationships/image" Target="../media/image312.png"/><Relationship Id="rId34" Type="http://schemas.openxmlformats.org/officeDocument/2006/relationships/image" Target="../media/image313.png"/><Relationship Id="rId35" Type="http://schemas.openxmlformats.org/officeDocument/2006/relationships/image" Target="../media/image314.png"/><Relationship Id="rId36" Type="http://schemas.openxmlformats.org/officeDocument/2006/relationships/image" Target="../media/image315.png"/><Relationship Id="rId37" Type="http://schemas.openxmlformats.org/officeDocument/2006/relationships/image" Target="../media/image316.png"/><Relationship Id="rId38" Type="http://schemas.openxmlformats.org/officeDocument/2006/relationships/image" Target="../media/image317.png"/><Relationship Id="rId39" Type="http://schemas.openxmlformats.org/officeDocument/2006/relationships/image" Target="../media/image185.png"/><Relationship Id="rId40" Type="http://schemas.openxmlformats.org/officeDocument/2006/relationships/image" Target="../media/image187.png"/><Relationship Id="rId41" Type="http://schemas.openxmlformats.org/officeDocument/2006/relationships/image" Target="../media/image318.png"/><Relationship Id="rId42" Type="http://schemas.openxmlformats.org/officeDocument/2006/relationships/image" Target="../media/image319.png"/><Relationship Id="rId43" Type="http://schemas.openxmlformats.org/officeDocument/2006/relationships/image" Target="../media/image320.png"/><Relationship Id="rId44" Type="http://schemas.openxmlformats.org/officeDocument/2006/relationships/image" Target="../media/image321.png"/><Relationship Id="rId45" Type="http://schemas.openxmlformats.org/officeDocument/2006/relationships/image" Target="../media/image322.png"/><Relationship Id="rId46" Type="http://schemas.openxmlformats.org/officeDocument/2006/relationships/image" Target="../media/image323.png"/><Relationship Id="rId47" Type="http://schemas.openxmlformats.org/officeDocument/2006/relationships/image" Target="../media/image324.png"/><Relationship Id="rId48" Type="http://schemas.openxmlformats.org/officeDocument/2006/relationships/image" Target="../media/image325.png"/><Relationship Id="rId49" Type="http://schemas.openxmlformats.org/officeDocument/2006/relationships/image" Target="../media/image326.png"/><Relationship Id="rId50" Type="http://schemas.openxmlformats.org/officeDocument/2006/relationships/image" Target="../media/image327.png"/><Relationship Id="rId51" Type="http://schemas.openxmlformats.org/officeDocument/2006/relationships/image" Target="../media/image328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9.png"/><Relationship Id="rId3" Type="http://schemas.openxmlformats.org/officeDocument/2006/relationships/image" Target="../media/image330.png"/><Relationship Id="rId4" Type="http://schemas.openxmlformats.org/officeDocument/2006/relationships/image" Target="../media/image331.png"/><Relationship Id="rId5" Type="http://schemas.openxmlformats.org/officeDocument/2006/relationships/image" Target="../media/image332.png"/><Relationship Id="rId6" Type="http://schemas.openxmlformats.org/officeDocument/2006/relationships/image" Target="../media/image333.png"/><Relationship Id="rId7" Type="http://schemas.openxmlformats.org/officeDocument/2006/relationships/image" Target="../media/image334.png"/><Relationship Id="rId8" Type="http://schemas.openxmlformats.org/officeDocument/2006/relationships/image" Target="../media/image335.png"/><Relationship Id="rId9" Type="http://schemas.openxmlformats.org/officeDocument/2006/relationships/image" Target="../media/image336.png"/><Relationship Id="rId10" Type="http://schemas.openxmlformats.org/officeDocument/2006/relationships/image" Target="../media/image337.png"/><Relationship Id="rId11" Type="http://schemas.openxmlformats.org/officeDocument/2006/relationships/image" Target="../media/image338.png"/><Relationship Id="rId12" Type="http://schemas.openxmlformats.org/officeDocument/2006/relationships/image" Target="../media/image339.png"/><Relationship Id="rId13" Type="http://schemas.openxmlformats.org/officeDocument/2006/relationships/image" Target="../media/image340.png"/><Relationship Id="rId14" Type="http://schemas.openxmlformats.org/officeDocument/2006/relationships/image" Target="../media/image341.png"/><Relationship Id="rId15" Type="http://schemas.openxmlformats.org/officeDocument/2006/relationships/image" Target="../media/image342.png"/><Relationship Id="rId16" Type="http://schemas.openxmlformats.org/officeDocument/2006/relationships/image" Target="../media/image343.png"/><Relationship Id="rId17" Type="http://schemas.openxmlformats.org/officeDocument/2006/relationships/image" Target="../media/image344.png"/><Relationship Id="rId18" Type="http://schemas.openxmlformats.org/officeDocument/2006/relationships/image" Target="../media/image345.png"/><Relationship Id="rId19" Type="http://schemas.openxmlformats.org/officeDocument/2006/relationships/image" Target="../media/image346.png"/><Relationship Id="rId20" Type="http://schemas.openxmlformats.org/officeDocument/2006/relationships/image" Target="../media/image347.png"/><Relationship Id="rId21" Type="http://schemas.openxmlformats.org/officeDocument/2006/relationships/image" Target="../media/image348.png"/><Relationship Id="rId22" Type="http://schemas.openxmlformats.org/officeDocument/2006/relationships/image" Target="../media/image349.png"/><Relationship Id="rId23" Type="http://schemas.openxmlformats.org/officeDocument/2006/relationships/image" Target="../media/image350.png"/><Relationship Id="rId24" Type="http://schemas.openxmlformats.org/officeDocument/2006/relationships/image" Target="../media/image351.png"/><Relationship Id="rId25" Type="http://schemas.openxmlformats.org/officeDocument/2006/relationships/image" Target="../media/image352.png"/><Relationship Id="rId26" Type="http://schemas.openxmlformats.org/officeDocument/2006/relationships/image" Target="../media/image353.png"/><Relationship Id="rId27" Type="http://schemas.openxmlformats.org/officeDocument/2006/relationships/image" Target="../media/image354.png"/><Relationship Id="rId28" Type="http://schemas.openxmlformats.org/officeDocument/2006/relationships/image" Target="../media/image355.png"/><Relationship Id="rId29" Type="http://schemas.openxmlformats.org/officeDocument/2006/relationships/image" Target="../media/image356.png"/><Relationship Id="rId30" Type="http://schemas.openxmlformats.org/officeDocument/2006/relationships/image" Target="../media/image357.png"/><Relationship Id="rId31" Type="http://schemas.openxmlformats.org/officeDocument/2006/relationships/image" Target="../media/image358.png"/><Relationship Id="rId32" Type="http://schemas.openxmlformats.org/officeDocument/2006/relationships/image" Target="../media/image359.png"/><Relationship Id="rId33" Type="http://schemas.openxmlformats.org/officeDocument/2006/relationships/image" Target="../media/image360.png"/><Relationship Id="rId34" Type="http://schemas.openxmlformats.org/officeDocument/2006/relationships/image" Target="../media/image361.png"/><Relationship Id="rId35" Type="http://schemas.openxmlformats.org/officeDocument/2006/relationships/image" Target="../media/image362.png"/><Relationship Id="rId36" Type="http://schemas.openxmlformats.org/officeDocument/2006/relationships/image" Target="../media/image363.png"/><Relationship Id="rId37" Type="http://schemas.openxmlformats.org/officeDocument/2006/relationships/image" Target="../media/image364.png"/><Relationship Id="rId38" Type="http://schemas.openxmlformats.org/officeDocument/2006/relationships/image" Target="../media/image365.png"/><Relationship Id="rId39" Type="http://schemas.openxmlformats.org/officeDocument/2006/relationships/image" Target="../media/image366.png"/><Relationship Id="rId40" Type="http://schemas.openxmlformats.org/officeDocument/2006/relationships/image" Target="../media/image367.png"/><Relationship Id="rId41" Type="http://schemas.openxmlformats.org/officeDocument/2006/relationships/image" Target="../media/image368.png"/><Relationship Id="rId42" Type="http://schemas.openxmlformats.org/officeDocument/2006/relationships/image" Target="../media/image369.png"/><Relationship Id="rId43" Type="http://schemas.openxmlformats.org/officeDocument/2006/relationships/image" Target="../media/image370.png"/><Relationship Id="rId44" Type="http://schemas.openxmlformats.org/officeDocument/2006/relationships/image" Target="../media/image371.png"/><Relationship Id="rId45" Type="http://schemas.openxmlformats.org/officeDocument/2006/relationships/image" Target="../media/image372.png"/><Relationship Id="rId46" Type="http://schemas.openxmlformats.org/officeDocument/2006/relationships/image" Target="../media/image373.png"/><Relationship Id="rId47" Type="http://schemas.openxmlformats.org/officeDocument/2006/relationships/image" Target="../media/image374.png"/><Relationship Id="rId48" Type="http://schemas.openxmlformats.org/officeDocument/2006/relationships/image" Target="../media/image375.png"/><Relationship Id="rId49" Type="http://schemas.openxmlformats.org/officeDocument/2006/relationships/image" Target="../media/image376.png"/><Relationship Id="rId50" Type="http://schemas.openxmlformats.org/officeDocument/2006/relationships/image" Target="../media/image377.png"/><Relationship Id="rId51" Type="http://schemas.openxmlformats.org/officeDocument/2006/relationships/image" Target="../media/image378.png"/><Relationship Id="rId52" Type="http://schemas.openxmlformats.org/officeDocument/2006/relationships/image" Target="../media/image379.png"/><Relationship Id="rId53" Type="http://schemas.openxmlformats.org/officeDocument/2006/relationships/image" Target="../media/image380.png"/><Relationship Id="rId54" Type="http://schemas.openxmlformats.org/officeDocument/2006/relationships/image" Target="../media/image381.png"/><Relationship Id="rId55" Type="http://schemas.openxmlformats.org/officeDocument/2006/relationships/image" Target="../media/image382.png"/><Relationship Id="rId56" Type="http://schemas.openxmlformats.org/officeDocument/2006/relationships/image" Target="../media/image383.png"/><Relationship Id="rId57" Type="http://schemas.openxmlformats.org/officeDocument/2006/relationships/image" Target="../media/image384.png"/><Relationship Id="rId58" Type="http://schemas.openxmlformats.org/officeDocument/2006/relationships/image" Target="../media/image385.png"/><Relationship Id="rId59" Type="http://schemas.openxmlformats.org/officeDocument/2006/relationships/image" Target="../media/image386.png"/><Relationship Id="rId60" Type="http://schemas.openxmlformats.org/officeDocument/2006/relationships/image" Target="../media/image387.png"/><Relationship Id="rId61" Type="http://schemas.openxmlformats.org/officeDocument/2006/relationships/image" Target="../media/image388.png"/><Relationship Id="rId62" Type="http://schemas.openxmlformats.org/officeDocument/2006/relationships/image" Target="../media/image389.png"/><Relationship Id="rId63" Type="http://schemas.openxmlformats.org/officeDocument/2006/relationships/image" Target="../media/image390.png"/><Relationship Id="rId64" Type="http://schemas.openxmlformats.org/officeDocument/2006/relationships/image" Target="../media/image391.png"/><Relationship Id="rId65" Type="http://schemas.openxmlformats.org/officeDocument/2006/relationships/image" Target="../media/image392.png"/><Relationship Id="rId66" Type="http://schemas.openxmlformats.org/officeDocument/2006/relationships/image" Target="../media/image393.png"/><Relationship Id="rId67" Type="http://schemas.openxmlformats.org/officeDocument/2006/relationships/image" Target="../media/image394.png"/><Relationship Id="rId68" Type="http://schemas.openxmlformats.org/officeDocument/2006/relationships/image" Target="../media/image395.png"/><Relationship Id="rId69" Type="http://schemas.openxmlformats.org/officeDocument/2006/relationships/image" Target="../media/image396.png"/><Relationship Id="rId70" Type="http://schemas.openxmlformats.org/officeDocument/2006/relationships/image" Target="../media/image397.png"/><Relationship Id="rId71" Type="http://schemas.openxmlformats.org/officeDocument/2006/relationships/image" Target="../media/image398.png"/><Relationship Id="rId72" Type="http://schemas.openxmlformats.org/officeDocument/2006/relationships/image" Target="../media/image399.png"/><Relationship Id="rId73" Type="http://schemas.openxmlformats.org/officeDocument/2006/relationships/image" Target="../media/image400.png"/><Relationship Id="rId74" Type="http://schemas.openxmlformats.org/officeDocument/2006/relationships/image" Target="../media/image401.png"/><Relationship Id="rId75" Type="http://schemas.openxmlformats.org/officeDocument/2006/relationships/image" Target="../media/image402.png"/><Relationship Id="rId76" Type="http://schemas.openxmlformats.org/officeDocument/2006/relationships/image" Target="../media/image403.png"/><Relationship Id="rId77" Type="http://schemas.openxmlformats.org/officeDocument/2006/relationships/image" Target="../media/image404.png"/><Relationship Id="rId78" Type="http://schemas.openxmlformats.org/officeDocument/2006/relationships/image" Target="../media/image405.png"/><Relationship Id="rId79" Type="http://schemas.openxmlformats.org/officeDocument/2006/relationships/image" Target="../media/image406.png"/><Relationship Id="rId80" Type="http://schemas.openxmlformats.org/officeDocument/2006/relationships/image" Target="../media/image407.png"/><Relationship Id="rId81" Type="http://schemas.openxmlformats.org/officeDocument/2006/relationships/image" Target="../media/image408.png"/><Relationship Id="rId82" Type="http://schemas.openxmlformats.org/officeDocument/2006/relationships/image" Target="../media/image409.png"/><Relationship Id="rId83" Type="http://schemas.openxmlformats.org/officeDocument/2006/relationships/image" Target="../media/image410.png"/><Relationship Id="rId84" Type="http://schemas.openxmlformats.org/officeDocument/2006/relationships/image" Target="../media/image411.png"/><Relationship Id="rId85" Type="http://schemas.openxmlformats.org/officeDocument/2006/relationships/image" Target="../media/image412.png"/><Relationship Id="rId86" Type="http://schemas.openxmlformats.org/officeDocument/2006/relationships/image" Target="../media/image413.png"/><Relationship Id="rId87" Type="http://schemas.openxmlformats.org/officeDocument/2006/relationships/image" Target="../media/image414.png"/><Relationship Id="rId88" Type="http://schemas.openxmlformats.org/officeDocument/2006/relationships/image" Target="../media/image415.png"/><Relationship Id="rId89" Type="http://schemas.openxmlformats.org/officeDocument/2006/relationships/image" Target="../media/image416.png"/><Relationship Id="rId90" Type="http://schemas.openxmlformats.org/officeDocument/2006/relationships/image" Target="../media/image417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3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144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145.png"/><Relationship Id="rId9" Type="http://schemas.openxmlformats.org/officeDocument/2006/relationships/image" Target="../media/image146.png"/><Relationship Id="rId10" Type="http://schemas.openxmlformats.org/officeDocument/2006/relationships/image" Target="../media/image147.png"/><Relationship Id="rId11" Type="http://schemas.openxmlformats.org/officeDocument/2006/relationships/image" Target="../media/image148.png"/><Relationship Id="rId12" Type="http://schemas.openxmlformats.org/officeDocument/2006/relationships/image" Target="../media/image149.png"/><Relationship Id="rId13" Type="http://schemas.openxmlformats.org/officeDocument/2006/relationships/image" Target="../media/image150.png"/><Relationship Id="rId14" Type="http://schemas.openxmlformats.org/officeDocument/2006/relationships/image" Target="../media/image151.png"/><Relationship Id="rId15" Type="http://schemas.openxmlformats.org/officeDocument/2006/relationships/image" Target="../media/image152.png"/><Relationship Id="rId16" Type="http://schemas.openxmlformats.org/officeDocument/2006/relationships/image" Target="../media/image153.png"/><Relationship Id="rId17" Type="http://schemas.openxmlformats.org/officeDocument/2006/relationships/image" Target="../media/image154.png"/><Relationship Id="rId18" Type="http://schemas.openxmlformats.org/officeDocument/2006/relationships/image" Target="../media/image155.png"/><Relationship Id="rId19" Type="http://schemas.openxmlformats.org/officeDocument/2006/relationships/image" Target="../media/image299.png"/><Relationship Id="rId20" Type="http://schemas.openxmlformats.org/officeDocument/2006/relationships/image" Target="../media/image277.png"/><Relationship Id="rId21" Type="http://schemas.openxmlformats.org/officeDocument/2006/relationships/image" Target="../media/image300.png"/><Relationship Id="rId22" Type="http://schemas.openxmlformats.org/officeDocument/2006/relationships/image" Target="../media/image301.png"/><Relationship Id="rId23" Type="http://schemas.openxmlformats.org/officeDocument/2006/relationships/image" Target="../media/image302.png"/><Relationship Id="rId24" Type="http://schemas.openxmlformats.org/officeDocument/2006/relationships/image" Target="../media/image303.png"/><Relationship Id="rId25" Type="http://schemas.openxmlformats.org/officeDocument/2006/relationships/image" Target="../media/image418.png"/><Relationship Id="rId26" Type="http://schemas.openxmlformats.org/officeDocument/2006/relationships/image" Target="../media/image305.png"/><Relationship Id="rId27" Type="http://schemas.openxmlformats.org/officeDocument/2006/relationships/image" Target="../media/image306.png"/><Relationship Id="rId28" Type="http://schemas.openxmlformats.org/officeDocument/2006/relationships/image" Target="../media/image419.png"/><Relationship Id="rId29" Type="http://schemas.openxmlformats.org/officeDocument/2006/relationships/image" Target="../media/image420.png"/><Relationship Id="rId30" Type="http://schemas.openxmlformats.org/officeDocument/2006/relationships/image" Target="../media/image309.png"/><Relationship Id="rId31" Type="http://schemas.openxmlformats.org/officeDocument/2006/relationships/image" Target="../media/image421.png"/><Relationship Id="rId32" Type="http://schemas.openxmlformats.org/officeDocument/2006/relationships/image" Target="../media/image311.png"/><Relationship Id="rId33" Type="http://schemas.openxmlformats.org/officeDocument/2006/relationships/image" Target="../media/image422.png"/><Relationship Id="rId34" Type="http://schemas.openxmlformats.org/officeDocument/2006/relationships/image" Target="../media/image423.png"/><Relationship Id="rId35" Type="http://schemas.openxmlformats.org/officeDocument/2006/relationships/image" Target="../media/image424.png"/><Relationship Id="rId36" Type="http://schemas.openxmlformats.org/officeDocument/2006/relationships/image" Target="../media/image425.png"/><Relationship Id="rId37" Type="http://schemas.openxmlformats.org/officeDocument/2006/relationships/image" Target="../media/image426.png"/><Relationship Id="rId38" Type="http://schemas.openxmlformats.org/officeDocument/2006/relationships/image" Target="../media/image427.png"/><Relationship Id="rId39" Type="http://schemas.openxmlformats.org/officeDocument/2006/relationships/image" Target="../media/image185.png"/><Relationship Id="rId40" Type="http://schemas.openxmlformats.org/officeDocument/2006/relationships/image" Target="../media/image187.png"/><Relationship Id="rId41" Type="http://schemas.openxmlformats.org/officeDocument/2006/relationships/image" Target="../media/image428.png"/><Relationship Id="rId42" Type="http://schemas.openxmlformats.org/officeDocument/2006/relationships/image" Target="../media/image429.png"/><Relationship Id="rId43" Type="http://schemas.openxmlformats.org/officeDocument/2006/relationships/image" Target="../media/image430.png"/><Relationship Id="rId44" Type="http://schemas.openxmlformats.org/officeDocument/2006/relationships/image" Target="../media/image431.png"/><Relationship Id="rId45" Type="http://schemas.openxmlformats.org/officeDocument/2006/relationships/image" Target="../media/image432.png"/><Relationship Id="rId46" Type="http://schemas.openxmlformats.org/officeDocument/2006/relationships/image" Target="../media/image433.png"/><Relationship Id="rId47" Type="http://schemas.openxmlformats.org/officeDocument/2006/relationships/image" Target="../media/image434.png"/><Relationship Id="rId48" Type="http://schemas.openxmlformats.org/officeDocument/2006/relationships/image" Target="../media/image435.png"/><Relationship Id="rId49" Type="http://schemas.openxmlformats.org/officeDocument/2006/relationships/image" Target="../media/image436.png"/><Relationship Id="rId50" Type="http://schemas.openxmlformats.org/officeDocument/2006/relationships/image" Target="../media/image437.png"/><Relationship Id="rId51" Type="http://schemas.openxmlformats.org/officeDocument/2006/relationships/image" Target="../media/image438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9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0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1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2.png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Relationship Id="rId12" Type="http://schemas.openxmlformats.org/officeDocument/2006/relationships/image" Target="../media/image452.png"/><Relationship Id="rId13" Type="http://schemas.openxmlformats.org/officeDocument/2006/relationships/image" Target="../media/image453.png"/><Relationship Id="rId14" Type="http://schemas.openxmlformats.org/officeDocument/2006/relationships/image" Target="../media/image454.png"/><Relationship Id="rId15" Type="http://schemas.openxmlformats.org/officeDocument/2006/relationships/image" Target="../media/image455.png"/><Relationship Id="rId16" Type="http://schemas.openxmlformats.org/officeDocument/2006/relationships/image" Target="../media/image456.png"/><Relationship Id="rId17" Type="http://schemas.openxmlformats.org/officeDocument/2006/relationships/image" Target="../media/image457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8.png"/><Relationship Id="rId3" Type="http://schemas.openxmlformats.org/officeDocument/2006/relationships/image" Target="../media/image459.png"/><Relationship Id="rId4" Type="http://schemas.openxmlformats.org/officeDocument/2006/relationships/image" Target="../media/image460.png"/><Relationship Id="rId5" Type="http://schemas.openxmlformats.org/officeDocument/2006/relationships/image" Target="../media/image461.png"/><Relationship Id="rId6" Type="http://schemas.openxmlformats.org/officeDocument/2006/relationships/image" Target="../media/image462.png"/><Relationship Id="rId7" Type="http://schemas.openxmlformats.org/officeDocument/2006/relationships/image" Target="../media/image463.png"/><Relationship Id="rId8" Type="http://schemas.openxmlformats.org/officeDocument/2006/relationships/image" Target="../media/image464.png"/><Relationship Id="rId9" Type="http://schemas.openxmlformats.org/officeDocument/2006/relationships/image" Target="../media/image465.png"/><Relationship Id="rId10" Type="http://schemas.openxmlformats.org/officeDocument/2006/relationships/image" Target="../media/image466.png"/><Relationship Id="rId11" Type="http://schemas.openxmlformats.org/officeDocument/2006/relationships/image" Target="../media/image467.png"/><Relationship Id="rId12" Type="http://schemas.openxmlformats.org/officeDocument/2006/relationships/image" Target="../media/image468.png"/><Relationship Id="rId13" Type="http://schemas.openxmlformats.org/officeDocument/2006/relationships/image" Target="../media/image469.png"/><Relationship Id="rId14" Type="http://schemas.openxmlformats.org/officeDocument/2006/relationships/image" Target="../media/image470.png"/><Relationship Id="rId15" Type="http://schemas.openxmlformats.org/officeDocument/2006/relationships/image" Target="../media/image471.png"/><Relationship Id="rId16" Type="http://schemas.openxmlformats.org/officeDocument/2006/relationships/image" Target="../media/image472.png"/><Relationship Id="rId17" Type="http://schemas.openxmlformats.org/officeDocument/2006/relationships/image" Target="../media/image473.png"/><Relationship Id="rId18" Type="http://schemas.openxmlformats.org/officeDocument/2006/relationships/image" Target="../media/image474.png"/><Relationship Id="rId19" Type="http://schemas.openxmlformats.org/officeDocument/2006/relationships/image" Target="../media/image475.png"/><Relationship Id="rId20" Type="http://schemas.openxmlformats.org/officeDocument/2006/relationships/image" Target="../media/image476.png"/><Relationship Id="rId21" Type="http://schemas.openxmlformats.org/officeDocument/2006/relationships/image" Target="../media/image477.png"/><Relationship Id="rId22" Type="http://schemas.openxmlformats.org/officeDocument/2006/relationships/image" Target="../media/image478.png"/><Relationship Id="rId23" Type="http://schemas.openxmlformats.org/officeDocument/2006/relationships/image" Target="../media/image479.png"/><Relationship Id="rId24" Type="http://schemas.openxmlformats.org/officeDocument/2006/relationships/image" Target="../media/image480.png"/><Relationship Id="rId25" Type="http://schemas.openxmlformats.org/officeDocument/2006/relationships/image" Target="../media/image481.png"/><Relationship Id="rId26" Type="http://schemas.openxmlformats.org/officeDocument/2006/relationships/image" Target="../media/image482.png"/><Relationship Id="rId27" Type="http://schemas.openxmlformats.org/officeDocument/2006/relationships/image" Target="../media/image483.png"/><Relationship Id="rId28" Type="http://schemas.openxmlformats.org/officeDocument/2006/relationships/image" Target="../media/image484.png"/><Relationship Id="rId29" Type="http://schemas.openxmlformats.org/officeDocument/2006/relationships/image" Target="../media/image485.png"/><Relationship Id="rId30" Type="http://schemas.openxmlformats.org/officeDocument/2006/relationships/image" Target="../media/image486.png"/><Relationship Id="rId31" Type="http://schemas.openxmlformats.org/officeDocument/2006/relationships/image" Target="../media/image487.png"/><Relationship Id="rId32" Type="http://schemas.openxmlformats.org/officeDocument/2006/relationships/image" Target="../media/image488.png"/><Relationship Id="rId33" Type="http://schemas.openxmlformats.org/officeDocument/2006/relationships/image" Target="../media/image489.png"/><Relationship Id="rId34" Type="http://schemas.openxmlformats.org/officeDocument/2006/relationships/image" Target="../media/image490.png"/><Relationship Id="rId35" Type="http://schemas.openxmlformats.org/officeDocument/2006/relationships/image" Target="../media/image491.png"/><Relationship Id="rId36" Type="http://schemas.openxmlformats.org/officeDocument/2006/relationships/image" Target="../media/image492.png"/><Relationship Id="rId37" Type="http://schemas.openxmlformats.org/officeDocument/2006/relationships/image" Target="../media/image493.png"/><Relationship Id="rId38" Type="http://schemas.openxmlformats.org/officeDocument/2006/relationships/image" Target="../media/image494.png"/><Relationship Id="rId39" Type="http://schemas.openxmlformats.org/officeDocument/2006/relationships/image" Target="../media/image495.png"/><Relationship Id="rId40" Type="http://schemas.openxmlformats.org/officeDocument/2006/relationships/image" Target="../media/image496.png"/><Relationship Id="rId41" Type="http://schemas.openxmlformats.org/officeDocument/2006/relationships/image" Target="../media/image497.png"/><Relationship Id="rId42" Type="http://schemas.openxmlformats.org/officeDocument/2006/relationships/image" Target="../media/image498.png"/><Relationship Id="rId43" Type="http://schemas.openxmlformats.org/officeDocument/2006/relationships/image" Target="../media/image499.png"/><Relationship Id="rId44" Type="http://schemas.openxmlformats.org/officeDocument/2006/relationships/image" Target="../media/image500.png"/><Relationship Id="rId45" Type="http://schemas.openxmlformats.org/officeDocument/2006/relationships/image" Target="../media/image501.png"/><Relationship Id="rId46" Type="http://schemas.openxmlformats.org/officeDocument/2006/relationships/image" Target="../media/image502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3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4.png"/><Relationship Id="rId3" Type="http://schemas.openxmlformats.org/officeDocument/2006/relationships/image" Target="../media/image505.png"/><Relationship Id="rId4" Type="http://schemas.openxmlformats.org/officeDocument/2006/relationships/image" Target="../media/image506.png"/><Relationship Id="rId5" Type="http://schemas.openxmlformats.org/officeDocument/2006/relationships/image" Target="../media/image507.png"/><Relationship Id="rId6" Type="http://schemas.openxmlformats.org/officeDocument/2006/relationships/image" Target="../media/image508.png"/><Relationship Id="rId7" Type="http://schemas.openxmlformats.org/officeDocument/2006/relationships/image" Target="../media/image509.png"/><Relationship Id="rId8" Type="http://schemas.openxmlformats.org/officeDocument/2006/relationships/image" Target="../media/image510.png"/><Relationship Id="rId9" Type="http://schemas.openxmlformats.org/officeDocument/2006/relationships/image" Target="../media/image511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2.jpg"/><Relationship Id="rId3" Type="http://schemas.openxmlformats.org/officeDocument/2006/relationships/image" Target="../media/image513.jpg"/><Relationship Id="rId4" Type="http://schemas.openxmlformats.org/officeDocument/2006/relationships/image" Target="../media/image514.jpg"/><Relationship Id="rId5" Type="http://schemas.openxmlformats.org/officeDocument/2006/relationships/image" Target="../media/image515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6.jpg"/><Relationship Id="rId3" Type="http://schemas.openxmlformats.org/officeDocument/2006/relationships/image" Target="../media/image512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7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6.png"/><Relationship Id="rId3" Type="http://schemas.openxmlformats.org/officeDocument/2006/relationships/image" Target="../media/image518.png"/><Relationship Id="rId4" Type="http://schemas.openxmlformats.org/officeDocument/2006/relationships/image" Target="../media/image519.png"/><Relationship Id="rId5" Type="http://schemas.openxmlformats.org/officeDocument/2006/relationships/image" Target="../media/image520.png"/><Relationship Id="rId6" Type="http://schemas.openxmlformats.org/officeDocument/2006/relationships/image" Target="../media/image521.png"/><Relationship Id="rId7" Type="http://schemas.openxmlformats.org/officeDocument/2006/relationships/image" Target="../media/image522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3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24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5.png"/><Relationship Id="rId3" Type="http://schemas.openxmlformats.org/officeDocument/2006/relationships/image" Target="../media/image526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7.png"/><Relationship Id="rId3" Type="http://schemas.openxmlformats.org/officeDocument/2006/relationships/image" Target="../media/image528.png"/><Relationship Id="rId4" Type="http://schemas.openxmlformats.org/officeDocument/2006/relationships/image" Target="../media/image529.png"/><Relationship Id="rId5" Type="http://schemas.openxmlformats.org/officeDocument/2006/relationships/image" Target="../media/image530.png"/><Relationship Id="rId6" Type="http://schemas.openxmlformats.org/officeDocument/2006/relationships/image" Target="../media/image531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32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3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4.jpg"/><Relationship Id="rId3" Type="http://schemas.openxmlformats.org/officeDocument/2006/relationships/image" Target="../media/image535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4.jpg"/><Relationship Id="rId3" Type="http://schemas.openxmlformats.org/officeDocument/2006/relationships/image" Target="../media/image535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398" y="805497"/>
            <a:ext cx="41402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</a:rPr>
              <a:t>国家中小学课程资源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1353311" y="2830067"/>
            <a:ext cx="409956" cy="4663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53755" y="3467417"/>
            <a:ext cx="2517775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100"/>
              </a:spcBef>
              <a:tabLst>
                <a:tab pos="72644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年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级：高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二 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主讲人：张明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哲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59030" y="3467417"/>
            <a:ext cx="3948429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810">
              <a:lnSpc>
                <a:spcPct val="119600"/>
              </a:lnSpc>
              <a:spcBef>
                <a:spcPts val="100"/>
              </a:spcBef>
              <a:tabLst>
                <a:tab pos="726440" algn="l"/>
              </a:tabLst>
            </a:pP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spc="-675" b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） 学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800" b="1">
                <a:solidFill>
                  <a:srgbClr val="FFFFFF"/>
                </a:solidFill>
                <a:latin typeface="华文楷体"/>
                <a:cs typeface="华文楷体"/>
              </a:rPr>
              <a:t>校：北京市第八中</a:t>
            </a:r>
            <a:r>
              <a:rPr dirty="0" sz="2800" spc="-10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endParaRPr sz="28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62097" y="1709343"/>
            <a:ext cx="6731634" cy="1701800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415"/>
              </a:spcBef>
            </a:pPr>
            <a:r>
              <a:rPr dirty="0" sz="4400" b="1">
                <a:solidFill>
                  <a:srgbClr val="FFFFFF"/>
                </a:solidFill>
                <a:latin typeface="微软雅黑"/>
                <a:cs typeface="微软雅黑"/>
              </a:rPr>
              <a:t>涡流、电磁阻尼和电磁驱</a:t>
            </a:r>
            <a:r>
              <a:rPr dirty="0" sz="4400" spc="5" b="1">
                <a:solidFill>
                  <a:srgbClr val="FFFFFF"/>
                </a:solidFill>
                <a:latin typeface="微软雅黑"/>
                <a:cs typeface="微软雅黑"/>
              </a:rPr>
              <a:t>动</a:t>
            </a:r>
            <a:endParaRPr sz="44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dirty="0" sz="4400" b="1">
                <a:solidFill>
                  <a:srgbClr val="FFFFFF"/>
                </a:solidFill>
                <a:latin typeface="微软雅黑"/>
                <a:cs typeface="微软雅黑"/>
              </a:rPr>
              <a:t>（第二课时</a:t>
            </a:r>
            <a:r>
              <a:rPr dirty="0" sz="4400" spc="5" b="1">
                <a:solidFill>
                  <a:srgbClr val="FFFFFF"/>
                </a:solidFill>
                <a:latin typeface="微软雅黑"/>
                <a:cs typeface="微软雅黑"/>
              </a:rPr>
              <a:t>）</a:t>
            </a:r>
            <a:endParaRPr sz="4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7170" rIns="0" bIns="0" rtlCol="0" vert="horz">
            <a:spAutoFit/>
          </a:bodyPr>
          <a:lstStyle/>
          <a:p>
            <a:pPr algn="ctr" marL="282575">
              <a:lnSpc>
                <a:spcPct val="100000"/>
              </a:lnSpc>
              <a:spcBef>
                <a:spcPts val="1710"/>
              </a:spcBef>
            </a:pPr>
            <a:r>
              <a:rPr dirty="0"/>
              <a:t>涡流、电磁阻尼和电磁驱动</a:t>
            </a:r>
          </a:p>
          <a:p>
            <a:pPr algn="ctr" marL="282575">
              <a:lnSpc>
                <a:spcPct val="100000"/>
              </a:lnSpc>
              <a:spcBef>
                <a:spcPts val="1080"/>
              </a:spcBef>
            </a:pPr>
            <a:r>
              <a:rPr dirty="0" sz="3200"/>
              <a:t>（第二课时</a:t>
            </a:r>
            <a:r>
              <a:rPr dirty="0" sz="3200" spc="5"/>
              <a:t>）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98089" y="3935454"/>
          <a:ext cx="7196455" cy="9728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2900"/>
                <a:gridCol w="895350"/>
                <a:gridCol w="3418204"/>
              </a:tblGrid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  <a:tabLst>
                          <a:tab pos="745490" algn="l"/>
                        </a:tabLst>
                      </a:pPr>
                      <a:r>
                        <a:rPr dirty="0" sz="2800" spc="-1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年	</a:t>
                      </a:r>
                      <a:r>
                        <a:rPr dirty="0" sz="280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级：高</a:t>
                      </a:r>
                      <a:r>
                        <a:rPr dirty="0" sz="2800" spc="-1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二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70815">
                        <a:lnSpc>
                          <a:spcPts val="3315"/>
                        </a:lnSpc>
                      </a:pPr>
                      <a:r>
                        <a:rPr dirty="0" sz="280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315"/>
                        </a:lnSpc>
                      </a:pPr>
                      <a:r>
                        <a:rPr dirty="0" sz="2800" spc="1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科：物理（人教版</a:t>
                      </a:r>
                      <a:r>
                        <a:rPr dirty="0" sz="280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）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0"/>
                </a:tc>
              </a:tr>
              <a:tr h="4861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主讲人：张明</a:t>
                      </a:r>
                      <a:r>
                        <a:rPr dirty="0" sz="2800" spc="-1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哲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algn="r" marR="2857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2800" spc="1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校：北京市第八中</a:t>
                      </a:r>
                      <a:r>
                        <a:rPr dirty="0" sz="2800" b="1">
                          <a:solidFill>
                            <a:srgbClr val="01611F"/>
                          </a:solidFill>
                          <a:latin typeface="华文楷体"/>
                          <a:cs typeface="华文楷体"/>
                        </a:rPr>
                        <a:t>学</a:t>
                      </a:r>
                      <a:endParaRPr sz="2800">
                        <a:latin typeface="华文楷体"/>
                        <a:cs typeface="华文楷体"/>
                      </a:endParaRPr>
                    </a:p>
                  </a:txBody>
                  <a:tcPr marL="0" marR="0" marB="0" marT="1841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52835" y="356287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52835" y="4002455"/>
            <a:ext cx="153263" cy="153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552835" y="444204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52835" y="4881638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92420" y="356287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92420" y="4002455"/>
            <a:ext cx="153263" cy="153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92420" y="444204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92420" y="4881638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32006" y="356287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32006" y="4002455"/>
            <a:ext cx="153263" cy="153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32006" y="444204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432006" y="4881638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871603" y="356287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71603" y="4002455"/>
            <a:ext cx="153263" cy="153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71603" y="444204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871603" y="4881638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311188" y="356287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311188" y="4002455"/>
            <a:ext cx="153263" cy="153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311188" y="444204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311188" y="4881638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750773" y="3562870"/>
            <a:ext cx="153263" cy="1532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750773" y="4002455"/>
            <a:ext cx="153263" cy="1532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750773" y="4442040"/>
            <a:ext cx="153263" cy="1532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750773" y="4881638"/>
            <a:ext cx="153263" cy="1532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190358" y="356287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190358" y="4002455"/>
            <a:ext cx="153263" cy="153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190358" y="444204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190358" y="4881638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629956" y="356287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629956" y="4002455"/>
            <a:ext cx="153263" cy="153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629956" y="444204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629956" y="4881638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928171" y="2616822"/>
            <a:ext cx="2672080" cy="1563370"/>
          </a:xfrm>
          <a:custGeom>
            <a:avLst/>
            <a:gdLst/>
            <a:ahLst/>
            <a:cxnLst/>
            <a:rect l="l" t="t" r="r" b="b"/>
            <a:pathLst>
              <a:path w="2672079" h="1563370">
                <a:moveTo>
                  <a:pt x="2671914" y="1562773"/>
                </a:moveTo>
                <a:lnTo>
                  <a:pt x="0" y="1562773"/>
                </a:lnTo>
                <a:lnTo>
                  <a:pt x="0" y="0"/>
                </a:lnTo>
                <a:lnTo>
                  <a:pt x="2671914" y="0"/>
                </a:lnTo>
                <a:lnTo>
                  <a:pt x="2671914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1537373"/>
                </a:lnTo>
                <a:lnTo>
                  <a:pt x="12700" y="1537373"/>
                </a:lnTo>
                <a:lnTo>
                  <a:pt x="25400" y="1550073"/>
                </a:lnTo>
                <a:lnTo>
                  <a:pt x="2671914" y="1550073"/>
                </a:lnTo>
                <a:lnTo>
                  <a:pt x="2671914" y="1562773"/>
                </a:lnTo>
                <a:close/>
              </a:path>
              <a:path w="2672079" h="156337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2672079" h="1563370">
                <a:moveTo>
                  <a:pt x="2646514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2646514" y="12700"/>
                </a:lnTo>
                <a:lnTo>
                  <a:pt x="2646514" y="25400"/>
                </a:lnTo>
                <a:close/>
              </a:path>
              <a:path w="2672079" h="1563370">
                <a:moveTo>
                  <a:pt x="2646514" y="1550073"/>
                </a:moveTo>
                <a:lnTo>
                  <a:pt x="2646514" y="12700"/>
                </a:lnTo>
                <a:lnTo>
                  <a:pt x="2659214" y="25400"/>
                </a:lnTo>
                <a:lnTo>
                  <a:pt x="2671914" y="25400"/>
                </a:lnTo>
                <a:lnTo>
                  <a:pt x="2671914" y="1537373"/>
                </a:lnTo>
                <a:lnTo>
                  <a:pt x="2659214" y="1537373"/>
                </a:lnTo>
                <a:lnTo>
                  <a:pt x="2646514" y="1550073"/>
                </a:lnTo>
                <a:close/>
              </a:path>
              <a:path w="2672079" h="1563370">
                <a:moveTo>
                  <a:pt x="2671914" y="25400"/>
                </a:moveTo>
                <a:lnTo>
                  <a:pt x="2659214" y="25400"/>
                </a:lnTo>
                <a:lnTo>
                  <a:pt x="2646514" y="12700"/>
                </a:lnTo>
                <a:lnTo>
                  <a:pt x="2671914" y="12700"/>
                </a:lnTo>
                <a:lnTo>
                  <a:pt x="2671914" y="25400"/>
                </a:lnTo>
                <a:close/>
              </a:path>
              <a:path w="2672079" h="1563370">
                <a:moveTo>
                  <a:pt x="25400" y="1550073"/>
                </a:moveTo>
                <a:lnTo>
                  <a:pt x="12700" y="1537373"/>
                </a:lnTo>
                <a:lnTo>
                  <a:pt x="25400" y="1537373"/>
                </a:lnTo>
                <a:lnTo>
                  <a:pt x="25400" y="1550073"/>
                </a:lnTo>
                <a:close/>
              </a:path>
              <a:path w="2672079" h="1563370">
                <a:moveTo>
                  <a:pt x="2646514" y="1550073"/>
                </a:moveTo>
                <a:lnTo>
                  <a:pt x="25400" y="1550073"/>
                </a:lnTo>
                <a:lnTo>
                  <a:pt x="25400" y="1537373"/>
                </a:lnTo>
                <a:lnTo>
                  <a:pt x="2646514" y="1537373"/>
                </a:lnTo>
                <a:lnTo>
                  <a:pt x="2646514" y="1550073"/>
                </a:lnTo>
                <a:close/>
              </a:path>
              <a:path w="2672079" h="1563370">
                <a:moveTo>
                  <a:pt x="2671914" y="1550073"/>
                </a:moveTo>
                <a:lnTo>
                  <a:pt x="2646514" y="1550073"/>
                </a:lnTo>
                <a:lnTo>
                  <a:pt x="2659214" y="1537373"/>
                </a:lnTo>
                <a:lnTo>
                  <a:pt x="2671914" y="1537373"/>
                </a:lnTo>
                <a:lnTo>
                  <a:pt x="2671914" y="1550073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496672" y="484122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689860" y="1482852"/>
            <a:ext cx="4970145" cy="474345"/>
          </a:xfrm>
          <a:custGeom>
            <a:avLst/>
            <a:gdLst/>
            <a:ahLst/>
            <a:cxnLst/>
            <a:rect l="l" t="t" r="r" b="b"/>
            <a:pathLst>
              <a:path w="4970145" h="474344">
                <a:moveTo>
                  <a:pt x="4890516" y="473964"/>
                </a:moveTo>
                <a:lnTo>
                  <a:pt x="79247" y="473964"/>
                </a:lnTo>
                <a:lnTo>
                  <a:pt x="48525" y="467459"/>
                </a:lnTo>
                <a:lnTo>
                  <a:pt x="23398" y="450403"/>
                </a:lnTo>
                <a:lnTo>
                  <a:pt x="6383" y="425316"/>
                </a:lnTo>
                <a:lnTo>
                  <a:pt x="0" y="394716"/>
                </a:lnTo>
                <a:lnTo>
                  <a:pt x="0" y="77724"/>
                </a:lnTo>
                <a:lnTo>
                  <a:pt x="6383" y="47382"/>
                </a:lnTo>
                <a:lnTo>
                  <a:pt x="23398" y="22540"/>
                </a:lnTo>
                <a:lnTo>
                  <a:pt x="48525" y="5859"/>
                </a:lnTo>
                <a:lnTo>
                  <a:pt x="79247" y="0"/>
                </a:lnTo>
                <a:lnTo>
                  <a:pt x="4890516" y="0"/>
                </a:lnTo>
                <a:lnTo>
                  <a:pt x="4921138" y="5859"/>
                </a:lnTo>
                <a:lnTo>
                  <a:pt x="4946232" y="22540"/>
                </a:lnTo>
                <a:lnTo>
                  <a:pt x="4963280" y="47382"/>
                </a:lnTo>
                <a:lnTo>
                  <a:pt x="4969764" y="77724"/>
                </a:lnTo>
                <a:lnTo>
                  <a:pt x="4969764" y="394716"/>
                </a:lnTo>
                <a:lnTo>
                  <a:pt x="4963280" y="425316"/>
                </a:lnTo>
                <a:lnTo>
                  <a:pt x="4946232" y="450403"/>
                </a:lnTo>
                <a:lnTo>
                  <a:pt x="4921138" y="467459"/>
                </a:lnTo>
                <a:lnTo>
                  <a:pt x="4890516" y="47396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385060" y="13319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413003" y="762000"/>
                </a:moveTo>
                <a:lnTo>
                  <a:pt x="0" y="413004"/>
                </a:lnTo>
                <a:lnTo>
                  <a:pt x="348995" y="0"/>
                </a:lnTo>
                <a:lnTo>
                  <a:pt x="762000" y="348996"/>
                </a:lnTo>
                <a:lnTo>
                  <a:pt x="413003" y="76200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3249117" y="1489849"/>
            <a:ext cx="42926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solidFill>
                  <a:srgbClr val="FFFFFF"/>
                </a:solidFill>
                <a:latin typeface="华文楷体"/>
                <a:cs typeface="华文楷体"/>
              </a:rPr>
              <a:t>安培力对线框的运动有何影响？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818632" y="2673095"/>
            <a:ext cx="1321308" cy="11247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183884" y="4338053"/>
            <a:ext cx="190500" cy="766445"/>
          </a:xfrm>
          <a:custGeom>
            <a:avLst/>
            <a:gdLst/>
            <a:ahLst/>
            <a:cxnLst/>
            <a:rect l="l" t="t" r="r" b="b"/>
            <a:pathLst>
              <a:path w="190500" h="766445">
                <a:moveTo>
                  <a:pt x="95250" y="670572"/>
                </a:moveTo>
                <a:lnTo>
                  <a:pt x="63500" y="638822"/>
                </a:lnTo>
                <a:lnTo>
                  <a:pt x="63500" y="0"/>
                </a:lnTo>
                <a:lnTo>
                  <a:pt x="127000" y="0"/>
                </a:lnTo>
                <a:lnTo>
                  <a:pt x="127000" y="638822"/>
                </a:lnTo>
                <a:lnTo>
                  <a:pt x="95250" y="670572"/>
                </a:lnTo>
                <a:close/>
              </a:path>
              <a:path w="190500" h="766445">
                <a:moveTo>
                  <a:pt x="95250" y="765822"/>
                </a:moveTo>
                <a:lnTo>
                  <a:pt x="0" y="575322"/>
                </a:lnTo>
                <a:lnTo>
                  <a:pt x="63500" y="638822"/>
                </a:lnTo>
                <a:lnTo>
                  <a:pt x="63500" y="694385"/>
                </a:lnTo>
                <a:lnTo>
                  <a:pt x="130968" y="694385"/>
                </a:lnTo>
                <a:lnTo>
                  <a:pt x="95250" y="765822"/>
                </a:lnTo>
                <a:close/>
              </a:path>
              <a:path w="190500" h="766445">
                <a:moveTo>
                  <a:pt x="130968" y="694385"/>
                </a:moveTo>
                <a:lnTo>
                  <a:pt x="127000" y="694385"/>
                </a:lnTo>
                <a:lnTo>
                  <a:pt x="127000" y="638822"/>
                </a:lnTo>
                <a:lnTo>
                  <a:pt x="190500" y="575322"/>
                </a:lnTo>
                <a:lnTo>
                  <a:pt x="130968" y="694385"/>
                </a:lnTo>
                <a:close/>
              </a:path>
              <a:path w="190500" h="766445">
                <a:moveTo>
                  <a:pt x="127000" y="694385"/>
                </a:moveTo>
                <a:lnTo>
                  <a:pt x="63500" y="694385"/>
                </a:lnTo>
                <a:lnTo>
                  <a:pt x="63500" y="638822"/>
                </a:lnTo>
                <a:lnTo>
                  <a:pt x="95250" y="670572"/>
                </a:lnTo>
                <a:lnTo>
                  <a:pt x="127000" y="670572"/>
                </a:lnTo>
                <a:lnTo>
                  <a:pt x="127000" y="694385"/>
                </a:lnTo>
                <a:close/>
              </a:path>
              <a:path w="190500" h="766445">
                <a:moveTo>
                  <a:pt x="127000" y="670572"/>
                </a:moveTo>
                <a:lnTo>
                  <a:pt x="95250" y="670572"/>
                </a:lnTo>
                <a:lnTo>
                  <a:pt x="127000" y="638822"/>
                </a:lnTo>
                <a:lnTo>
                  <a:pt x="127000" y="670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812535" y="3739603"/>
            <a:ext cx="1321308" cy="1124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395034" y="4082326"/>
            <a:ext cx="634365" cy="190500"/>
          </a:xfrm>
          <a:custGeom>
            <a:avLst/>
            <a:gdLst/>
            <a:ahLst/>
            <a:cxnLst/>
            <a:rect l="l" t="t" r="r" b="b"/>
            <a:pathLst>
              <a:path w="634365" h="190500">
                <a:moveTo>
                  <a:pt x="443522" y="190500"/>
                </a:moveTo>
                <a:lnTo>
                  <a:pt x="538772" y="95250"/>
                </a:lnTo>
                <a:lnTo>
                  <a:pt x="443522" y="0"/>
                </a:lnTo>
                <a:lnTo>
                  <a:pt x="570522" y="63500"/>
                </a:lnTo>
                <a:lnTo>
                  <a:pt x="562584" y="63500"/>
                </a:lnTo>
                <a:lnTo>
                  <a:pt x="562584" y="127000"/>
                </a:lnTo>
                <a:lnTo>
                  <a:pt x="570522" y="127000"/>
                </a:lnTo>
                <a:lnTo>
                  <a:pt x="443522" y="190500"/>
                </a:lnTo>
                <a:close/>
              </a:path>
              <a:path w="634365" h="190500">
                <a:moveTo>
                  <a:pt x="507022" y="127000"/>
                </a:moveTo>
                <a:lnTo>
                  <a:pt x="0" y="127000"/>
                </a:lnTo>
                <a:lnTo>
                  <a:pt x="0" y="63500"/>
                </a:lnTo>
                <a:lnTo>
                  <a:pt x="507022" y="63500"/>
                </a:lnTo>
                <a:lnTo>
                  <a:pt x="538772" y="95250"/>
                </a:lnTo>
                <a:lnTo>
                  <a:pt x="507022" y="127000"/>
                </a:lnTo>
                <a:close/>
              </a:path>
              <a:path w="634365" h="190500">
                <a:moveTo>
                  <a:pt x="570522" y="127000"/>
                </a:moveTo>
                <a:lnTo>
                  <a:pt x="562584" y="127000"/>
                </a:lnTo>
                <a:lnTo>
                  <a:pt x="562584" y="63500"/>
                </a:lnTo>
                <a:lnTo>
                  <a:pt x="570522" y="63500"/>
                </a:lnTo>
                <a:lnTo>
                  <a:pt x="634022" y="95250"/>
                </a:lnTo>
                <a:lnTo>
                  <a:pt x="570522" y="1270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7113638" y="4181576"/>
            <a:ext cx="114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183884" y="2723349"/>
            <a:ext cx="190500" cy="753745"/>
          </a:xfrm>
          <a:custGeom>
            <a:avLst/>
            <a:gdLst/>
            <a:ahLst/>
            <a:cxnLst/>
            <a:rect l="l" t="t" r="r" b="b"/>
            <a:pathLst>
              <a:path w="190500" h="753745">
                <a:moveTo>
                  <a:pt x="0" y="190500"/>
                </a:moveTo>
                <a:lnTo>
                  <a:pt x="95250" y="0"/>
                </a:lnTo>
                <a:lnTo>
                  <a:pt x="130968" y="71437"/>
                </a:lnTo>
                <a:lnTo>
                  <a:pt x="63500" y="71437"/>
                </a:lnTo>
                <a:lnTo>
                  <a:pt x="63500" y="127000"/>
                </a:lnTo>
                <a:lnTo>
                  <a:pt x="0" y="190500"/>
                </a:lnTo>
                <a:close/>
              </a:path>
              <a:path w="190500" h="753745">
                <a:moveTo>
                  <a:pt x="63500" y="127000"/>
                </a:moveTo>
                <a:lnTo>
                  <a:pt x="63500" y="71437"/>
                </a:lnTo>
                <a:lnTo>
                  <a:pt x="127000" y="71437"/>
                </a:lnTo>
                <a:lnTo>
                  <a:pt x="127000" y="95250"/>
                </a:lnTo>
                <a:lnTo>
                  <a:pt x="95250" y="95250"/>
                </a:lnTo>
                <a:lnTo>
                  <a:pt x="63500" y="127000"/>
                </a:lnTo>
                <a:close/>
              </a:path>
              <a:path w="190500" h="753745">
                <a:moveTo>
                  <a:pt x="190500" y="190500"/>
                </a:moveTo>
                <a:lnTo>
                  <a:pt x="127000" y="127000"/>
                </a:lnTo>
                <a:lnTo>
                  <a:pt x="127000" y="71437"/>
                </a:lnTo>
                <a:lnTo>
                  <a:pt x="130968" y="71437"/>
                </a:lnTo>
                <a:lnTo>
                  <a:pt x="190500" y="190500"/>
                </a:lnTo>
                <a:close/>
              </a:path>
              <a:path w="190500" h="753745">
                <a:moveTo>
                  <a:pt x="127000" y="753402"/>
                </a:moveTo>
                <a:lnTo>
                  <a:pt x="63500" y="753402"/>
                </a:lnTo>
                <a:lnTo>
                  <a:pt x="63500" y="127000"/>
                </a:lnTo>
                <a:lnTo>
                  <a:pt x="95250" y="95250"/>
                </a:lnTo>
                <a:lnTo>
                  <a:pt x="127000" y="127000"/>
                </a:lnTo>
                <a:lnTo>
                  <a:pt x="127000" y="753402"/>
                </a:lnTo>
                <a:close/>
              </a:path>
              <a:path w="190500" h="753745">
                <a:moveTo>
                  <a:pt x="127000" y="127000"/>
                </a:moveTo>
                <a:lnTo>
                  <a:pt x="95250" y="95250"/>
                </a:lnTo>
                <a:lnTo>
                  <a:pt x="127000" y="95250"/>
                </a:lnTo>
                <a:lnTo>
                  <a:pt x="127000" y="1270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6433375" y="2707106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4471C4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5272201" y="4842751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73006" y="3031959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73006" y="3471545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73006" y="391113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73006" y="4350715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12591" y="3031959"/>
            <a:ext cx="153276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12591" y="3471545"/>
            <a:ext cx="153276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12591" y="3911130"/>
            <a:ext cx="153276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12591" y="4350715"/>
            <a:ext cx="153276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52189" y="3031959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52189" y="3471545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752189" y="391113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52189" y="4350715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191774" y="3031959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191774" y="3471545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191774" y="391113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191774" y="4350715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631359" y="3031959"/>
            <a:ext cx="153263" cy="153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631359" y="3471545"/>
            <a:ext cx="153263" cy="153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631359" y="3911130"/>
            <a:ext cx="153263" cy="153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631359" y="4350715"/>
            <a:ext cx="153263" cy="153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070957" y="3031959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070957" y="3471545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070957" y="391113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070957" y="4350715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510542" y="3031959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510542" y="3471545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510542" y="3911130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510542" y="4350715"/>
            <a:ext cx="153263" cy="153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950127" y="3031959"/>
            <a:ext cx="153263" cy="1532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950127" y="3471545"/>
            <a:ext cx="153263" cy="1532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950127" y="3911130"/>
            <a:ext cx="153263" cy="1532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950127" y="4350715"/>
            <a:ext cx="153263" cy="1532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198723" y="3829646"/>
            <a:ext cx="2672080" cy="1563370"/>
          </a:xfrm>
          <a:custGeom>
            <a:avLst/>
            <a:gdLst/>
            <a:ahLst/>
            <a:cxnLst/>
            <a:rect l="l" t="t" r="r" b="b"/>
            <a:pathLst>
              <a:path w="2672079" h="1563370">
                <a:moveTo>
                  <a:pt x="2671927" y="1562773"/>
                </a:moveTo>
                <a:lnTo>
                  <a:pt x="0" y="1562773"/>
                </a:lnTo>
                <a:lnTo>
                  <a:pt x="0" y="0"/>
                </a:lnTo>
                <a:lnTo>
                  <a:pt x="2671927" y="0"/>
                </a:lnTo>
                <a:lnTo>
                  <a:pt x="2671927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1537373"/>
                </a:lnTo>
                <a:lnTo>
                  <a:pt x="12700" y="1537373"/>
                </a:lnTo>
                <a:lnTo>
                  <a:pt x="25400" y="1550073"/>
                </a:lnTo>
                <a:lnTo>
                  <a:pt x="2671927" y="1550073"/>
                </a:lnTo>
                <a:lnTo>
                  <a:pt x="2671927" y="1562773"/>
                </a:lnTo>
                <a:close/>
              </a:path>
              <a:path w="2672079" h="156337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2672079" h="1563370">
                <a:moveTo>
                  <a:pt x="2646527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2646527" y="12700"/>
                </a:lnTo>
                <a:lnTo>
                  <a:pt x="2646527" y="25400"/>
                </a:lnTo>
                <a:close/>
              </a:path>
              <a:path w="2672079" h="1563370">
                <a:moveTo>
                  <a:pt x="2646527" y="1550073"/>
                </a:moveTo>
                <a:lnTo>
                  <a:pt x="2646527" y="12700"/>
                </a:lnTo>
                <a:lnTo>
                  <a:pt x="2659227" y="25400"/>
                </a:lnTo>
                <a:lnTo>
                  <a:pt x="2671927" y="25400"/>
                </a:lnTo>
                <a:lnTo>
                  <a:pt x="2671927" y="1537373"/>
                </a:lnTo>
                <a:lnTo>
                  <a:pt x="2659227" y="1537373"/>
                </a:lnTo>
                <a:lnTo>
                  <a:pt x="2646527" y="1550073"/>
                </a:lnTo>
                <a:close/>
              </a:path>
              <a:path w="2672079" h="1563370">
                <a:moveTo>
                  <a:pt x="2671927" y="25400"/>
                </a:moveTo>
                <a:lnTo>
                  <a:pt x="2659227" y="25400"/>
                </a:lnTo>
                <a:lnTo>
                  <a:pt x="2646527" y="12700"/>
                </a:lnTo>
                <a:lnTo>
                  <a:pt x="2671927" y="12700"/>
                </a:lnTo>
                <a:lnTo>
                  <a:pt x="2671927" y="25400"/>
                </a:lnTo>
                <a:close/>
              </a:path>
              <a:path w="2672079" h="1563370">
                <a:moveTo>
                  <a:pt x="25400" y="1550073"/>
                </a:moveTo>
                <a:lnTo>
                  <a:pt x="12700" y="1537373"/>
                </a:lnTo>
                <a:lnTo>
                  <a:pt x="25400" y="1537373"/>
                </a:lnTo>
                <a:lnTo>
                  <a:pt x="25400" y="1550073"/>
                </a:lnTo>
                <a:close/>
              </a:path>
              <a:path w="2672079" h="1563370">
                <a:moveTo>
                  <a:pt x="2646527" y="1550073"/>
                </a:moveTo>
                <a:lnTo>
                  <a:pt x="25400" y="1550073"/>
                </a:lnTo>
                <a:lnTo>
                  <a:pt x="25400" y="1537373"/>
                </a:lnTo>
                <a:lnTo>
                  <a:pt x="2646527" y="1537373"/>
                </a:lnTo>
                <a:lnTo>
                  <a:pt x="2646527" y="1550073"/>
                </a:lnTo>
                <a:close/>
              </a:path>
              <a:path w="2672079" h="1563370">
                <a:moveTo>
                  <a:pt x="2671927" y="1550073"/>
                </a:moveTo>
                <a:lnTo>
                  <a:pt x="2646527" y="1550073"/>
                </a:lnTo>
                <a:lnTo>
                  <a:pt x="2659227" y="1537373"/>
                </a:lnTo>
                <a:lnTo>
                  <a:pt x="2671927" y="1537373"/>
                </a:lnTo>
                <a:lnTo>
                  <a:pt x="2671927" y="1550073"/>
                </a:lnTo>
                <a:close/>
              </a:path>
            </a:pathLst>
          </a:custGeom>
          <a:solidFill>
            <a:srgbClr val="4170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638916" y="444258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633472" y="1461516"/>
            <a:ext cx="4970145" cy="474345"/>
          </a:xfrm>
          <a:custGeom>
            <a:avLst/>
            <a:gdLst/>
            <a:ahLst/>
            <a:cxnLst/>
            <a:rect l="l" t="t" r="r" b="b"/>
            <a:pathLst>
              <a:path w="4970145" h="474344">
                <a:moveTo>
                  <a:pt x="4890516" y="473964"/>
                </a:moveTo>
                <a:lnTo>
                  <a:pt x="79247" y="473964"/>
                </a:lnTo>
                <a:lnTo>
                  <a:pt x="48418" y="467901"/>
                </a:lnTo>
                <a:lnTo>
                  <a:pt x="23255" y="450994"/>
                </a:lnTo>
                <a:lnTo>
                  <a:pt x="6276" y="425759"/>
                </a:lnTo>
                <a:lnTo>
                  <a:pt x="0" y="394716"/>
                </a:lnTo>
                <a:lnTo>
                  <a:pt x="0" y="79248"/>
                </a:lnTo>
                <a:lnTo>
                  <a:pt x="6276" y="48468"/>
                </a:lnTo>
                <a:lnTo>
                  <a:pt x="23255" y="23321"/>
                </a:lnTo>
                <a:lnTo>
                  <a:pt x="48418" y="6326"/>
                </a:lnTo>
                <a:lnTo>
                  <a:pt x="79247" y="0"/>
                </a:lnTo>
                <a:lnTo>
                  <a:pt x="4890516" y="0"/>
                </a:lnTo>
                <a:lnTo>
                  <a:pt x="4921023" y="6326"/>
                </a:lnTo>
                <a:lnTo>
                  <a:pt x="4946080" y="23321"/>
                </a:lnTo>
                <a:lnTo>
                  <a:pt x="4963166" y="48468"/>
                </a:lnTo>
                <a:lnTo>
                  <a:pt x="4969763" y="79248"/>
                </a:lnTo>
                <a:lnTo>
                  <a:pt x="4969763" y="394716"/>
                </a:lnTo>
                <a:lnTo>
                  <a:pt x="4963166" y="425759"/>
                </a:lnTo>
                <a:lnTo>
                  <a:pt x="4946080" y="450994"/>
                </a:lnTo>
                <a:lnTo>
                  <a:pt x="4921023" y="467901"/>
                </a:lnTo>
                <a:lnTo>
                  <a:pt x="4890516" y="473964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328672" y="1312163"/>
            <a:ext cx="760730" cy="760730"/>
          </a:xfrm>
          <a:custGeom>
            <a:avLst/>
            <a:gdLst/>
            <a:ahLst/>
            <a:cxnLst/>
            <a:rect l="l" t="t" r="r" b="b"/>
            <a:pathLst>
              <a:path w="760730" h="760730">
                <a:moveTo>
                  <a:pt x="413003" y="760476"/>
                </a:moveTo>
                <a:lnTo>
                  <a:pt x="0" y="411480"/>
                </a:lnTo>
                <a:lnTo>
                  <a:pt x="348995" y="0"/>
                </a:lnTo>
                <a:lnTo>
                  <a:pt x="760476" y="348996"/>
                </a:lnTo>
                <a:lnTo>
                  <a:pt x="413003" y="760476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3192526" y="1469301"/>
            <a:ext cx="42926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solidFill>
                  <a:srgbClr val="FFFFFF"/>
                </a:solidFill>
                <a:latin typeface="华文楷体"/>
                <a:cs typeface="华文楷体"/>
              </a:rPr>
              <a:t>安培力对线框的运动有何影响？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067555" y="2417064"/>
            <a:ext cx="1321308" cy="11247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434941" y="3905224"/>
            <a:ext cx="190500" cy="766445"/>
          </a:xfrm>
          <a:custGeom>
            <a:avLst/>
            <a:gdLst/>
            <a:ahLst/>
            <a:cxnLst/>
            <a:rect l="l" t="t" r="r" b="b"/>
            <a:pathLst>
              <a:path w="190500" h="766445">
                <a:moveTo>
                  <a:pt x="95250" y="670572"/>
                </a:moveTo>
                <a:lnTo>
                  <a:pt x="63500" y="638822"/>
                </a:lnTo>
                <a:lnTo>
                  <a:pt x="63500" y="0"/>
                </a:lnTo>
                <a:lnTo>
                  <a:pt x="127000" y="0"/>
                </a:lnTo>
                <a:lnTo>
                  <a:pt x="127000" y="638822"/>
                </a:lnTo>
                <a:lnTo>
                  <a:pt x="95250" y="670572"/>
                </a:lnTo>
                <a:close/>
              </a:path>
              <a:path w="190500" h="766445">
                <a:moveTo>
                  <a:pt x="95250" y="765822"/>
                </a:moveTo>
                <a:lnTo>
                  <a:pt x="0" y="575322"/>
                </a:lnTo>
                <a:lnTo>
                  <a:pt x="63500" y="638822"/>
                </a:lnTo>
                <a:lnTo>
                  <a:pt x="63500" y="694385"/>
                </a:lnTo>
                <a:lnTo>
                  <a:pt x="130968" y="694385"/>
                </a:lnTo>
                <a:lnTo>
                  <a:pt x="95250" y="765822"/>
                </a:lnTo>
                <a:close/>
              </a:path>
              <a:path w="190500" h="766445">
                <a:moveTo>
                  <a:pt x="130968" y="694385"/>
                </a:moveTo>
                <a:lnTo>
                  <a:pt x="127000" y="694385"/>
                </a:lnTo>
                <a:lnTo>
                  <a:pt x="127000" y="638822"/>
                </a:lnTo>
                <a:lnTo>
                  <a:pt x="190500" y="575322"/>
                </a:lnTo>
                <a:lnTo>
                  <a:pt x="130968" y="694385"/>
                </a:lnTo>
                <a:close/>
              </a:path>
              <a:path w="190500" h="766445">
                <a:moveTo>
                  <a:pt x="127000" y="694385"/>
                </a:moveTo>
                <a:lnTo>
                  <a:pt x="63500" y="694385"/>
                </a:lnTo>
                <a:lnTo>
                  <a:pt x="63500" y="638822"/>
                </a:lnTo>
                <a:lnTo>
                  <a:pt x="95250" y="670572"/>
                </a:lnTo>
                <a:lnTo>
                  <a:pt x="127000" y="670572"/>
                </a:lnTo>
                <a:lnTo>
                  <a:pt x="127000" y="694385"/>
                </a:lnTo>
                <a:close/>
              </a:path>
              <a:path w="190500" h="766445">
                <a:moveTo>
                  <a:pt x="127000" y="670572"/>
                </a:moveTo>
                <a:lnTo>
                  <a:pt x="95250" y="670572"/>
                </a:lnTo>
                <a:lnTo>
                  <a:pt x="127000" y="638822"/>
                </a:lnTo>
                <a:lnTo>
                  <a:pt x="127000" y="670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067555" y="3375368"/>
            <a:ext cx="1321308" cy="11247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570120" y="3759618"/>
            <a:ext cx="634365" cy="190500"/>
          </a:xfrm>
          <a:custGeom>
            <a:avLst/>
            <a:gdLst/>
            <a:ahLst/>
            <a:cxnLst/>
            <a:rect l="l" t="t" r="r" b="b"/>
            <a:pathLst>
              <a:path w="634364" h="190500">
                <a:moveTo>
                  <a:pt x="443522" y="190500"/>
                </a:moveTo>
                <a:lnTo>
                  <a:pt x="538772" y="95250"/>
                </a:lnTo>
                <a:lnTo>
                  <a:pt x="443522" y="0"/>
                </a:lnTo>
                <a:lnTo>
                  <a:pt x="570522" y="63500"/>
                </a:lnTo>
                <a:lnTo>
                  <a:pt x="562584" y="63500"/>
                </a:lnTo>
                <a:lnTo>
                  <a:pt x="562584" y="127000"/>
                </a:lnTo>
                <a:lnTo>
                  <a:pt x="570522" y="127000"/>
                </a:lnTo>
                <a:lnTo>
                  <a:pt x="443522" y="190500"/>
                </a:lnTo>
                <a:close/>
              </a:path>
              <a:path w="634364" h="190500">
                <a:moveTo>
                  <a:pt x="507022" y="127000"/>
                </a:moveTo>
                <a:lnTo>
                  <a:pt x="0" y="127000"/>
                </a:lnTo>
                <a:lnTo>
                  <a:pt x="0" y="63500"/>
                </a:lnTo>
                <a:lnTo>
                  <a:pt x="507022" y="63500"/>
                </a:lnTo>
                <a:lnTo>
                  <a:pt x="538772" y="95250"/>
                </a:lnTo>
                <a:lnTo>
                  <a:pt x="507022" y="127000"/>
                </a:lnTo>
                <a:close/>
              </a:path>
              <a:path w="634364" h="190500">
                <a:moveTo>
                  <a:pt x="570522" y="127000"/>
                </a:moveTo>
                <a:lnTo>
                  <a:pt x="562584" y="127000"/>
                </a:lnTo>
                <a:lnTo>
                  <a:pt x="562584" y="63500"/>
                </a:lnTo>
                <a:lnTo>
                  <a:pt x="570522" y="63500"/>
                </a:lnTo>
                <a:lnTo>
                  <a:pt x="634022" y="95250"/>
                </a:lnTo>
                <a:lnTo>
                  <a:pt x="570522" y="1270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288724" y="3858856"/>
            <a:ext cx="114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432337" y="2466632"/>
            <a:ext cx="190500" cy="753745"/>
          </a:xfrm>
          <a:custGeom>
            <a:avLst/>
            <a:gdLst/>
            <a:ahLst/>
            <a:cxnLst/>
            <a:rect l="l" t="t" r="r" b="b"/>
            <a:pathLst>
              <a:path w="190500" h="753744">
                <a:moveTo>
                  <a:pt x="0" y="190500"/>
                </a:moveTo>
                <a:lnTo>
                  <a:pt x="95250" y="0"/>
                </a:lnTo>
                <a:lnTo>
                  <a:pt x="130968" y="71437"/>
                </a:lnTo>
                <a:lnTo>
                  <a:pt x="63500" y="71437"/>
                </a:lnTo>
                <a:lnTo>
                  <a:pt x="63500" y="127000"/>
                </a:lnTo>
                <a:lnTo>
                  <a:pt x="0" y="190500"/>
                </a:lnTo>
                <a:close/>
              </a:path>
              <a:path w="190500" h="753744">
                <a:moveTo>
                  <a:pt x="63500" y="127000"/>
                </a:moveTo>
                <a:lnTo>
                  <a:pt x="63500" y="71437"/>
                </a:lnTo>
                <a:lnTo>
                  <a:pt x="127000" y="71437"/>
                </a:lnTo>
                <a:lnTo>
                  <a:pt x="127000" y="95250"/>
                </a:lnTo>
                <a:lnTo>
                  <a:pt x="95250" y="95250"/>
                </a:lnTo>
                <a:lnTo>
                  <a:pt x="63500" y="127000"/>
                </a:lnTo>
                <a:close/>
              </a:path>
              <a:path w="190500" h="753744">
                <a:moveTo>
                  <a:pt x="190500" y="190500"/>
                </a:moveTo>
                <a:lnTo>
                  <a:pt x="127000" y="127000"/>
                </a:lnTo>
                <a:lnTo>
                  <a:pt x="127000" y="71437"/>
                </a:lnTo>
                <a:lnTo>
                  <a:pt x="130968" y="71437"/>
                </a:lnTo>
                <a:lnTo>
                  <a:pt x="190500" y="190500"/>
                </a:lnTo>
                <a:close/>
              </a:path>
              <a:path w="190500" h="753744">
                <a:moveTo>
                  <a:pt x="127000" y="753402"/>
                </a:moveTo>
                <a:lnTo>
                  <a:pt x="63500" y="753402"/>
                </a:lnTo>
                <a:lnTo>
                  <a:pt x="63500" y="127000"/>
                </a:lnTo>
                <a:lnTo>
                  <a:pt x="95250" y="95250"/>
                </a:lnTo>
                <a:lnTo>
                  <a:pt x="127000" y="127000"/>
                </a:lnTo>
                <a:lnTo>
                  <a:pt x="127000" y="753402"/>
                </a:lnTo>
                <a:close/>
              </a:path>
              <a:path w="190500" h="753744">
                <a:moveTo>
                  <a:pt x="127000" y="127000"/>
                </a:moveTo>
                <a:lnTo>
                  <a:pt x="95250" y="95250"/>
                </a:lnTo>
                <a:lnTo>
                  <a:pt x="127000" y="95250"/>
                </a:lnTo>
                <a:lnTo>
                  <a:pt x="127000" y="12700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681829" y="2450388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4471C4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124288" y="3223552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313913" y="3088068"/>
            <a:ext cx="70707" cy="707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313911" y="3529291"/>
            <a:ext cx="70709" cy="7080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313911" y="3970528"/>
            <a:ext cx="70709" cy="7080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313913" y="4411764"/>
            <a:ext cx="70707" cy="7073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755320" y="3088068"/>
            <a:ext cx="70713" cy="7078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755320" y="3529291"/>
            <a:ext cx="70712" cy="7080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755320" y="3970528"/>
            <a:ext cx="70713" cy="7080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755320" y="4411764"/>
            <a:ext cx="70713" cy="7078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044626" y="2335022"/>
            <a:ext cx="1795868" cy="14229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196726" y="3529291"/>
            <a:ext cx="70709" cy="7080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196725" y="3970528"/>
            <a:ext cx="70709" cy="7080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101319" y="3938409"/>
            <a:ext cx="1795881" cy="136282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638136" y="3529291"/>
            <a:ext cx="70712" cy="7080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638136" y="3970528"/>
            <a:ext cx="70713" cy="7080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114651" y="3519830"/>
            <a:ext cx="70713" cy="7078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114651" y="3961053"/>
            <a:ext cx="70713" cy="7080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556059" y="3519830"/>
            <a:ext cx="70707" cy="7073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556057" y="3961053"/>
            <a:ext cx="70709" cy="7080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8997467" y="3078594"/>
            <a:ext cx="70713" cy="7078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8997467" y="3519830"/>
            <a:ext cx="70713" cy="7078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8997467" y="3961053"/>
            <a:ext cx="70713" cy="7080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997467" y="4402289"/>
            <a:ext cx="70712" cy="7080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9438875" y="3078594"/>
            <a:ext cx="70707" cy="7073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9438875" y="3519830"/>
            <a:ext cx="70707" cy="7073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9438872" y="3961053"/>
            <a:ext cx="70709" cy="7080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9438873" y="4402289"/>
            <a:ext cx="70709" cy="7080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8051800" y="358432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79" name="object 7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74" name="object 74"/>
          <p:cNvSpPr txBox="1"/>
          <p:nvPr/>
        </p:nvSpPr>
        <p:spPr>
          <a:xfrm>
            <a:off x="8065947" y="447243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408354" y="3408324"/>
            <a:ext cx="114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010715" y="2841002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4471C4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419149" y="4320019"/>
            <a:ext cx="114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715580" y="3874554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4471C4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41712" y="202261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78479" y="1752600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78123" y="1975104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20477" y="1378153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75381" y="2034565"/>
            <a:ext cx="6508750" cy="3277235"/>
          </a:xfrm>
          <a:prstGeom prst="rect">
            <a:avLst/>
          </a:prstGeom>
        </p:spPr>
        <p:txBody>
          <a:bodyPr wrap="square" lIns="0" tIns="210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  <a:p>
            <a:pPr algn="just" marL="94615" marR="5080" indent="533400">
              <a:lnSpc>
                <a:spcPct val="150000"/>
              </a:lnSpc>
              <a:spcBef>
                <a:spcPts val="114"/>
              </a:spcBef>
            </a:pPr>
            <a:r>
              <a:rPr dirty="0" sz="2400">
                <a:latin typeface="华文楷体"/>
                <a:cs typeface="华文楷体"/>
              </a:rPr>
              <a:t>当导体在磁场中运动时，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感应电流</a:t>
            </a:r>
            <a:r>
              <a:rPr dirty="0" sz="2400">
                <a:latin typeface="华文楷体"/>
                <a:cs typeface="华文楷体"/>
              </a:rPr>
              <a:t>会使导体 受到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安培力</a:t>
            </a:r>
            <a:r>
              <a:rPr dirty="0" sz="2400">
                <a:latin typeface="华文楷体"/>
                <a:cs typeface="华文楷体"/>
              </a:rPr>
              <a:t>作用，安培力总是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阻碍导体的运动</a:t>
            </a:r>
            <a:r>
              <a:rPr dirty="0" sz="2400">
                <a:latin typeface="华文楷体"/>
                <a:cs typeface="华文楷体"/>
              </a:rPr>
              <a:t>， 即</a:t>
            </a:r>
            <a:r>
              <a:rPr dirty="0" sz="2400">
                <a:solidFill>
                  <a:srgbClr val="FF0000"/>
                </a:solidFill>
                <a:latin typeface="华文楷体"/>
                <a:cs typeface="华文楷体"/>
              </a:rPr>
              <a:t>电磁阻尼。</a:t>
            </a:r>
            <a:endParaRPr sz="2400">
              <a:latin typeface="华文楷体"/>
              <a:cs typeface="华文楷体"/>
            </a:endParaRPr>
          </a:p>
          <a:p>
            <a:pPr marL="628015">
              <a:lnSpc>
                <a:spcPct val="100000"/>
              </a:lnSpc>
              <a:spcBef>
                <a:spcPts val="890"/>
              </a:spcBef>
            </a:pPr>
            <a:r>
              <a:rPr dirty="0" sz="2400">
                <a:latin typeface="华文楷体"/>
                <a:cs typeface="华文楷体"/>
              </a:rPr>
              <a:t>安培力做负功，使导体的机械能转化为导体</a:t>
            </a:r>
            <a:endParaRPr sz="2400">
              <a:latin typeface="华文楷体"/>
              <a:cs typeface="华文楷体"/>
            </a:endParaRPr>
          </a:p>
          <a:p>
            <a:pPr marL="94615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华文楷体"/>
                <a:cs typeface="华文楷体"/>
              </a:rPr>
              <a:t>内的电能。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45433" y="2029764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83051" y="1758695"/>
            <a:ext cx="363220" cy="364490"/>
          </a:xfrm>
          <a:custGeom>
            <a:avLst/>
            <a:gdLst/>
            <a:ahLst/>
            <a:cxnLst/>
            <a:rect l="l" t="t" r="r" b="b"/>
            <a:pathLst>
              <a:path w="363220" h="364489">
                <a:moveTo>
                  <a:pt x="0" y="0"/>
                </a:moveTo>
                <a:lnTo>
                  <a:pt x="362712" y="0"/>
                </a:lnTo>
                <a:lnTo>
                  <a:pt x="362712" y="364235"/>
                </a:lnTo>
                <a:lnTo>
                  <a:pt x="0" y="364235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82696" y="1982723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24211" y="1385303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94025" y="3124695"/>
            <a:ext cx="3252470" cy="1714500"/>
          </a:xfrm>
          <a:custGeom>
            <a:avLst/>
            <a:gdLst/>
            <a:ahLst/>
            <a:cxnLst/>
            <a:rect l="l" t="t" r="r" b="b"/>
            <a:pathLst>
              <a:path w="3252470" h="1714500">
                <a:moveTo>
                  <a:pt x="3246120" y="1714258"/>
                </a:moveTo>
                <a:lnTo>
                  <a:pt x="6350" y="1714258"/>
                </a:lnTo>
                <a:lnTo>
                  <a:pt x="4381" y="1713941"/>
                </a:lnTo>
                <a:lnTo>
                  <a:pt x="2616" y="1713039"/>
                </a:lnTo>
                <a:lnTo>
                  <a:pt x="1206" y="1711642"/>
                </a:lnTo>
                <a:lnTo>
                  <a:pt x="304" y="1709864"/>
                </a:lnTo>
                <a:lnTo>
                  <a:pt x="0" y="1707908"/>
                </a:lnTo>
                <a:lnTo>
                  <a:pt x="0" y="6350"/>
                </a:lnTo>
                <a:lnTo>
                  <a:pt x="6350" y="0"/>
                </a:lnTo>
                <a:lnTo>
                  <a:pt x="3246120" y="0"/>
                </a:lnTo>
                <a:lnTo>
                  <a:pt x="325247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701558"/>
                </a:lnTo>
                <a:lnTo>
                  <a:pt x="6350" y="1701558"/>
                </a:lnTo>
                <a:lnTo>
                  <a:pt x="12700" y="1707908"/>
                </a:lnTo>
                <a:lnTo>
                  <a:pt x="3252470" y="1707908"/>
                </a:lnTo>
                <a:lnTo>
                  <a:pt x="3252152" y="1709864"/>
                </a:lnTo>
                <a:lnTo>
                  <a:pt x="3251250" y="1711642"/>
                </a:lnTo>
                <a:lnTo>
                  <a:pt x="3249853" y="1713039"/>
                </a:lnTo>
                <a:lnTo>
                  <a:pt x="3248075" y="1713941"/>
                </a:lnTo>
                <a:lnTo>
                  <a:pt x="3246120" y="1714258"/>
                </a:lnTo>
                <a:close/>
              </a:path>
              <a:path w="3252470" h="171450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252470" h="1714500">
                <a:moveTo>
                  <a:pt x="323977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239770" y="6350"/>
                </a:lnTo>
                <a:lnTo>
                  <a:pt x="3239770" y="12700"/>
                </a:lnTo>
                <a:close/>
              </a:path>
              <a:path w="3252470" h="1714500">
                <a:moveTo>
                  <a:pt x="3239770" y="1707908"/>
                </a:moveTo>
                <a:lnTo>
                  <a:pt x="3239770" y="6350"/>
                </a:lnTo>
                <a:lnTo>
                  <a:pt x="3246120" y="12700"/>
                </a:lnTo>
                <a:lnTo>
                  <a:pt x="3252470" y="12700"/>
                </a:lnTo>
                <a:lnTo>
                  <a:pt x="3252470" y="1701558"/>
                </a:lnTo>
                <a:lnTo>
                  <a:pt x="3246120" y="1701558"/>
                </a:lnTo>
                <a:lnTo>
                  <a:pt x="3239770" y="1707908"/>
                </a:lnTo>
                <a:close/>
              </a:path>
              <a:path w="3252470" h="1714500">
                <a:moveTo>
                  <a:pt x="3252470" y="12700"/>
                </a:moveTo>
                <a:lnTo>
                  <a:pt x="3246120" y="12700"/>
                </a:lnTo>
                <a:lnTo>
                  <a:pt x="3239770" y="6350"/>
                </a:lnTo>
                <a:lnTo>
                  <a:pt x="3252470" y="6350"/>
                </a:lnTo>
                <a:lnTo>
                  <a:pt x="3252470" y="12700"/>
                </a:lnTo>
                <a:close/>
              </a:path>
              <a:path w="3252470" h="1714500">
                <a:moveTo>
                  <a:pt x="12700" y="1707908"/>
                </a:moveTo>
                <a:lnTo>
                  <a:pt x="6350" y="1701558"/>
                </a:lnTo>
                <a:lnTo>
                  <a:pt x="12700" y="1701558"/>
                </a:lnTo>
                <a:lnTo>
                  <a:pt x="12700" y="1707908"/>
                </a:lnTo>
                <a:close/>
              </a:path>
              <a:path w="3252470" h="1714500">
                <a:moveTo>
                  <a:pt x="3239770" y="1707908"/>
                </a:moveTo>
                <a:lnTo>
                  <a:pt x="12700" y="1707908"/>
                </a:lnTo>
                <a:lnTo>
                  <a:pt x="12700" y="1701558"/>
                </a:lnTo>
                <a:lnTo>
                  <a:pt x="3239770" y="1701558"/>
                </a:lnTo>
                <a:lnTo>
                  <a:pt x="3239770" y="1707908"/>
                </a:lnTo>
                <a:close/>
              </a:path>
              <a:path w="3252470" h="1714500">
                <a:moveTo>
                  <a:pt x="3252470" y="1707908"/>
                </a:moveTo>
                <a:lnTo>
                  <a:pt x="3239770" y="1707908"/>
                </a:lnTo>
                <a:lnTo>
                  <a:pt x="3246120" y="1701558"/>
                </a:lnTo>
                <a:lnTo>
                  <a:pt x="3252470" y="1701558"/>
                </a:lnTo>
                <a:lnTo>
                  <a:pt x="3252470" y="170790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91300" y="2633472"/>
            <a:ext cx="2872740" cy="2935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079114" y="2228837"/>
            <a:ext cx="3154680" cy="3523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algn="just" marL="12700" marR="85725" indent="533400">
              <a:lnSpc>
                <a:spcPct val="150000"/>
              </a:lnSpc>
              <a:spcBef>
                <a:spcPts val="5"/>
              </a:spcBef>
            </a:pPr>
            <a:r>
              <a:rPr dirty="0" sz="2400">
                <a:latin typeface="华文楷体"/>
                <a:cs typeface="华文楷体"/>
              </a:rPr>
              <a:t>为什么灵敏电流表 在运输时总要用导线把 两个接线柱连在一起？</a:t>
            </a:r>
            <a:endParaRPr sz="2400">
              <a:latin typeface="华文楷体"/>
              <a:cs typeface="华文楷体"/>
            </a:endParaRPr>
          </a:p>
          <a:p>
            <a:pPr marL="1922145" marR="5080">
              <a:lnSpc>
                <a:spcPct val="100000"/>
              </a:lnSpc>
              <a:spcBef>
                <a:spcPts val="1980"/>
              </a:spcBef>
            </a:pPr>
            <a:r>
              <a:rPr dirty="0" sz="2400">
                <a:latin typeface="华文楷体"/>
                <a:cs typeface="华文楷体"/>
              </a:rPr>
              <a:t>连接接线 柱的导线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34722" y="4878971"/>
            <a:ext cx="1440180" cy="549910"/>
          </a:xfrm>
          <a:custGeom>
            <a:avLst/>
            <a:gdLst/>
            <a:ahLst/>
            <a:cxnLst/>
            <a:rect l="l" t="t" r="r" b="b"/>
            <a:pathLst>
              <a:path w="1440179" h="549910">
                <a:moveTo>
                  <a:pt x="10845" y="549592"/>
                </a:moveTo>
                <a:lnTo>
                  <a:pt x="0" y="519760"/>
                </a:lnTo>
                <a:lnTo>
                  <a:pt x="1429308" y="0"/>
                </a:lnTo>
                <a:lnTo>
                  <a:pt x="1440154" y="29845"/>
                </a:lnTo>
                <a:lnTo>
                  <a:pt x="10845" y="5495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62248" y="2019503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9816" y="1749551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1" y="0"/>
                </a:lnTo>
                <a:lnTo>
                  <a:pt x="362711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9459" y="1972055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41013" y="1375041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10839" y="3114433"/>
            <a:ext cx="3252470" cy="1714500"/>
          </a:xfrm>
          <a:custGeom>
            <a:avLst/>
            <a:gdLst/>
            <a:ahLst/>
            <a:cxnLst/>
            <a:rect l="l" t="t" r="r" b="b"/>
            <a:pathLst>
              <a:path w="3252470" h="1714500">
                <a:moveTo>
                  <a:pt x="3246119" y="1714246"/>
                </a:moveTo>
                <a:lnTo>
                  <a:pt x="6350" y="1714246"/>
                </a:lnTo>
                <a:lnTo>
                  <a:pt x="4381" y="1713941"/>
                </a:lnTo>
                <a:lnTo>
                  <a:pt x="2616" y="1713039"/>
                </a:lnTo>
                <a:lnTo>
                  <a:pt x="1206" y="1711629"/>
                </a:lnTo>
                <a:lnTo>
                  <a:pt x="304" y="1709864"/>
                </a:lnTo>
                <a:lnTo>
                  <a:pt x="0" y="1707896"/>
                </a:lnTo>
                <a:lnTo>
                  <a:pt x="0" y="6350"/>
                </a:lnTo>
                <a:lnTo>
                  <a:pt x="6350" y="0"/>
                </a:lnTo>
                <a:lnTo>
                  <a:pt x="3246119" y="0"/>
                </a:lnTo>
                <a:lnTo>
                  <a:pt x="3252469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701546"/>
                </a:lnTo>
                <a:lnTo>
                  <a:pt x="6350" y="1701546"/>
                </a:lnTo>
                <a:lnTo>
                  <a:pt x="12700" y="1707896"/>
                </a:lnTo>
                <a:lnTo>
                  <a:pt x="3252469" y="1707896"/>
                </a:lnTo>
                <a:lnTo>
                  <a:pt x="3252152" y="1709864"/>
                </a:lnTo>
                <a:lnTo>
                  <a:pt x="3251250" y="1711629"/>
                </a:lnTo>
                <a:lnTo>
                  <a:pt x="3249853" y="1713039"/>
                </a:lnTo>
                <a:lnTo>
                  <a:pt x="3248075" y="1713941"/>
                </a:lnTo>
                <a:lnTo>
                  <a:pt x="3246119" y="1714246"/>
                </a:lnTo>
                <a:close/>
              </a:path>
              <a:path w="3252470" h="171450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3252470" h="1714500">
                <a:moveTo>
                  <a:pt x="3239769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3239769" y="6350"/>
                </a:lnTo>
                <a:lnTo>
                  <a:pt x="3239769" y="12700"/>
                </a:lnTo>
                <a:close/>
              </a:path>
              <a:path w="3252470" h="1714500">
                <a:moveTo>
                  <a:pt x="3239769" y="1707896"/>
                </a:moveTo>
                <a:lnTo>
                  <a:pt x="3239769" y="6350"/>
                </a:lnTo>
                <a:lnTo>
                  <a:pt x="3246119" y="12700"/>
                </a:lnTo>
                <a:lnTo>
                  <a:pt x="3252469" y="12700"/>
                </a:lnTo>
                <a:lnTo>
                  <a:pt x="3252469" y="1701546"/>
                </a:lnTo>
                <a:lnTo>
                  <a:pt x="3246119" y="1701546"/>
                </a:lnTo>
                <a:lnTo>
                  <a:pt x="3239769" y="1707896"/>
                </a:lnTo>
                <a:close/>
              </a:path>
              <a:path w="3252470" h="1714500">
                <a:moveTo>
                  <a:pt x="3252469" y="12700"/>
                </a:moveTo>
                <a:lnTo>
                  <a:pt x="3246119" y="12700"/>
                </a:lnTo>
                <a:lnTo>
                  <a:pt x="3239769" y="6350"/>
                </a:lnTo>
                <a:lnTo>
                  <a:pt x="3252469" y="6350"/>
                </a:lnTo>
                <a:lnTo>
                  <a:pt x="3252469" y="12700"/>
                </a:lnTo>
                <a:close/>
              </a:path>
              <a:path w="3252470" h="1714500">
                <a:moveTo>
                  <a:pt x="12700" y="1707896"/>
                </a:moveTo>
                <a:lnTo>
                  <a:pt x="6350" y="1701546"/>
                </a:lnTo>
                <a:lnTo>
                  <a:pt x="12700" y="1701546"/>
                </a:lnTo>
                <a:lnTo>
                  <a:pt x="12700" y="1707896"/>
                </a:lnTo>
                <a:close/>
              </a:path>
              <a:path w="3252470" h="1714500">
                <a:moveTo>
                  <a:pt x="3239769" y="1707896"/>
                </a:moveTo>
                <a:lnTo>
                  <a:pt x="12700" y="1707896"/>
                </a:lnTo>
                <a:lnTo>
                  <a:pt x="12700" y="1701546"/>
                </a:lnTo>
                <a:lnTo>
                  <a:pt x="3239769" y="1701546"/>
                </a:lnTo>
                <a:lnTo>
                  <a:pt x="3239769" y="1707896"/>
                </a:lnTo>
                <a:close/>
              </a:path>
              <a:path w="3252470" h="1714500">
                <a:moveTo>
                  <a:pt x="3252469" y="1707896"/>
                </a:moveTo>
                <a:lnTo>
                  <a:pt x="3239769" y="1707896"/>
                </a:lnTo>
                <a:lnTo>
                  <a:pt x="3246119" y="1701546"/>
                </a:lnTo>
                <a:lnTo>
                  <a:pt x="3252469" y="1701546"/>
                </a:lnTo>
                <a:lnTo>
                  <a:pt x="3252469" y="170789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095929" y="2218563"/>
            <a:ext cx="3154680" cy="3523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00">
              <a:latin typeface="Times New Roman"/>
              <a:cs typeface="Times New Roman"/>
            </a:endParaRPr>
          </a:p>
          <a:p>
            <a:pPr algn="just" marL="12700" marR="85725" indent="533400">
              <a:lnSpc>
                <a:spcPct val="150000"/>
              </a:lnSpc>
              <a:spcBef>
                <a:spcPts val="5"/>
              </a:spcBef>
            </a:pPr>
            <a:r>
              <a:rPr dirty="0" sz="2400">
                <a:latin typeface="华文楷体"/>
                <a:cs typeface="华文楷体"/>
              </a:rPr>
              <a:t>为什么灵敏电流表 在运输时总要用导线把 两个接线柱连在一起？</a:t>
            </a:r>
            <a:endParaRPr sz="2400">
              <a:latin typeface="华文楷体"/>
              <a:cs typeface="华文楷体"/>
            </a:endParaRPr>
          </a:p>
          <a:p>
            <a:pPr marL="1922145" marR="5080">
              <a:lnSpc>
                <a:spcPct val="100000"/>
              </a:lnSpc>
              <a:spcBef>
                <a:spcPts val="1980"/>
              </a:spcBef>
            </a:pPr>
            <a:r>
              <a:rPr dirty="0" sz="2400">
                <a:latin typeface="华文楷体"/>
                <a:cs typeface="华文楷体"/>
              </a:rPr>
              <a:t>连接接线 柱的导线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41364" y="2808732"/>
            <a:ext cx="3404616" cy="22692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244158" y="3751465"/>
            <a:ext cx="1231265" cy="1661795"/>
          </a:xfrm>
          <a:custGeom>
            <a:avLst/>
            <a:gdLst/>
            <a:ahLst/>
            <a:cxnLst/>
            <a:rect l="l" t="t" r="r" b="b"/>
            <a:pathLst>
              <a:path w="1231265" h="1661795">
                <a:moveTo>
                  <a:pt x="25603" y="1661312"/>
                </a:moveTo>
                <a:lnTo>
                  <a:pt x="0" y="1642529"/>
                </a:lnTo>
                <a:lnTo>
                  <a:pt x="1205293" y="0"/>
                </a:lnTo>
                <a:lnTo>
                  <a:pt x="1230884" y="18783"/>
                </a:lnTo>
                <a:lnTo>
                  <a:pt x="25603" y="16613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45433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83051" y="1749551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82696" y="1972055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24211" y="1375041"/>
            <a:ext cx="421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9114" y="2218563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58184" y="2677667"/>
            <a:ext cx="5600700" cy="3145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45433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83051" y="1749551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2" y="0"/>
                </a:lnTo>
                <a:lnTo>
                  <a:pt x="362712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82696" y="1972055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24211" y="1375041"/>
            <a:ext cx="421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9114" y="2218563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33388" y="2945892"/>
            <a:ext cx="2790444" cy="25298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528059" y="2927604"/>
            <a:ext cx="2790443" cy="25481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5707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3720" y="1749551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1" y="0"/>
                </a:lnTo>
                <a:lnTo>
                  <a:pt x="362711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1840" y="197205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34485" y="1375041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56076" y="2618232"/>
            <a:ext cx="5556504" cy="3334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96581" y="4865242"/>
            <a:ext cx="1143000" cy="394970"/>
          </a:xfrm>
          <a:custGeom>
            <a:avLst/>
            <a:gdLst/>
            <a:ahLst/>
            <a:cxnLst/>
            <a:rect l="l" t="t" r="r" b="b"/>
            <a:pathLst>
              <a:path w="1143000" h="394970">
                <a:moveTo>
                  <a:pt x="1129728" y="394728"/>
                </a:moveTo>
                <a:lnTo>
                  <a:pt x="12700" y="394728"/>
                </a:lnTo>
                <a:lnTo>
                  <a:pt x="10223" y="394487"/>
                </a:lnTo>
                <a:lnTo>
                  <a:pt x="0" y="382028"/>
                </a:lnTo>
                <a:lnTo>
                  <a:pt x="0" y="12700"/>
                </a:lnTo>
                <a:lnTo>
                  <a:pt x="12700" y="0"/>
                </a:lnTo>
                <a:lnTo>
                  <a:pt x="1129728" y="0"/>
                </a:lnTo>
                <a:lnTo>
                  <a:pt x="1142428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369328"/>
                </a:lnTo>
                <a:lnTo>
                  <a:pt x="12700" y="369328"/>
                </a:lnTo>
                <a:lnTo>
                  <a:pt x="25400" y="382028"/>
                </a:lnTo>
                <a:lnTo>
                  <a:pt x="1142428" y="382028"/>
                </a:lnTo>
                <a:lnTo>
                  <a:pt x="1142187" y="384505"/>
                </a:lnTo>
                <a:lnTo>
                  <a:pt x="1132204" y="394487"/>
                </a:lnTo>
                <a:lnTo>
                  <a:pt x="1129728" y="394728"/>
                </a:lnTo>
                <a:close/>
              </a:path>
              <a:path w="1143000" h="39497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143000" h="394970">
                <a:moveTo>
                  <a:pt x="1117028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117028" y="12700"/>
                </a:lnTo>
                <a:lnTo>
                  <a:pt x="1117028" y="25400"/>
                </a:lnTo>
                <a:close/>
              </a:path>
              <a:path w="1143000" h="394970">
                <a:moveTo>
                  <a:pt x="1117028" y="382028"/>
                </a:moveTo>
                <a:lnTo>
                  <a:pt x="1117028" y="12700"/>
                </a:lnTo>
                <a:lnTo>
                  <a:pt x="1129728" y="25400"/>
                </a:lnTo>
                <a:lnTo>
                  <a:pt x="1142428" y="25400"/>
                </a:lnTo>
                <a:lnTo>
                  <a:pt x="1142428" y="369328"/>
                </a:lnTo>
                <a:lnTo>
                  <a:pt x="1129728" y="369328"/>
                </a:lnTo>
                <a:lnTo>
                  <a:pt x="1117028" y="382028"/>
                </a:lnTo>
                <a:close/>
              </a:path>
              <a:path w="1143000" h="394970">
                <a:moveTo>
                  <a:pt x="1142428" y="25400"/>
                </a:moveTo>
                <a:lnTo>
                  <a:pt x="1129728" y="25400"/>
                </a:lnTo>
                <a:lnTo>
                  <a:pt x="1117028" y="12700"/>
                </a:lnTo>
                <a:lnTo>
                  <a:pt x="1142428" y="12700"/>
                </a:lnTo>
                <a:lnTo>
                  <a:pt x="1142428" y="25400"/>
                </a:lnTo>
                <a:close/>
              </a:path>
              <a:path w="1143000" h="394970">
                <a:moveTo>
                  <a:pt x="25400" y="382028"/>
                </a:moveTo>
                <a:lnTo>
                  <a:pt x="12700" y="369328"/>
                </a:lnTo>
                <a:lnTo>
                  <a:pt x="25400" y="369328"/>
                </a:lnTo>
                <a:lnTo>
                  <a:pt x="25400" y="382028"/>
                </a:lnTo>
                <a:close/>
              </a:path>
              <a:path w="1143000" h="394970">
                <a:moveTo>
                  <a:pt x="1117028" y="382028"/>
                </a:moveTo>
                <a:lnTo>
                  <a:pt x="25400" y="382028"/>
                </a:lnTo>
                <a:lnTo>
                  <a:pt x="25400" y="369328"/>
                </a:lnTo>
                <a:lnTo>
                  <a:pt x="1117028" y="369328"/>
                </a:lnTo>
                <a:lnTo>
                  <a:pt x="1117028" y="382028"/>
                </a:lnTo>
                <a:close/>
              </a:path>
              <a:path w="1143000" h="394970">
                <a:moveTo>
                  <a:pt x="1142428" y="382028"/>
                </a:moveTo>
                <a:lnTo>
                  <a:pt x="1117028" y="382028"/>
                </a:lnTo>
                <a:lnTo>
                  <a:pt x="1129728" y="369328"/>
                </a:lnTo>
                <a:lnTo>
                  <a:pt x="1142428" y="369328"/>
                </a:lnTo>
                <a:lnTo>
                  <a:pt x="1142428" y="3820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32324" y="2646337"/>
            <a:ext cx="695960" cy="394970"/>
          </a:xfrm>
          <a:custGeom>
            <a:avLst/>
            <a:gdLst/>
            <a:ahLst/>
            <a:cxnLst/>
            <a:rect l="l" t="t" r="r" b="b"/>
            <a:pathLst>
              <a:path w="695960" h="394969">
                <a:moveTo>
                  <a:pt x="683234" y="394741"/>
                </a:moveTo>
                <a:lnTo>
                  <a:pt x="12700" y="394741"/>
                </a:lnTo>
                <a:lnTo>
                  <a:pt x="10223" y="394487"/>
                </a:lnTo>
                <a:lnTo>
                  <a:pt x="0" y="382041"/>
                </a:lnTo>
                <a:lnTo>
                  <a:pt x="0" y="12700"/>
                </a:lnTo>
                <a:lnTo>
                  <a:pt x="12700" y="0"/>
                </a:lnTo>
                <a:lnTo>
                  <a:pt x="683234" y="0"/>
                </a:lnTo>
                <a:lnTo>
                  <a:pt x="695934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369341"/>
                </a:lnTo>
                <a:lnTo>
                  <a:pt x="12700" y="369341"/>
                </a:lnTo>
                <a:lnTo>
                  <a:pt x="25400" y="382041"/>
                </a:lnTo>
                <a:lnTo>
                  <a:pt x="695934" y="382041"/>
                </a:lnTo>
                <a:lnTo>
                  <a:pt x="695693" y="384517"/>
                </a:lnTo>
                <a:lnTo>
                  <a:pt x="685711" y="394487"/>
                </a:lnTo>
                <a:lnTo>
                  <a:pt x="683234" y="394741"/>
                </a:lnTo>
                <a:close/>
              </a:path>
              <a:path w="695960" h="394969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695960" h="394969">
                <a:moveTo>
                  <a:pt x="670534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670534" y="12700"/>
                </a:lnTo>
                <a:lnTo>
                  <a:pt x="670534" y="25400"/>
                </a:lnTo>
                <a:close/>
              </a:path>
              <a:path w="695960" h="394969">
                <a:moveTo>
                  <a:pt x="670534" y="382041"/>
                </a:moveTo>
                <a:lnTo>
                  <a:pt x="670534" y="12700"/>
                </a:lnTo>
                <a:lnTo>
                  <a:pt x="683234" y="25400"/>
                </a:lnTo>
                <a:lnTo>
                  <a:pt x="695934" y="25400"/>
                </a:lnTo>
                <a:lnTo>
                  <a:pt x="695934" y="369341"/>
                </a:lnTo>
                <a:lnTo>
                  <a:pt x="683234" y="369341"/>
                </a:lnTo>
                <a:lnTo>
                  <a:pt x="670534" y="382041"/>
                </a:lnTo>
                <a:close/>
              </a:path>
              <a:path w="695960" h="394969">
                <a:moveTo>
                  <a:pt x="695934" y="25400"/>
                </a:moveTo>
                <a:lnTo>
                  <a:pt x="683234" y="25400"/>
                </a:lnTo>
                <a:lnTo>
                  <a:pt x="670534" y="12700"/>
                </a:lnTo>
                <a:lnTo>
                  <a:pt x="695934" y="12700"/>
                </a:lnTo>
                <a:lnTo>
                  <a:pt x="695934" y="25400"/>
                </a:lnTo>
                <a:close/>
              </a:path>
              <a:path w="695960" h="394969">
                <a:moveTo>
                  <a:pt x="25400" y="382041"/>
                </a:moveTo>
                <a:lnTo>
                  <a:pt x="12700" y="369341"/>
                </a:lnTo>
                <a:lnTo>
                  <a:pt x="25400" y="369341"/>
                </a:lnTo>
                <a:lnTo>
                  <a:pt x="25400" y="382041"/>
                </a:lnTo>
                <a:close/>
              </a:path>
              <a:path w="695960" h="394969">
                <a:moveTo>
                  <a:pt x="670534" y="382041"/>
                </a:moveTo>
                <a:lnTo>
                  <a:pt x="25400" y="382041"/>
                </a:lnTo>
                <a:lnTo>
                  <a:pt x="25400" y="369341"/>
                </a:lnTo>
                <a:lnTo>
                  <a:pt x="670534" y="369341"/>
                </a:lnTo>
                <a:lnTo>
                  <a:pt x="670534" y="382041"/>
                </a:lnTo>
                <a:close/>
              </a:path>
              <a:path w="695960" h="394969">
                <a:moveTo>
                  <a:pt x="695934" y="382041"/>
                </a:moveTo>
                <a:lnTo>
                  <a:pt x="670534" y="382041"/>
                </a:lnTo>
                <a:lnTo>
                  <a:pt x="683234" y="369341"/>
                </a:lnTo>
                <a:lnTo>
                  <a:pt x="695934" y="369341"/>
                </a:lnTo>
                <a:lnTo>
                  <a:pt x="695934" y="38204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63832" y="3013557"/>
            <a:ext cx="432434" cy="422275"/>
          </a:xfrm>
          <a:custGeom>
            <a:avLst/>
            <a:gdLst/>
            <a:ahLst/>
            <a:cxnLst/>
            <a:rect l="l" t="t" r="r" b="b"/>
            <a:pathLst>
              <a:path w="432435" h="422275">
                <a:moveTo>
                  <a:pt x="414147" y="422071"/>
                </a:moveTo>
                <a:lnTo>
                  <a:pt x="0" y="18186"/>
                </a:lnTo>
                <a:lnTo>
                  <a:pt x="17741" y="0"/>
                </a:lnTo>
                <a:lnTo>
                  <a:pt x="431876" y="403885"/>
                </a:lnTo>
                <a:lnTo>
                  <a:pt x="414147" y="4220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046939" y="3212020"/>
            <a:ext cx="711835" cy="128270"/>
          </a:xfrm>
          <a:custGeom>
            <a:avLst/>
            <a:gdLst/>
            <a:ahLst/>
            <a:cxnLst/>
            <a:rect l="l" t="t" r="r" b="b"/>
            <a:pathLst>
              <a:path w="711834" h="128270">
                <a:moveTo>
                  <a:pt x="707567" y="127889"/>
                </a:moveTo>
                <a:lnTo>
                  <a:pt x="0" y="25146"/>
                </a:lnTo>
                <a:lnTo>
                  <a:pt x="3644" y="0"/>
                </a:lnTo>
                <a:lnTo>
                  <a:pt x="711212" y="102755"/>
                </a:lnTo>
                <a:lnTo>
                  <a:pt x="707567" y="12788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743624" y="3211893"/>
            <a:ext cx="687070" cy="394970"/>
          </a:xfrm>
          <a:custGeom>
            <a:avLst/>
            <a:gdLst/>
            <a:ahLst/>
            <a:cxnLst/>
            <a:rect l="l" t="t" r="r" b="b"/>
            <a:pathLst>
              <a:path w="687070" h="394970">
                <a:moveTo>
                  <a:pt x="673836" y="394728"/>
                </a:moveTo>
                <a:lnTo>
                  <a:pt x="12700" y="394728"/>
                </a:lnTo>
                <a:lnTo>
                  <a:pt x="10223" y="394487"/>
                </a:lnTo>
                <a:lnTo>
                  <a:pt x="0" y="382028"/>
                </a:lnTo>
                <a:lnTo>
                  <a:pt x="0" y="12700"/>
                </a:lnTo>
                <a:lnTo>
                  <a:pt x="12700" y="0"/>
                </a:lnTo>
                <a:lnTo>
                  <a:pt x="673836" y="0"/>
                </a:lnTo>
                <a:lnTo>
                  <a:pt x="686536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369328"/>
                </a:lnTo>
                <a:lnTo>
                  <a:pt x="12700" y="369328"/>
                </a:lnTo>
                <a:lnTo>
                  <a:pt x="25400" y="382028"/>
                </a:lnTo>
                <a:lnTo>
                  <a:pt x="686536" y="382028"/>
                </a:lnTo>
                <a:lnTo>
                  <a:pt x="686295" y="384505"/>
                </a:lnTo>
                <a:lnTo>
                  <a:pt x="676313" y="394487"/>
                </a:lnTo>
                <a:lnTo>
                  <a:pt x="673836" y="394728"/>
                </a:lnTo>
                <a:close/>
              </a:path>
              <a:path w="687070" h="39497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687070" h="394970">
                <a:moveTo>
                  <a:pt x="661136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661136" y="12700"/>
                </a:lnTo>
                <a:lnTo>
                  <a:pt x="661136" y="25400"/>
                </a:lnTo>
                <a:close/>
              </a:path>
              <a:path w="687070" h="394970">
                <a:moveTo>
                  <a:pt x="661136" y="382028"/>
                </a:moveTo>
                <a:lnTo>
                  <a:pt x="661136" y="12700"/>
                </a:lnTo>
                <a:lnTo>
                  <a:pt x="673836" y="25400"/>
                </a:lnTo>
                <a:lnTo>
                  <a:pt x="686536" y="25400"/>
                </a:lnTo>
                <a:lnTo>
                  <a:pt x="686536" y="369328"/>
                </a:lnTo>
                <a:lnTo>
                  <a:pt x="673836" y="369328"/>
                </a:lnTo>
                <a:lnTo>
                  <a:pt x="661136" y="382028"/>
                </a:lnTo>
                <a:close/>
              </a:path>
              <a:path w="687070" h="394970">
                <a:moveTo>
                  <a:pt x="686536" y="25400"/>
                </a:moveTo>
                <a:lnTo>
                  <a:pt x="673836" y="25400"/>
                </a:lnTo>
                <a:lnTo>
                  <a:pt x="661136" y="12700"/>
                </a:lnTo>
                <a:lnTo>
                  <a:pt x="686536" y="12700"/>
                </a:lnTo>
                <a:lnTo>
                  <a:pt x="686536" y="25400"/>
                </a:lnTo>
                <a:close/>
              </a:path>
              <a:path w="687070" h="394970">
                <a:moveTo>
                  <a:pt x="25400" y="382028"/>
                </a:moveTo>
                <a:lnTo>
                  <a:pt x="12700" y="369328"/>
                </a:lnTo>
                <a:lnTo>
                  <a:pt x="25400" y="369328"/>
                </a:lnTo>
                <a:lnTo>
                  <a:pt x="25400" y="382028"/>
                </a:lnTo>
                <a:close/>
              </a:path>
              <a:path w="687070" h="394970">
                <a:moveTo>
                  <a:pt x="661136" y="382028"/>
                </a:moveTo>
                <a:lnTo>
                  <a:pt x="25400" y="382028"/>
                </a:lnTo>
                <a:lnTo>
                  <a:pt x="25400" y="369328"/>
                </a:lnTo>
                <a:lnTo>
                  <a:pt x="661136" y="369328"/>
                </a:lnTo>
                <a:lnTo>
                  <a:pt x="661136" y="382028"/>
                </a:lnTo>
                <a:close/>
              </a:path>
              <a:path w="687070" h="394970">
                <a:moveTo>
                  <a:pt x="686536" y="382028"/>
                </a:moveTo>
                <a:lnTo>
                  <a:pt x="661136" y="382028"/>
                </a:lnTo>
                <a:lnTo>
                  <a:pt x="673836" y="369328"/>
                </a:lnTo>
                <a:lnTo>
                  <a:pt x="686536" y="369328"/>
                </a:lnTo>
                <a:lnTo>
                  <a:pt x="686536" y="3820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871348" y="4059770"/>
            <a:ext cx="1221740" cy="177800"/>
          </a:xfrm>
          <a:custGeom>
            <a:avLst/>
            <a:gdLst/>
            <a:ahLst/>
            <a:cxnLst/>
            <a:rect l="l" t="t" r="r" b="b"/>
            <a:pathLst>
              <a:path w="1221740" h="177800">
                <a:moveTo>
                  <a:pt x="1218285" y="177609"/>
                </a:moveTo>
                <a:lnTo>
                  <a:pt x="0" y="25209"/>
                </a:lnTo>
                <a:lnTo>
                  <a:pt x="3149" y="0"/>
                </a:lnTo>
                <a:lnTo>
                  <a:pt x="1221435" y="152400"/>
                </a:lnTo>
                <a:lnTo>
                  <a:pt x="1218285" y="17760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078508" y="4027411"/>
            <a:ext cx="1143000" cy="394970"/>
          </a:xfrm>
          <a:custGeom>
            <a:avLst/>
            <a:gdLst/>
            <a:ahLst/>
            <a:cxnLst/>
            <a:rect l="l" t="t" r="r" b="b"/>
            <a:pathLst>
              <a:path w="1143000" h="394970">
                <a:moveTo>
                  <a:pt x="1129715" y="394728"/>
                </a:moveTo>
                <a:lnTo>
                  <a:pt x="12700" y="394728"/>
                </a:lnTo>
                <a:lnTo>
                  <a:pt x="10223" y="394487"/>
                </a:lnTo>
                <a:lnTo>
                  <a:pt x="0" y="382028"/>
                </a:lnTo>
                <a:lnTo>
                  <a:pt x="0" y="12700"/>
                </a:lnTo>
                <a:lnTo>
                  <a:pt x="12700" y="0"/>
                </a:lnTo>
                <a:lnTo>
                  <a:pt x="1129715" y="0"/>
                </a:lnTo>
                <a:lnTo>
                  <a:pt x="1142415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369328"/>
                </a:lnTo>
                <a:lnTo>
                  <a:pt x="12700" y="369328"/>
                </a:lnTo>
                <a:lnTo>
                  <a:pt x="25400" y="382028"/>
                </a:lnTo>
                <a:lnTo>
                  <a:pt x="1142415" y="382028"/>
                </a:lnTo>
                <a:lnTo>
                  <a:pt x="1142174" y="384505"/>
                </a:lnTo>
                <a:lnTo>
                  <a:pt x="1132192" y="394487"/>
                </a:lnTo>
                <a:lnTo>
                  <a:pt x="1129715" y="394728"/>
                </a:lnTo>
                <a:close/>
              </a:path>
              <a:path w="1143000" h="39497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1143000" h="394970">
                <a:moveTo>
                  <a:pt x="1117015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1117015" y="12700"/>
                </a:lnTo>
                <a:lnTo>
                  <a:pt x="1117015" y="25400"/>
                </a:lnTo>
                <a:close/>
              </a:path>
              <a:path w="1143000" h="394970">
                <a:moveTo>
                  <a:pt x="1117015" y="382028"/>
                </a:moveTo>
                <a:lnTo>
                  <a:pt x="1117015" y="12700"/>
                </a:lnTo>
                <a:lnTo>
                  <a:pt x="1129715" y="25400"/>
                </a:lnTo>
                <a:lnTo>
                  <a:pt x="1142415" y="25400"/>
                </a:lnTo>
                <a:lnTo>
                  <a:pt x="1142415" y="369328"/>
                </a:lnTo>
                <a:lnTo>
                  <a:pt x="1129715" y="369328"/>
                </a:lnTo>
                <a:lnTo>
                  <a:pt x="1117015" y="382028"/>
                </a:lnTo>
                <a:close/>
              </a:path>
              <a:path w="1143000" h="394970">
                <a:moveTo>
                  <a:pt x="1142415" y="25400"/>
                </a:moveTo>
                <a:lnTo>
                  <a:pt x="1129715" y="25400"/>
                </a:lnTo>
                <a:lnTo>
                  <a:pt x="1117015" y="12700"/>
                </a:lnTo>
                <a:lnTo>
                  <a:pt x="1142415" y="12700"/>
                </a:lnTo>
                <a:lnTo>
                  <a:pt x="1142415" y="25400"/>
                </a:lnTo>
                <a:close/>
              </a:path>
              <a:path w="1143000" h="394970">
                <a:moveTo>
                  <a:pt x="25400" y="382028"/>
                </a:moveTo>
                <a:lnTo>
                  <a:pt x="12700" y="369328"/>
                </a:lnTo>
                <a:lnTo>
                  <a:pt x="25400" y="369328"/>
                </a:lnTo>
                <a:lnTo>
                  <a:pt x="25400" y="382028"/>
                </a:lnTo>
                <a:close/>
              </a:path>
              <a:path w="1143000" h="394970">
                <a:moveTo>
                  <a:pt x="1117015" y="382028"/>
                </a:moveTo>
                <a:lnTo>
                  <a:pt x="25400" y="382028"/>
                </a:lnTo>
                <a:lnTo>
                  <a:pt x="25400" y="369328"/>
                </a:lnTo>
                <a:lnTo>
                  <a:pt x="1117015" y="369328"/>
                </a:lnTo>
                <a:lnTo>
                  <a:pt x="1117015" y="382028"/>
                </a:lnTo>
                <a:close/>
              </a:path>
              <a:path w="1143000" h="394970">
                <a:moveTo>
                  <a:pt x="1142415" y="382028"/>
                </a:moveTo>
                <a:lnTo>
                  <a:pt x="1117015" y="382028"/>
                </a:lnTo>
                <a:lnTo>
                  <a:pt x="1129715" y="369328"/>
                </a:lnTo>
                <a:lnTo>
                  <a:pt x="1142415" y="369328"/>
                </a:lnTo>
                <a:lnTo>
                  <a:pt x="1142415" y="3820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37909" y="4398149"/>
            <a:ext cx="1277620" cy="676275"/>
          </a:xfrm>
          <a:custGeom>
            <a:avLst/>
            <a:gdLst/>
            <a:ahLst/>
            <a:cxnLst/>
            <a:rect l="l" t="t" r="r" b="b"/>
            <a:pathLst>
              <a:path w="1277620" h="676275">
                <a:moveTo>
                  <a:pt x="1265554" y="675741"/>
                </a:moveTo>
                <a:lnTo>
                  <a:pt x="0" y="22580"/>
                </a:lnTo>
                <a:lnTo>
                  <a:pt x="11645" y="0"/>
                </a:lnTo>
                <a:lnTo>
                  <a:pt x="1277200" y="653173"/>
                </a:lnTo>
                <a:lnTo>
                  <a:pt x="1265554" y="67574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55973" y="3690340"/>
            <a:ext cx="697865" cy="394970"/>
          </a:xfrm>
          <a:custGeom>
            <a:avLst/>
            <a:gdLst/>
            <a:ahLst/>
            <a:cxnLst/>
            <a:rect l="l" t="t" r="r" b="b"/>
            <a:pathLst>
              <a:path w="697864" h="394970">
                <a:moveTo>
                  <a:pt x="685050" y="394728"/>
                </a:moveTo>
                <a:lnTo>
                  <a:pt x="12700" y="394728"/>
                </a:lnTo>
                <a:lnTo>
                  <a:pt x="10223" y="394487"/>
                </a:lnTo>
                <a:lnTo>
                  <a:pt x="0" y="382028"/>
                </a:lnTo>
                <a:lnTo>
                  <a:pt x="0" y="12700"/>
                </a:lnTo>
                <a:lnTo>
                  <a:pt x="12700" y="0"/>
                </a:lnTo>
                <a:lnTo>
                  <a:pt x="685050" y="0"/>
                </a:lnTo>
                <a:lnTo>
                  <a:pt x="697750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369328"/>
                </a:lnTo>
                <a:lnTo>
                  <a:pt x="12700" y="369328"/>
                </a:lnTo>
                <a:lnTo>
                  <a:pt x="25400" y="382028"/>
                </a:lnTo>
                <a:lnTo>
                  <a:pt x="697750" y="382028"/>
                </a:lnTo>
                <a:lnTo>
                  <a:pt x="697509" y="384505"/>
                </a:lnTo>
                <a:lnTo>
                  <a:pt x="687527" y="394487"/>
                </a:lnTo>
                <a:lnTo>
                  <a:pt x="685050" y="394728"/>
                </a:lnTo>
                <a:close/>
              </a:path>
              <a:path w="697864" h="39497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697864" h="394970">
                <a:moveTo>
                  <a:pt x="672350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672350" y="12700"/>
                </a:lnTo>
                <a:lnTo>
                  <a:pt x="672350" y="25400"/>
                </a:lnTo>
                <a:close/>
              </a:path>
              <a:path w="697864" h="394970">
                <a:moveTo>
                  <a:pt x="672350" y="382028"/>
                </a:moveTo>
                <a:lnTo>
                  <a:pt x="672350" y="12700"/>
                </a:lnTo>
                <a:lnTo>
                  <a:pt x="685050" y="25400"/>
                </a:lnTo>
                <a:lnTo>
                  <a:pt x="697750" y="25400"/>
                </a:lnTo>
                <a:lnTo>
                  <a:pt x="697750" y="369328"/>
                </a:lnTo>
                <a:lnTo>
                  <a:pt x="685050" y="369328"/>
                </a:lnTo>
                <a:lnTo>
                  <a:pt x="672350" y="382028"/>
                </a:lnTo>
                <a:close/>
              </a:path>
              <a:path w="697864" h="394970">
                <a:moveTo>
                  <a:pt x="697750" y="25400"/>
                </a:moveTo>
                <a:lnTo>
                  <a:pt x="685050" y="25400"/>
                </a:lnTo>
                <a:lnTo>
                  <a:pt x="672350" y="12700"/>
                </a:lnTo>
                <a:lnTo>
                  <a:pt x="697750" y="12700"/>
                </a:lnTo>
                <a:lnTo>
                  <a:pt x="697750" y="25400"/>
                </a:lnTo>
                <a:close/>
              </a:path>
              <a:path w="697864" h="394970">
                <a:moveTo>
                  <a:pt x="25400" y="382028"/>
                </a:moveTo>
                <a:lnTo>
                  <a:pt x="12700" y="369328"/>
                </a:lnTo>
                <a:lnTo>
                  <a:pt x="25400" y="369328"/>
                </a:lnTo>
                <a:lnTo>
                  <a:pt x="25400" y="382028"/>
                </a:lnTo>
                <a:close/>
              </a:path>
              <a:path w="697864" h="394970">
                <a:moveTo>
                  <a:pt x="672350" y="382028"/>
                </a:moveTo>
                <a:lnTo>
                  <a:pt x="25400" y="382028"/>
                </a:lnTo>
                <a:lnTo>
                  <a:pt x="25400" y="369328"/>
                </a:lnTo>
                <a:lnTo>
                  <a:pt x="672350" y="369328"/>
                </a:lnTo>
                <a:lnTo>
                  <a:pt x="672350" y="382028"/>
                </a:lnTo>
                <a:close/>
              </a:path>
              <a:path w="697864" h="394970">
                <a:moveTo>
                  <a:pt x="697750" y="382028"/>
                </a:moveTo>
                <a:lnTo>
                  <a:pt x="672350" y="382028"/>
                </a:lnTo>
                <a:lnTo>
                  <a:pt x="685050" y="369328"/>
                </a:lnTo>
                <a:lnTo>
                  <a:pt x="697750" y="369328"/>
                </a:lnTo>
                <a:lnTo>
                  <a:pt x="697750" y="3820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089389" y="2110477"/>
            <a:ext cx="6020435" cy="307403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  <a:p>
            <a:pPr algn="ctr" marR="1461135">
              <a:lnSpc>
                <a:spcPct val="100000"/>
              </a:lnSpc>
              <a:spcBef>
                <a:spcPts val="640"/>
              </a:spcBef>
            </a:pPr>
            <a:r>
              <a:rPr dirty="0" sz="1800">
                <a:latin typeface="华文楷体"/>
                <a:cs typeface="华文楷体"/>
              </a:rPr>
              <a:t>线圈</a:t>
            </a:r>
            <a:endParaRPr sz="1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50">
              <a:latin typeface="Times New Roman"/>
              <a:cs typeface="Times New Roman"/>
            </a:endParaRPr>
          </a:p>
          <a:p>
            <a:pPr marL="3757929">
              <a:lnSpc>
                <a:spcPct val="100000"/>
              </a:lnSpc>
            </a:pPr>
            <a:r>
              <a:rPr dirty="0" sz="1800">
                <a:latin typeface="华文楷体"/>
                <a:cs typeface="华文楷体"/>
              </a:rPr>
              <a:t>铝框</a:t>
            </a:r>
            <a:endParaRPr sz="1800">
              <a:latin typeface="华文楷体"/>
              <a:cs typeface="华文楷体"/>
            </a:endParaRPr>
          </a:p>
          <a:p>
            <a:pPr marL="970280">
              <a:lnSpc>
                <a:spcPct val="100000"/>
              </a:lnSpc>
              <a:spcBef>
                <a:spcPts val="1605"/>
              </a:spcBef>
            </a:pPr>
            <a:r>
              <a:rPr dirty="0" sz="1800">
                <a:latin typeface="华文楷体"/>
                <a:cs typeface="华文楷体"/>
              </a:rPr>
              <a:t>指针</a:t>
            </a:r>
            <a:endParaRPr sz="1800">
              <a:latin typeface="华文楷体"/>
              <a:cs typeface="华文楷体"/>
            </a:endParaRPr>
          </a:p>
          <a:p>
            <a:pPr algn="r" marR="5080">
              <a:lnSpc>
                <a:spcPct val="100000"/>
              </a:lnSpc>
              <a:spcBef>
                <a:spcPts val="495"/>
              </a:spcBef>
            </a:pPr>
            <a:r>
              <a:rPr dirty="0" sz="1800">
                <a:latin typeface="华文楷体"/>
                <a:cs typeface="华文楷体"/>
              </a:rPr>
              <a:t>铁质圆柱</a:t>
            </a:r>
            <a:endParaRPr sz="18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 algn="r" marR="386715">
              <a:lnSpc>
                <a:spcPct val="100000"/>
              </a:lnSpc>
              <a:spcBef>
                <a:spcPts val="1789"/>
              </a:spcBef>
            </a:pPr>
            <a:r>
              <a:rPr dirty="0" sz="1800">
                <a:latin typeface="华文楷体"/>
                <a:cs typeface="华文楷体"/>
              </a:rPr>
              <a:t>螺旋弹簧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96067" y="3111601"/>
            <a:ext cx="626110" cy="600710"/>
          </a:xfrm>
          <a:custGeom>
            <a:avLst/>
            <a:gdLst/>
            <a:ahLst/>
            <a:cxnLst/>
            <a:rect l="l" t="t" r="r" b="b"/>
            <a:pathLst>
              <a:path w="626110" h="600710">
                <a:moveTo>
                  <a:pt x="17564" y="600621"/>
                </a:moveTo>
                <a:lnTo>
                  <a:pt x="0" y="582269"/>
                </a:lnTo>
                <a:lnTo>
                  <a:pt x="608304" y="0"/>
                </a:lnTo>
                <a:lnTo>
                  <a:pt x="625868" y="18351"/>
                </a:lnTo>
                <a:lnTo>
                  <a:pt x="17564" y="60062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65804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02864" y="17495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02508" y="1972055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44569" y="1375041"/>
            <a:ext cx="421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1873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65220" y="2685288"/>
            <a:ext cx="5673852" cy="3294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5529" y="2013788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2195" y="1743455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1840" y="1967483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34295" y="1369326"/>
            <a:ext cx="421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1598" y="2219782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46725" y="2469718"/>
            <a:ext cx="2261603" cy="9316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374765" y="2883065"/>
            <a:ext cx="91071" cy="2754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08979" y="2980563"/>
            <a:ext cx="120980" cy="2472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83236" y="2977286"/>
            <a:ext cx="244246" cy="3946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894626" y="2866618"/>
            <a:ext cx="91808" cy="279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138009" y="2939427"/>
            <a:ext cx="116827" cy="2358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46048" y="2940126"/>
            <a:ext cx="226237" cy="3627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05069" y="3576599"/>
            <a:ext cx="1917179" cy="15418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759822" y="3110953"/>
            <a:ext cx="2233549" cy="25368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88724" y="4443577"/>
            <a:ext cx="267093" cy="27473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337718" y="3048927"/>
            <a:ext cx="2233549" cy="253682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005050" y="4367466"/>
            <a:ext cx="192417" cy="2784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879145" y="3568928"/>
            <a:ext cx="513803" cy="52913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205664" y="4583684"/>
            <a:ext cx="497268" cy="50716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458383" y="3546512"/>
            <a:ext cx="460654" cy="46935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976838" y="4612411"/>
            <a:ext cx="475830" cy="48952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037920" y="4415040"/>
            <a:ext cx="675119" cy="11000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844719" y="4264875"/>
            <a:ext cx="675119" cy="11000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232488" y="3444760"/>
            <a:ext cx="460654" cy="46935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665508" y="3637279"/>
            <a:ext cx="460654" cy="46935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006568" y="3344316"/>
            <a:ext cx="460654" cy="46935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277739" y="4457395"/>
            <a:ext cx="675119" cy="11000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070640" y="4365320"/>
            <a:ext cx="675119" cy="11000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618735" y="4167936"/>
            <a:ext cx="675119" cy="11000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202758" y="4712855"/>
            <a:ext cx="475830" cy="48952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652666" y="4781181"/>
            <a:ext cx="497268" cy="50716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864566" y="4876647"/>
            <a:ext cx="497268" cy="50716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431584" y="4684128"/>
            <a:ext cx="497268" cy="50716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377101" y="4122127"/>
            <a:ext cx="675119" cy="11000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828942" y="4323016"/>
            <a:ext cx="675119" cy="11000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603021" y="4222572"/>
            <a:ext cx="675119" cy="11000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446888" y="3372129"/>
            <a:ext cx="513803" cy="52913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673633" y="3479114"/>
            <a:ext cx="513803" cy="52913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220739" y="3271697"/>
            <a:ext cx="513803" cy="52913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428703" y="4812207"/>
            <a:ext cx="475830" cy="48952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630278" y="4905502"/>
            <a:ext cx="475830" cy="48952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975771" y="3664178"/>
            <a:ext cx="1534541" cy="99653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974716" y="4507636"/>
            <a:ext cx="996886" cy="52005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348768" y="3668458"/>
            <a:ext cx="996886" cy="52005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810872" y="4036948"/>
            <a:ext cx="1534541" cy="99653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858548" y="4056735"/>
            <a:ext cx="1400251" cy="94311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051780" y="4485297"/>
            <a:ext cx="937412" cy="50236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328536" y="3706279"/>
            <a:ext cx="937412" cy="50236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948402" y="3636454"/>
            <a:ext cx="1543900" cy="96625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004041" y="3726941"/>
            <a:ext cx="1543900" cy="96625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779744" y="4004919"/>
            <a:ext cx="1543900" cy="96625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832424" y="4095241"/>
            <a:ext cx="1543900" cy="966254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953000" y="4472330"/>
            <a:ext cx="1015758" cy="49783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302311" y="3640061"/>
            <a:ext cx="1015758" cy="49783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003177" y="4564189"/>
            <a:ext cx="1015758" cy="49783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354267" y="3730840"/>
            <a:ext cx="1015758" cy="497839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059336" y="3706355"/>
            <a:ext cx="1400251" cy="94311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420105" y="3991978"/>
            <a:ext cx="1422552" cy="69302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704459" y="2829356"/>
            <a:ext cx="1001293" cy="177849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644906" y="4548365"/>
            <a:ext cx="1001293" cy="177849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220309" y="3591839"/>
            <a:ext cx="1886699" cy="1511338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973394" y="3926662"/>
            <a:ext cx="1133627" cy="117651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213970" y="4587824"/>
            <a:ext cx="486295" cy="49876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019281" y="3742194"/>
            <a:ext cx="1513420" cy="93577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056936" y="3758933"/>
            <a:ext cx="1475765" cy="91903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074577" y="3721608"/>
            <a:ext cx="1369771" cy="912634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435346" y="4007218"/>
            <a:ext cx="1392072" cy="66254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753225" y="4593158"/>
            <a:ext cx="74206" cy="7660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873787" y="4071975"/>
            <a:ext cx="1369771" cy="91263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343777" y="3721518"/>
            <a:ext cx="906932" cy="471881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172159" y="4089818"/>
            <a:ext cx="78549" cy="103581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991011" y="3679418"/>
            <a:ext cx="1504061" cy="966050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021491" y="3689108"/>
            <a:ext cx="1479664" cy="960119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235979" y="3286937"/>
            <a:ext cx="487692" cy="50430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618261" y="4235031"/>
            <a:ext cx="649782" cy="99758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443944" y="4824666"/>
            <a:ext cx="450265" cy="465518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392341" y="4134586"/>
            <a:ext cx="649782" cy="99758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444056" y="4688281"/>
            <a:ext cx="486295" cy="502919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844182" y="4338256"/>
            <a:ext cx="644639" cy="79527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6849732" y="4335475"/>
            <a:ext cx="644232" cy="103911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853225" y="4342269"/>
            <a:ext cx="635609" cy="75514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5645518" y="4920741"/>
            <a:ext cx="446112" cy="462737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4992077" y="4624857"/>
            <a:ext cx="450278" cy="465518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369507" y="3746081"/>
            <a:ext cx="985278" cy="467360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7235532" y="4131119"/>
            <a:ext cx="119240" cy="82321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217998" y="4725314"/>
            <a:ext cx="450278" cy="465518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4963642" y="3651694"/>
            <a:ext cx="1513420" cy="935774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001298" y="3668433"/>
            <a:ext cx="1475765" cy="91903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5794984" y="4020159"/>
            <a:ext cx="1513420" cy="935774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832640" y="4036898"/>
            <a:ext cx="1475765" cy="91903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5018417" y="4579429"/>
            <a:ext cx="985278" cy="467360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884455" y="4964468"/>
            <a:ext cx="119240" cy="82321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4968240" y="4487570"/>
            <a:ext cx="985278" cy="467360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834278" y="4872596"/>
            <a:ext cx="119240" cy="82321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847664" y="4110482"/>
            <a:ext cx="1513420" cy="935774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885307" y="4127220"/>
            <a:ext cx="1475765" cy="91903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826112" y="4052189"/>
            <a:ext cx="1504061" cy="966050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852439" y="4061891"/>
            <a:ext cx="1479664" cy="960119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067020" y="4500536"/>
            <a:ext cx="906932" cy="471881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895403" y="4868836"/>
            <a:ext cx="78549" cy="103581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364008" y="3683698"/>
            <a:ext cx="966406" cy="489572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7225766" y="4063326"/>
            <a:ext cx="108064" cy="112217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019040" y="3348469"/>
            <a:ext cx="444728" cy="461352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633976" y="4180408"/>
            <a:ext cx="649770" cy="95592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6667906" y="4796421"/>
            <a:ext cx="466788" cy="476681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660984" y="4785334"/>
            <a:ext cx="486295" cy="507072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6676949" y="4800434"/>
            <a:ext cx="457746" cy="472668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6317551" y="3655301"/>
            <a:ext cx="985278" cy="467360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7183590" y="4040339"/>
            <a:ext cx="119240" cy="82321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4859959" y="4280115"/>
            <a:ext cx="644639" cy="79527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4861343" y="4277334"/>
            <a:ext cx="648398" cy="103911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4868989" y="4284129"/>
            <a:ext cx="635609" cy="75514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5244960" y="3448913"/>
            <a:ext cx="444728" cy="461352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6660146" y="4563605"/>
            <a:ext cx="970813" cy="1748015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6632447" y="4540046"/>
            <a:ext cx="1030782" cy="1799704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6667677" y="4566945"/>
            <a:ext cx="963282" cy="1744675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6688873" y="3494354"/>
            <a:ext cx="483514" cy="504304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6894385" y="3581400"/>
            <a:ext cx="487680" cy="507072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5085880" y="4380560"/>
            <a:ext cx="644639" cy="79527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5091417" y="4377778"/>
            <a:ext cx="644232" cy="103911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5094909" y="4384573"/>
            <a:ext cx="635609" cy="75514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5473623" y="3550653"/>
            <a:ext cx="441972" cy="465518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4989957" y="4522876"/>
            <a:ext cx="966406" cy="489572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5847550" y="4902492"/>
            <a:ext cx="116382" cy="112217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5719698" y="2844609"/>
            <a:ext cx="970813" cy="1748015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5692000" y="2821051"/>
            <a:ext cx="1034935" cy="1795551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5727230" y="2847949"/>
            <a:ext cx="963282" cy="1744675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5292978" y="4472635"/>
            <a:ext cx="644639" cy="79527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5298516" y="4469853"/>
            <a:ext cx="644232" cy="103911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5302008" y="4476648"/>
            <a:ext cx="635609" cy="75514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6872871" y="4880800"/>
            <a:ext cx="486295" cy="502919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7053160" y="4430280"/>
            <a:ext cx="644639" cy="79527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7058697" y="4427499"/>
            <a:ext cx="644232" cy="103911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7062190" y="4434294"/>
            <a:ext cx="635609" cy="75514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5677979" y="3641432"/>
            <a:ext cx="444728" cy="465518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6352959" y="3064167"/>
            <a:ext cx="2203068" cy="2506344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7218997" y="3449205"/>
            <a:ext cx="1337043" cy="2121293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8017509" y="4375772"/>
            <a:ext cx="2198712" cy="2182088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6462128" y="3387369"/>
            <a:ext cx="487692" cy="504317"/>
          </a:xfrm>
          <a:prstGeom prst="rect">
            <a:avLst/>
          </a:prstGeom>
          <a:blipFill>
            <a:blip r:embed="rId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5561965" y="2484958"/>
            <a:ext cx="2231123" cy="901128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7358519" y="2952584"/>
            <a:ext cx="2231961" cy="2265222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7150481" y="2951911"/>
            <a:ext cx="2123897" cy="2140521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5795708" y="2989757"/>
            <a:ext cx="2252751" cy="2298471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6902932" y="2874937"/>
            <a:ext cx="2098967" cy="2182088"/>
          </a:xfrm>
          <a:prstGeom prst="rect">
            <a:avLst/>
          </a:prstGeom>
          <a:blipFill>
            <a:blip r:embed="rId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6662077" y="2732366"/>
            <a:ext cx="2065718" cy="2335872"/>
          </a:xfrm>
          <a:prstGeom prst="rect">
            <a:avLst/>
          </a:prstGeom>
          <a:blipFill>
            <a:blip r:embed="rId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3775062" y="3126193"/>
            <a:ext cx="2203069" cy="2506344"/>
          </a:xfrm>
          <a:prstGeom prst="rect">
            <a:avLst/>
          </a:prstGeom>
          <a:blipFill>
            <a:blip r:embed="rId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4641100" y="3511245"/>
            <a:ext cx="1337030" cy="2121293"/>
          </a:xfrm>
          <a:prstGeom prst="rect">
            <a:avLst/>
          </a:prstGeom>
          <a:blipFill>
            <a:blip r:embed="rId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5001196" y="4456048"/>
            <a:ext cx="2273528" cy="2177935"/>
          </a:xfrm>
          <a:prstGeom prst="rect">
            <a:avLst/>
          </a:prstGeom>
          <a:blipFill>
            <a:blip r:embed="rId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6383070" y="2891383"/>
            <a:ext cx="2098967" cy="2182088"/>
          </a:xfrm>
          <a:prstGeom prst="rect">
            <a:avLst/>
          </a:prstGeom>
          <a:blipFill>
            <a:blip r:embed="rId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6117297" y="2993021"/>
            <a:ext cx="2128062" cy="2148840"/>
          </a:xfrm>
          <a:prstGeom prst="rect">
            <a:avLst/>
          </a:prstGeom>
          <a:blipFill>
            <a:blip r:embed="rId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6038" y="2015235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3720" y="1744979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1" y="0"/>
                </a:lnTo>
                <a:lnTo>
                  <a:pt x="362711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3364" y="1969007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4"/>
                </a:lnTo>
                <a:lnTo>
                  <a:pt x="0" y="245364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34803" y="1370774"/>
            <a:ext cx="421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2106" y="2221229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24347" y="2434920"/>
            <a:ext cx="2355189" cy="915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84988" y="2840989"/>
            <a:ext cx="89484" cy="276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07811" y="2933674"/>
            <a:ext cx="121335" cy="2471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69165" y="2925457"/>
            <a:ext cx="247776" cy="3928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829425" y="2837014"/>
            <a:ext cx="90182" cy="2802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084948" y="2917050"/>
            <a:ext cx="117182" cy="235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05243" y="2925445"/>
            <a:ext cx="229489" cy="3612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93117" y="3934967"/>
            <a:ext cx="1217676" cy="121767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555845" y="3474084"/>
            <a:ext cx="1392491" cy="213945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19027" y="4412767"/>
            <a:ext cx="273913" cy="27131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255561" y="3474084"/>
            <a:ext cx="1392491" cy="213945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077872" y="4407369"/>
            <a:ext cx="195605" cy="27687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717984" y="3658539"/>
            <a:ext cx="479463" cy="48078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27497" y="4490478"/>
            <a:ext cx="696099" cy="1102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991807" y="4935258"/>
            <a:ext cx="523646" cy="5220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168883" y="4490478"/>
            <a:ext cx="698068" cy="10668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996938" y="3626015"/>
            <a:ext cx="520217" cy="52513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712231" y="4947208"/>
            <a:ext cx="485216" cy="48056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817323" y="4064508"/>
            <a:ext cx="1557731" cy="95733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816168" y="4882667"/>
            <a:ext cx="136080" cy="13526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240409" y="4068889"/>
            <a:ext cx="136080" cy="13526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818492" y="4066514"/>
            <a:ext cx="1557731" cy="95733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875261" y="4088041"/>
            <a:ext cx="1444866" cy="91807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878245" y="4853178"/>
            <a:ext cx="113931" cy="13534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199655" y="4096880"/>
            <a:ext cx="113931" cy="13534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790476" y="4037533"/>
            <a:ext cx="1560309" cy="92274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848438" y="4129354"/>
            <a:ext cx="1560309" cy="92274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791593" y="4036898"/>
            <a:ext cx="1560309" cy="92274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848438" y="4129354"/>
            <a:ext cx="1560309" cy="92274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793308" y="4847615"/>
            <a:ext cx="154381" cy="11103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191743" y="4040225"/>
            <a:ext cx="154381" cy="11103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847550" y="4941570"/>
            <a:ext cx="154381" cy="11103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247826" y="4133126"/>
            <a:ext cx="154381" cy="11103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868390" y="4089920"/>
            <a:ext cx="1444866" cy="91807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545757" y="4494174"/>
            <a:ext cx="108013" cy="10801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557646" y="2760408"/>
            <a:ext cx="1071092" cy="181452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574383" y="4518571"/>
            <a:ext cx="1071092" cy="181452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560997" y="4509414"/>
            <a:ext cx="77533" cy="7753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825642" y="4072813"/>
            <a:ext cx="1537855" cy="93934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883618" y="4105160"/>
            <a:ext cx="1414386" cy="88759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805716" y="4052773"/>
            <a:ext cx="1529829" cy="89226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008357" y="3950208"/>
            <a:ext cx="1187195" cy="118719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863678" y="4144594"/>
            <a:ext cx="1529829" cy="89226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828639" y="4890960"/>
            <a:ext cx="116382" cy="11638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826798" y="4081754"/>
            <a:ext cx="1537855" cy="932408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252881" y="4081360"/>
            <a:ext cx="112217" cy="112217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808548" y="4862855"/>
            <a:ext cx="123901" cy="8055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890501" y="4103280"/>
            <a:ext cx="1414386" cy="887590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263066" y="4148366"/>
            <a:ext cx="123901" cy="8055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214895" y="4112120"/>
            <a:ext cx="83451" cy="10486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206983" y="4055465"/>
            <a:ext cx="123901" cy="8055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893485" y="4868417"/>
            <a:ext cx="83451" cy="10486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862789" y="4956809"/>
            <a:ext cx="123901" cy="8055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439587" y="2450160"/>
            <a:ext cx="2324709" cy="885088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009892" y="3640937"/>
            <a:ext cx="494118" cy="500608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181354" y="4505718"/>
            <a:ext cx="675297" cy="84505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726303" y="3666858"/>
            <a:ext cx="457200" cy="462661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335803" y="4505718"/>
            <a:ext cx="677481" cy="84505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000125" y="4947119"/>
            <a:ext cx="503885" cy="502919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724702" y="4959680"/>
            <a:ext cx="458800" cy="458304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565965" y="2768714"/>
            <a:ext cx="1055712" cy="1799704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582702" y="4526889"/>
            <a:ext cx="1051559" cy="1799704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863678" y="4144594"/>
            <a:ext cx="1529829" cy="89226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677471" y="2937916"/>
            <a:ext cx="2256904" cy="2294318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571085" y="3489325"/>
            <a:ext cx="1362011" cy="2108974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935651" y="4425226"/>
            <a:ext cx="2277681" cy="2173782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270801" y="3489325"/>
            <a:ext cx="1362011" cy="2108974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8094497" y="4423994"/>
            <a:ext cx="2198712" cy="2177935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593814" y="2694647"/>
            <a:ext cx="2053247" cy="2340038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293307" y="2853448"/>
            <a:ext cx="2098967" cy="2177935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024435" y="2946133"/>
            <a:ext cx="2123897" cy="2148840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806833" y="4052138"/>
            <a:ext cx="1529829" cy="89226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837730" y="2849498"/>
            <a:ext cx="2098967" cy="2182088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093267" y="2925368"/>
            <a:ext cx="2123897" cy="2140521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313561" y="2937929"/>
            <a:ext cx="2236127" cy="2261057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5529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2195" y="17495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1840" y="197205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34295" y="1375041"/>
            <a:ext cx="421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1598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23839" y="2439174"/>
            <a:ext cx="2355189" cy="915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84480" y="2845244"/>
            <a:ext cx="89484" cy="276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07303" y="2937929"/>
            <a:ext cx="121335" cy="2471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68657" y="2929712"/>
            <a:ext cx="247776" cy="3928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828917" y="2841282"/>
            <a:ext cx="90182" cy="2802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084441" y="2921317"/>
            <a:ext cx="117182" cy="235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04735" y="2929699"/>
            <a:ext cx="229489" cy="3612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439079" y="2454414"/>
            <a:ext cx="2324709" cy="8850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21359" y="2942183"/>
            <a:ext cx="1363281" cy="7772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681116" y="2942183"/>
            <a:ext cx="1384071" cy="8104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584987" y="2703067"/>
            <a:ext cx="1192872" cy="84790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296952" y="2853550"/>
            <a:ext cx="1226121" cy="69411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15609" y="2946234"/>
            <a:ext cx="1263535" cy="66917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837222" y="2849587"/>
            <a:ext cx="1230287" cy="69827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096912" y="2933776"/>
            <a:ext cx="1255217" cy="65255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992596" y="3939235"/>
            <a:ext cx="1217676" cy="121767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555337" y="3478339"/>
            <a:ext cx="1392491" cy="213945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918519" y="4417021"/>
            <a:ext cx="273913" cy="27131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55052" y="3478339"/>
            <a:ext cx="1392491" cy="213945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077365" y="4411624"/>
            <a:ext cx="195605" cy="27687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70577" y="3493579"/>
            <a:ext cx="1362011" cy="210897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930990" y="4429493"/>
            <a:ext cx="2281847" cy="130093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270292" y="3493579"/>
            <a:ext cx="1362011" cy="210897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089836" y="4428248"/>
            <a:ext cx="2202878" cy="130510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991298" y="4939525"/>
            <a:ext cx="523646" cy="52204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711723" y="4951463"/>
            <a:ext cx="485216" cy="480567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996430" y="3630269"/>
            <a:ext cx="520217" cy="52513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004736" y="3645192"/>
            <a:ext cx="503643" cy="502919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168375" y="4494733"/>
            <a:ext cx="698068" cy="10668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717476" y="3662794"/>
            <a:ext cx="479463" cy="480783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326989" y="4494733"/>
            <a:ext cx="696099" cy="110223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999617" y="4954765"/>
            <a:ext cx="508038" cy="49952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720029" y="4959781"/>
            <a:ext cx="462965" cy="46135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816815" y="4068762"/>
            <a:ext cx="1557731" cy="957338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815660" y="4886921"/>
            <a:ext cx="136080" cy="135267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239901" y="4073144"/>
            <a:ext cx="136080" cy="135267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817984" y="4070768"/>
            <a:ext cx="1557731" cy="957338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874753" y="4092295"/>
            <a:ext cx="1444866" cy="918070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877737" y="4857432"/>
            <a:ext cx="113931" cy="13534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199147" y="4101134"/>
            <a:ext cx="113931" cy="13534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789968" y="4041800"/>
            <a:ext cx="1560309" cy="92274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847931" y="4133608"/>
            <a:ext cx="1560309" cy="92274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791085" y="4041152"/>
            <a:ext cx="1560309" cy="92274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847931" y="4133608"/>
            <a:ext cx="1560309" cy="922743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792787" y="4851869"/>
            <a:ext cx="154381" cy="111036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191235" y="4044480"/>
            <a:ext cx="154381" cy="111036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847041" y="4945837"/>
            <a:ext cx="154381" cy="111036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247318" y="4137380"/>
            <a:ext cx="154381" cy="111036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867869" y="4094175"/>
            <a:ext cx="1444866" cy="918070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545250" y="4498428"/>
            <a:ext cx="108013" cy="108013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557139" y="2764663"/>
            <a:ext cx="1071092" cy="181452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573875" y="4522825"/>
            <a:ext cx="1071092" cy="181452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560489" y="4513669"/>
            <a:ext cx="77533" cy="77533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832056" y="4077080"/>
            <a:ext cx="1535087" cy="935177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883109" y="4109415"/>
            <a:ext cx="1414386" cy="887590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805208" y="4057040"/>
            <a:ext cx="1529829" cy="892263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889993" y="4107535"/>
            <a:ext cx="1414386" cy="887590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863170" y="4148848"/>
            <a:ext cx="1529829" cy="892263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823978" y="4895227"/>
            <a:ext cx="116382" cy="112217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830442" y="4086009"/>
            <a:ext cx="1533702" cy="936574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248207" y="4085615"/>
            <a:ext cx="116382" cy="112217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206475" y="4059720"/>
            <a:ext cx="123901" cy="80556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808040" y="4867109"/>
            <a:ext cx="123901" cy="80556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214387" y="4116374"/>
            <a:ext cx="83451" cy="104863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262558" y="4152620"/>
            <a:ext cx="123901" cy="80556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863170" y="4148848"/>
            <a:ext cx="1529829" cy="892263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892977" y="4872672"/>
            <a:ext cx="83451" cy="104863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806325" y="4056392"/>
            <a:ext cx="1529829" cy="892263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862281" y="4961077"/>
            <a:ext cx="123901" cy="80556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569610" y="2772968"/>
            <a:ext cx="1051559" cy="1795551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586346" y="4531143"/>
            <a:ext cx="1043381" cy="1799704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1986" y="201234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89148" y="1741932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88791" y="1965960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30752" y="1367878"/>
            <a:ext cx="421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38055" y="221833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20296" y="2432011"/>
            <a:ext cx="2355189" cy="915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80937" y="2838081"/>
            <a:ext cx="89484" cy="276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03759" y="2930779"/>
            <a:ext cx="121335" cy="2471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65114" y="2922549"/>
            <a:ext cx="247776" cy="3928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825374" y="2834119"/>
            <a:ext cx="90182" cy="2802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080898" y="2914154"/>
            <a:ext cx="117182" cy="235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01191" y="2922549"/>
            <a:ext cx="229489" cy="3612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435536" y="2447251"/>
            <a:ext cx="2324709" cy="8850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13663" y="2935020"/>
            <a:ext cx="1363281" cy="7772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677573" y="2935020"/>
            <a:ext cx="1384071" cy="8104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589750" y="2691752"/>
            <a:ext cx="1184567" cy="85205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289256" y="2846387"/>
            <a:ext cx="1230287" cy="69827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16218" y="2943237"/>
            <a:ext cx="1259382" cy="66502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837845" y="2846590"/>
            <a:ext cx="1226121" cy="69827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089216" y="2922473"/>
            <a:ext cx="1255217" cy="6567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989053" y="3932072"/>
            <a:ext cx="1217676" cy="121767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551794" y="3471189"/>
            <a:ext cx="1392491" cy="213945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914976" y="4409859"/>
            <a:ext cx="273913" cy="27131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51509" y="3471189"/>
            <a:ext cx="1392491" cy="213945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073821" y="4404474"/>
            <a:ext cx="195605" cy="27687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67034" y="3486429"/>
            <a:ext cx="1362011" cy="210897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927447" y="4418164"/>
            <a:ext cx="2277681" cy="130510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266749" y="3486429"/>
            <a:ext cx="1362011" cy="210897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086293" y="4416933"/>
            <a:ext cx="2198712" cy="130510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987755" y="4932362"/>
            <a:ext cx="523646" cy="52205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708180" y="4944313"/>
            <a:ext cx="485216" cy="48055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992886" y="3623106"/>
            <a:ext cx="520217" cy="52513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001916" y="3635590"/>
            <a:ext cx="502208" cy="50121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164831" y="4487570"/>
            <a:ext cx="698068" cy="10668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713933" y="3655644"/>
            <a:ext cx="479463" cy="48077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323446" y="4487570"/>
            <a:ext cx="696099" cy="110223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000226" y="4944833"/>
            <a:ext cx="503897" cy="49814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722251" y="4952619"/>
            <a:ext cx="459752" cy="45830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816815" y="4062729"/>
            <a:ext cx="1560233" cy="952728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819063" y="4060723"/>
            <a:ext cx="135991" cy="13517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238542" y="4882756"/>
            <a:ext cx="135991" cy="13517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815660" y="4064749"/>
            <a:ext cx="1560233" cy="952728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870816" y="4085374"/>
            <a:ext cx="1446999" cy="913968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881293" y="4089908"/>
            <a:ext cx="113715" cy="135381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199401" y="4851958"/>
            <a:ext cx="113715" cy="135381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840831" y="4035780"/>
            <a:ext cx="1563052" cy="91793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790603" y="4132046"/>
            <a:ext cx="1563052" cy="91793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841949" y="4036428"/>
            <a:ext cx="1563052" cy="91793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790603" y="4132046"/>
            <a:ext cx="1563052" cy="91793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843651" y="4037393"/>
            <a:ext cx="154559" cy="110693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244651" y="4840351"/>
            <a:ext cx="154558" cy="110693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789701" y="4131525"/>
            <a:ext cx="154559" cy="110693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192543" y="4935537"/>
            <a:ext cx="154558" cy="110693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865736" y="4080370"/>
            <a:ext cx="1446999" cy="913968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540386" y="4490681"/>
            <a:ext cx="108038" cy="108038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568109" y="2755252"/>
            <a:ext cx="1065517" cy="1817738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559450" y="4518075"/>
            <a:ext cx="1065517" cy="1817738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541401" y="4491697"/>
            <a:ext cx="105994" cy="10599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833440" y="4075201"/>
            <a:ext cx="1537855" cy="93102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812421" y="3646004"/>
            <a:ext cx="1569021" cy="1786178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850064" y="3702926"/>
            <a:ext cx="1478343" cy="1668868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852134" y="3609225"/>
            <a:ext cx="1540421" cy="1771027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855157" y="3707917"/>
            <a:ext cx="1478343" cy="1668868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5801905" y="3705491"/>
            <a:ext cx="1540421" cy="1771027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815228" y="4056329"/>
            <a:ext cx="143675" cy="143967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823978" y="4077208"/>
            <a:ext cx="1542008" cy="931024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811265" y="3648011"/>
            <a:ext cx="1569021" cy="1786178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234707" y="4878374"/>
            <a:ext cx="143675" cy="143967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255967" y="4821885"/>
            <a:ext cx="131927" cy="147612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854966" y="4018940"/>
            <a:ext cx="131927" cy="147612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189952" y="4857216"/>
            <a:ext cx="132588" cy="124853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203858" y="4917071"/>
            <a:ext cx="131927" cy="147612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801905" y="3705491"/>
            <a:ext cx="1540421" cy="1771027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871857" y="4095165"/>
            <a:ext cx="132588" cy="124853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853264" y="3609873"/>
            <a:ext cx="1540421" cy="1771027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801017" y="4113072"/>
            <a:ext cx="131927" cy="147612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576428" y="2763570"/>
            <a:ext cx="1047407" cy="1799704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068199" y="2765894"/>
            <a:ext cx="2065350" cy="1796465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5567769" y="4526394"/>
            <a:ext cx="1047407" cy="1799704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059540" y="4528705"/>
            <a:ext cx="2065350" cy="1796465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5529" y="201234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2195" y="1741932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5" y="0"/>
                </a:lnTo>
                <a:lnTo>
                  <a:pt x="364235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1840" y="1965960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34295" y="1367878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1598" y="221833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23839" y="2432011"/>
            <a:ext cx="2355189" cy="915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84480" y="2838081"/>
            <a:ext cx="89484" cy="276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07303" y="2930779"/>
            <a:ext cx="121335" cy="2471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668657" y="2922549"/>
            <a:ext cx="247776" cy="3928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828917" y="2834119"/>
            <a:ext cx="90182" cy="2802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084441" y="2914154"/>
            <a:ext cx="117182" cy="235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04735" y="2922549"/>
            <a:ext cx="229489" cy="3612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439079" y="2447251"/>
            <a:ext cx="2324709" cy="8850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21359" y="2935020"/>
            <a:ext cx="1363281" cy="77723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681116" y="2935020"/>
            <a:ext cx="1384071" cy="81048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584987" y="2691752"/>
            <a:ext cx="1192872" cy="85205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296952" y="2846387"/>
            <a:ext cx="1226121" cy="69827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015609" y="2943237"/>
            <a:ext cx="1263535" cy="66502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837222" y="2846590"/>
            <a:ext cx="1230287" cy="69827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096912" y="2922473"/>
            <a:ext cx="1255217" cy="65670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992596" y="3932072"/>
            <a:ext cx="1217676" cy="121767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555337" y="3471189"/>
            <a:ext cx="1392491" cy="213945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918519" y="4409859"/>
            <a:ext cx="273913" cy="27131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55052" y="3471189"/>
            <a:ext cx="1392491" cy="213945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077365" y="4404474"/>
            <a:ext cx="195605" cy="27687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70577" y="3486429"/>
            <a:ext cx="1362011" cy="210897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930990" y="4418164"/>
            <a:ext cx="2281847" cy="130510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270292" y="3486429"/>
            <a:ext cx="1362011" cy="210897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089836" y="4416933"/>
            <a:ext cx="2202878" cy="130510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991298" y="4932362"/>
            <a:ext cx="523646" cy="52205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711723" y="4944313"/>
            <a:ext cx="485216" cy="48055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996430" y="3623106"/>
            <a:ext cx="520217" cy="52513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004736" y="3635590"/>
            <a:ext cx="503643" cy="50121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168375" y="4487570"/>
            <a:ext cx="698068" cy="10668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717476" y="3655644"/>
            <a:ext cx="479463" cy="48077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326989" y="4487570"/>
            <a:ext cx="696099" cy="110223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999617" y="4944833"/>
            <a:ext cx="508038" cy="49814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720029" y="4952619"/>
            <a:ext cx="462965" cy="45830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723280" y="4480547"/>
            <a:ext cx="1749259" cy="11700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723267" y="4486262"/>
            <a:ext cx="108965" cy="10676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363586" y="4485601"/>
            <a:ext cx="108966" cy="10676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723293" y="4482858"/>
            <a:ext cx="1749259" cy="11700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800648" y="4462640"/>
            <a:ext cx="1593265" cy="16108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703646" y="4460582"/>
            <a:ext cx="1792833" cy="163182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793740" y="4460862"/>
            <a:ext cx="1593265" cy="16108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544233" y="4490872"/>
            <a:ext cx="108584" cy="10858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562191" y="2486126"/>
            <a:ext cx="65824" cy="2086432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573570" y="4517085"/>
            <a:ext cx="65824" cy="2086432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545643" y="4492281"/>
            <a:ext cx="105765" cy="105765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735739" y="4488853"/>
            <a:ext cx="1724888" cy="99758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704979" y="3758006"/>
            <a:ext cx="1785861" cy="156207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756186" y="3805389"/>
            <a:ext cx="1668373" cy="1472031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712180" y="3721277"/>
            <a:ext cx="1770938" cy="1533321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763094" y="3807168"/>
            <a:ext cx="1668373" cy="1472031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717006" y="3829748"/>
            <a:ext cx="1770938" cy="1533321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731573" y="4498733"/>
            <a:ext cx="91439" cy="87287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705919" y="4467974"/>
            <a:ext cx="143662" cy="143357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731598" y="4491177"/>
            <a:ext cx="1733207" cy="99758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704992" y="3760330"/>
            <a:ext cx="1785861" cy="1562074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371905" y="4493920"/>
            <a:ext cx="91440" cy="91439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346238" y="4467313"/>
            <a:ext cx="143662" cy="143357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330211" y="4418291"/>
            <a:ext cx="147548" cy="131394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715444" y="4426191"/>
            <a:ext cx="147548" cy="131394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296937" y="4471415"/>
            <a:ext cx="124447" cy="132435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332853" y="4526775"/>
            <a:ext cx="147548" cy="131394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717006" y="3829748"/>
            <a:ext cx="1770938" cy="1533321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774410" y="4473130"/>
            <a:ext cx="124447" cy="132435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713476" y="3721265"/>
            <a:ext cx="1770938" cy="1533321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715977" y="4534687"/>
            <a:ext cx="147548" cy="131394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570509" y="2494432"/>
            <a:ext cx="49872" cy="2069871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701017" y="2496705"/>
            <a:ext cx="1788172" cy="4098556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712396" y="4527664"/>
            <a:ext cx="1788172" cy="2065261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367282" y="3966857"/>
            <a:ext cx="95250" cy="530225"/>
          </a:xfrm>
          <a:custGeom>
            <a:avLst/>
            <a:gdLst/>
            <a:ahLst/>
            <a:cxnLst/>
            <a:rect l="l" t="t" r="r" b="b"/>
            <a:pathLst>
              <a:path w="95250" h="530225">
                <a:moveTo>
                  <a:pt x="0" y="95529"/>
                </a:moveTo>
                <a:lnTo>
                  <a:pt x="47053" y="0"/>
                </a:lnTo>
                <a:lnTo>
                  <a:pt x="83260" y="71335"/>
                </a:lnTo>
                <a:lnTo>
                  <a:pt x="63360" y="71335"/>
                </a:lnTo>
                <a:lnTo>
                  <a:pt x="31610" y="71526"/>
                </a:lnTo>
                <a:lnTo>
                  <a:pt x="31751" y="95338"/>
                </a:lnTo>
                <a:lnTo>
                  <a:pt x="0" y="95529"/>
                </a:lnTo>
                <a:close/>
              </a:path>
              <a:path w="95250" h="530225">
                <a:moveTo>
                  <a:pt x="31751" y="95338"/>
                </a:moveTo>
                <a:lnTo>
                  <a:pt x="31610" y="71526"/>
                </a:lnTo>
                <a:lnTo>
                  <a:pt x="63360" y="71335"/>
                </a:lnTo>
                <a:lnTo>
                  <a:pt x="63501" y="95148"/>
                </a:lnTo>
                <a:lnTo>
                  <a:pt x="31751" y="95338"/>
                </a:lnTo>
                <a:close/>
              </a:path>
              <a:path w="95250" h="530225">
                <a:moveTo>
                  <a:pt x="63501" y="95148"/>
                </a:moveTo>
                <a:lnTo>
                  <a:pt x="63360" y="71335"/>
                </a:lnTo>
                <a:lnTo>
                  <a:pt x="83260" y="71335"/>
                </a:lnTo>
                <a:lnTo>
                  <a:pt x="95250" y="94957"/>
                </a:lnTo>
                <a:lnTo>
                  <a:pt x="63501" y="95148"/>
                </a:lnTo>
                <a:close/>
              </a:path>
              <a:path w="95250" h="530225">
                <a:moveTo>
                  <a:pt x="34328" y="530174"/>
                </a:moveTo>
                <a:lnTo>
                  <a:pt x="31751" y="95338"/>
                </a:lnTo>
                <a:lnTo>
                  <a:pt x="63501" y="95148"/>
                </a:lnTo>
                <a:lnTo>
                  <a:pt x="66078" y="529983"/>
                </a:lnTo>
                <a:lnTo>
                  <a:pt x="34328" y="530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7474622" y="389285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651284" y="4423143"/>
            <a:ext cx="242511" cy="664959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5542534" y="4856073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296398" y="4425912"/>
            <a:ext cx="242511" cy="242570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355575" y="4305846"/>
            <a:ext cx="467359" cy="400050"/>
          </a:xfrm>
          <a:custGeom>
            <a:avLst/>
            <a:gdLst/>
            <a:ahLst/>
            <a:cxnLst/>
            <a:rect l="l" t="t" r="r" b="b"/>
            <a:pathLst>
              <a:path w="467359" h="400050">
                <a:moveTo>
                  <a:pt x="63842" y="384810"/>
                </a:moveTo>
                <a:lnTo>
                  <a:pt x="47663" y="367029"/>
                </a:lnTo>
                <a:lnTo>
                  <a:pt x="40233" y="355600"/>
                </a:lnTo>
                <a:lnTo>
                  <a:pt x="36804" y="350520"/>
                </a:lnTo>
                <a:lnTo>
                  <a:pt x="33578" y="344170"/>
                </a:lnTo>
                <a:lnTo>
                  <a:pt x="30492" y="339089"/>
                </a:lnTo>
                <a:lnTo>
                  <a:pt x="27571" y="334010"/>
                </a:lnTo>
                <a:lnTo>
                  <a:pt x="24803" y="327660"/>
                </a:lnTo>
                <a:lnTo>
                  <a:pt x="22186" y="321310"/>
                </a:lnTo>
                <a:lnTo>
                  <a:pt x="19748" y="316229"/>
                </a:lnTo>
                <a:lnTo>
                  <a:pt x="8597" y="278129"/>
                </a:lnTo>
                <a:lnTo>
                  <a:pt x="4051" y="240029"/>
                </a:lnTo>
                <a:lnTo>
                  <a:pt x="3937" y="224789"/>
                </a:lnTo>
                <a:lnTo>
                  <a:pt x="4152" y="219710"/>
                </a:lnTo>
                <a:lnTo>
                  <a:pt x="11150" y="172720"/>
                </a:lnTo>
                <a:lnTo>
                  <a:pt x="26720" y="130810"/>
                </a:lnTo>
                <a:lnTo>
                  <a:pt x="49911" y="92710"/>
                </a:lnTo>
                <a:lnTo>
                  <a:pt x="79794" y="59689"/>
                </a:lnTo>
                <a:lnTo>
                  <a:pt x="115442" y="33020"/>
                </a:lnTo>
                <a:lnTo>
                  <a:pt x="155943" y="13970"/>
                </a:lnTo>
                <a:lnTo>
                  <a:pt x="200266" y="2539"/>
                </a:lnTo>
                <a:lnTo>
                  <a:pt x="211962" y="0"/>
                </a:lnTo>
                <a:lnTo>
                  <a:pt x="259321" y="0"/>
                </a:lnTo>
                <a:lnTo>
                  <a:pt x="271017" y="2539"/>
                </a:lnTo>
                <a:lnTo>
                  <a:pt x="282333" y="3810"/>
                </a:lnTo>
                <a:lnTo>
                  <a:pt x="325869" y="17779"/>
                </a:lnTo>
                <a:lnTo>
                  <a:pt x="353415" y="31750"/>
                </a:lnTo>
                <a:lnTo>
                  <a:pt x="215366" y="31750"/>
                </a:lnTo>
                <a:lnTo>
                  <a:pt x="209943" y="33020"/>
                </a:lnTo>
                <a:lnTo>
                  <a:pt x="205549" y="33020"/>
                </a:lnTo>
                <a:lnTo>
                  <a:pt x="194919" y="35560"/>
                </a:lnTo>
                <a:lnTo>
                  <a:pt x="195694" y="35560"/>
                </a:lnTo>
                <a:lnTo>
                  <a:pt x="190474" y="36829"/>
                </a:lnTo>
                <a:lnTo>
                  <a:pt x="186016" y="36829"/>
                </a:lnTo>
                <a:lnTo>
                  <a:pt x="179184" y="39370"/>
                </a:lnTo>
                <a:lnTo>
                  <a:pt x="176530" y="39370"/>
                </a:lnTo>
                <a:lnTo>
                  <a:pt x="166496" y="43179"/>
                </a:lnTo>
                <a:lnTo>
                  <a:pt x="167233" y="43179"/>
                </a:lnTo>
                <a:lnTo>
                  <a:pt x="157429" y="46989"/>
                </a:lnTo>
                <a:lnTo>
                  <a:pt x="158140" y="46989"/>
                </a:lnTo>
                <a:lnTo>
                  <a:pt x="148577" y="50800"/>
                </a:lnTo>
                <a:lnTo>
                  <a:pt x="149275" y="50800"/>
                </a:lnTo>
                <a:lnTo>
                  <a:pt x="142293" y="54610"/>
                </a:lnTo>
                <a:lnTo>
                  <a:pt x="140639" y="54610"/>
                </a:lnTo>
                <a:lnTo>
                  <a:pt x="131597" y="59689"/>
                </a:lnTo>
                <a:lnTo>
                  <a:pt x="132257" y="59689"/>
                </a:lnTo>
                <a:lnTo>
                  <a:pt x="125247" y="64770"/>
                </a:lnTo>
                <a:lnTo>
                  <a:pt x="124129" y="64770"/>
                </a:lnTo>
                <a:lnTo>
                  <a:pt x="115658" y="71120"/>
                </a:lnTo>
                <a:lnTo>
                  <a:pt x="116268" y="71120"/>
                </a:lnTo>
                <a:lnTo>
                  <a:pt x="109745" y="76200"/>
                </a:lnTo>
                <a:lnTo>
                  <a:pt x="108699" y="76200"/>
                </a:lnTo>
                <a:lnTo>
                  <a:pt x="102169" y="82550"/>
                </a:lnTo>
                <a:lnTo>
                  <a:pt x="101422" y="82550"/>
                </a:lnTo>
                <a:lnTo>
                  <a:pt x="95178" y="88900"/>
                </a:lnTo>
                <a:lnTo>
                  <a:pt x="94462" y="88900"/>
                </a:lnTo>
                <a:lnTo>
                  <a:pt x="87312" y="96520"/>
                </a:lnTo>
                <a:lnTo>
                  <a:pt x="87820" y="96520"/>
                </a:lnTo>
                <a:lnTo>
                  <a:pt x="81038" y="104139"/>
                </a:lnTo>
                <a:lnTo>
                  <a:pt x="81521" y="104139"/>
                </a:lnTo>
                <a:lnTo>
                  <a:pt x="75107" y="111760"/>
                </a:lnTo>
                <a:lnTo>
                  <a:pt x="75564" y="111760"/>
                </a:lnTo>
                <a:lnTo>
                  <a:pt x="69545" y="119379"/>
                </a:lnTo>
                <a:lnTo>
                  <a:pt x="69964" y="119379"/>
                </a:lnTo>
                <a:lnTo>
                  <a:pt x="65152" y="127000"/>
                </a:lnTo>
                <a:lnTo>
                  <a:pt x="64757" y="127000"/>
                </a:lnTo>
                <a:lnTo>
                  <a:pt x="59550" y="135889"/>
                </a:lnTo>
                <a:lnTo>
                  <a:pt x="59918" y="135889"/>
                </a:lnTo>
                <a:lnTo>
                  <a:pt x="55836" y="143510"/>
                </a:lnTo>
                <a:lnTo>
                  <a:pt x="55486" y="143510"/>
                </a:lnTo>
                <a:lnTo>
                  <a:pt x="51708" y="152400"/>
                </a:lnTo>
                <a:lnTo>
                  <a:pt x="51473" y="152400"/>
                </a:lnTo>
                <a:lnTo>
                  <a:pt x="47599" y="162560"/>
                </a:lnTo>
                <a:lnTo>
                  <a:pt x="47866" y="162560"/>
                </a:lnTo>
                <a:lnTo>
                  <a:pt x="44475" y="171450"/>
                </a:lnTo>
                <a:lnTo>
                  <a:pt x="44703" y="171450"/>
                </a:lnTo>
                <a:lnTo>
                  <a:pt x="42159" y="180339"/>
                </a:lnTo>
                <a:lnTo>
                  <a:pt x="41998" y="180339"/>
                </a:lnTo>
                <a:lnTo>
                  <a:pt x="39854" y="190500"/>
                </a:lnTo>
                <a:lnTo>
                  <a:pt x="37845" y="200660"/>
                </a:lnTo>
                <a:lnTo>
                  <a:pt x="37185" y="205739"/>
                </a:lnTo>
                <a:lnTo>
                  <a:pt x="36614" y="210820"/>
                </a:lnTo>
                <a:lnTo>
                  <a:pt x="36169" y="215900"/>
                </a:lnTo>
                <a:lnTo>
                  <a:pt x="35940" y="219710"/>
                </a:lnTo>
                <a:lnTo>
                  <a:pt x="35674" y="226060"/>
                </a:lnTo>
                <a:lnTo>
                  <a:pt x="35598" y="231139"/>
                </a:lnTo>
                <a:lnTo>
                  <a:pt x="35699" y="237489"/>
                </a:lnTo>
                <a:lnTo>
                  <a:pt x="35854" y="240029"/>
                </a:lnTo>
                <a:lnTo>
                  <a:pt x="35928" y="242570"/>
                </a:lnTo>
                <a:lnTo>
                  <a:pt x="36294" y="247650"/>
                </a:lnTo>
                <a:lnTo>
                  <a:pt x="36347" y="248920"/>
                </a:lnTo>
                <a:lnTo>
                  <a:pt x="36982" y="255270"/>
                </a:lnTo>
                <a:lnTo>
                  <a:pt x="37744" y="260350"/>
                </a:lnTo>
                <a:lnTo>
                  <a:pt x="38658" y="266700"/>
                </a:lnTo>
                <a:lnTo>
                  <a:pt x="38813" y="266700"/>
                </a:lnTo>
                <a:lnTo>
                  <a:pt x="39738" y="271779"/>
                </a:lnTo>
                <a:lnTo>
                  <a:pt x="40970" y="276860"/>
                </a:lnTo>
                <a:lnTo>
                  <a:pt x="42354" y="283210"/>
                </a:lnTo>
                <a:lnTo>
                  <a:pt x="42570" y="283210"/>
                </a:lnTo>
                <a:lnTo>
                  <a:pt x="43891" y="288289"/>
                </a:lnTo>
                <a:lnTo>
                  <a:pt x="45580" y="293370"/>
                </a:lnTo>
                <a:lnTo>
                  <a:pt x="45440" y="293370"/>
                </a:lnTo>
                <a:lnTo>
                  <a:pt x="47409" y="298450"/>
                </a:lnTo>
                <a:lnTo>
                  <a:pt x="47256" y="298450"/>
                </a:lnTo>
                <a:lnTo>
                  <a:pt x="49390" y="304800"/>
                </a:lnTo>
                <a:lnTo>
                  <a:pt x="49682" y="304800"/>
                </a:lnTo>
                <a:lnTo>
                  <a:pt x="51511" y="309879"/>
                </a:lnTo>
                <a:lnTo>
                  <a:pt x="51818" y="309879"/>
                </a:lnTo>
                <a:lnTo>
                  <a:pt x="53759" y="314960"/>
                </a:lnTo>
                <a:lnTo>
                  <a:pt x="54096" y="314960"/>
                </a:lnTo>
                <a:lnTo>
                  <a:pt x="56159" y="320039"/>
                </a:lnTo>
                <a:lnTo>
                  <a:pt x="56502" y="320039"/>
                </a:lnTo>
                <a:lnTo>
                  <a:pt x="58686" y="325120"/>
                </a:lnTo>
                <a:lnTo>
                  <a:pt x="59197" y="325120"/>
                </a:lnTo>
                <a:lnTo>
                  <a:pt x="61340" y="328929"/>
                </a:lnTo>
                <a:lnTo>
                  <a:pt x="61125" y="328929"/>
                </a:lnTo>
                <a:lnTo>
                  <a:pt x="64134" y="334010"/>
                </a:lnTo>
                <a:lnTo>
                  <a:pt x="63906" y="334010"/>
                </a:lnTo>
                <a:lnTo>
                  <a:pt x="67055" y="339089"/>
                </a:lnTo>
                <a:lnTo>
                  <a:pt x="67291" y="339089"/>
                </a:lnTo>
                <a:lnTo>
                  <a:pt x="67348" y="367029"/>
                </a:lnTo>
                <a:lnTo>
                  <a:pt x="84734" y="367029"/>
                </a:lnTo>
                <a:lnTo>
                  <a:pt x="63842" y="384810"/>
                </a:lnTo>
                <a:close/>
              </a:path>
              <a:path w="467359" h="400050">
                <a:moveTo>
                  <a:pt x="286029" y="38100"/>
                </a:moveTo>
                <a:lnTo>
                  <a:pt x="275589" y="35560"/>
                </a:lnTo>
                <a:lnTo>
                  <a:pt x="276364" y="35560"/>
                </a:lnTo>
                <a:lnTo>
                  <a:pt x="265734" y="33020"/>
                </a:lnTo>
                <a:lnTo>
                  <a:pt x="261340" y="33020"/>
                </a:lnTo>
                <a:lnTo>
                  <a:pt x="255917" y="31750"/>
                </a:lnTo>
                <a:lnTo>
                  <a:pt x="353415" y="31750"/>
                </a:lnTo>
                <a:lnTo>
                  <a:pt x="355841" y="33020"/>
                </a:lnTo>
                <a:lnTo>
                  <a:pt x="361487" y="36829"/>
                </a:lnTo>
                <a:lnTo>
                  <a:pt x="285267" y="36829"/>
                </a:lnTo>
                <a:lnTo>
                  <a:pt x="286029" y="38100"/>
                </a:lnTo>
                <a:close/>
              </a:path>
              <a:path w="467359" h="400050">
                <a:moveTo>
                  <a:pt x="185254" y="38100"/>
                </a:moveTo>
                <a:lnTo>
                  <a:pt x="186016" y="36829"/>
                </a:lnTo>
                <a:lnTo>
                  <a:pt x="190474" y="36829"/>
                </a:lnTo>
                <a:lnTo>
                  <a:pt x="185254" y="38100"/>
                </a:lnTo>
                <a:close/>
              </a:path>
              <a:path w="467359" h="400050">
                <a:moveTo>
                  <a:pt x="295516" y="40639"/>
                </a:moveTo>
                <a:lnTo>
                  <a:pt x="285267" y="36829"/>
                </a:lnTo>
                <a:lnTo>
                  <a:pt x="361487" y="36829"/>
                </a:lnTo>
                <a:lnTo>
                  <a:pt x="365251" y="39370"/>
                </a:lnTo>
                <a:lnTo>
                  <a:pt x="294754" y="39370"/>
                </a:lnTo>
                <a:lnTo>
                  <a:pt x="295516" y="40639"/>
                </a:lnTo>
                <a:close/>
              </a:path>
              <a:path w="467359" h="400050">
                <a:moveTo>
                  <a:pt x="175767" y="40639"/>
                </a:moveTo>
                <a:lnTo>
                  <a:pt x="176530" y="39370"/>
                </a:lnTo>
                <a:lnTo>
                  <a:pt x="179184" y="39370"/>
                </a:lnTo>
                <a:lnTo>
                  <a:pt x="175767" y="40639"/>
                </a:lnTo>
                <a:close/>
              </a:path>
              <a:path w="467359" h="400050">
                <a:moveTo>
                  <a:pt x="331317" y="55879"/>
                </a:moveTo>
                <a:lnTo>
                  <a:pt x="322008" y="50800"/>
                </a:lnTo>
                <a:lnTo>
                  <a:pt x="322707" y="50800"/>
                </a:lnTo>
                <a:lnTo>
                  <a:pt x="313143" y="46989"/>
                </a:lnTo>
                <a:lnTo>
                  <a:pt x="313867" y="46989"/>
                </a:lnTo>
                <a:lnTo>
                  <a:pt x="304050" y="43179"/>
                </a:lnTo>
                <a:lnTo>
                  <a:pt x="304787" y="43179"/>
                </a:lnTo>
                <a:lnTo>
                  <a:pt x="294754" y="39370"/>
                </a:lnTo>
                <a:lnTo>
                  <a:pt x="365251" y="39370"/>
                </a:lnTo>
                <a:lnTo>
                  <a:pt x="374332" y="45720"/>
                </a:lnTo>
                <a:lnTo>
                  <a:pt x="383095" y="52070"/>
                </a:lnTo>
                <a:lnTo>
                  <a:pt x="385897" y="54610"/>
                </a:lnTo>
                <a:lnTo>
                  <a:pt x="330644" y="54610"/>
                </a:lnTo>
                <a:lnTo>
                  <a:pt x="331317" y="55879"/>
                </a:lnTo>
                <a:close/>
              </a:path>
              <a:path w="467359" h="400050">
                <a:moveTo>
                  <a:pt x="139966" y="55879"/>
                </a:moveTo>
                <a:lnTo>
                  <a:pt x="140639" y="54610"/>
                </a:lnTo>
                <a:lnTo>
                  <a:pt x="142293" y="54610"/>
                </a:lnTo>
                <a:lnTo>
                  <a:pt x="139966" y="55879"/>
                </a:lnTo>
                <a:close/>
              </a:path>
              <a:path w="467359" h="400050">
                <a:moveTo>
                  <a:pt x="347789" y="66039"/>
                </a:moveTo>
                <a:lnTo>
                  <a:pt x="339039" y="59689"/>
                </a:lnTo>
                <a:lnTo>
                  <a:pt x="339686" y="59689"/>
                </a:lnTo>
                <a:lnTo>
                  <a:pt x="330644" y="54610"/>
                </a:lnTo>
                <a:lnTo>
                  <a:pt x="385897" y="54610"/>
                </a:lnTo>
                <a:lnTo>
                  <a:pt x="391502" y="59689"/>
                </a:lnTo>
                <a:lnTo>
                  <a:pt x="396862" y="64770"/>
                </a:lnTo>
                <a:lnTo>
                  <a:pt x="347154" y="64770"/>
                </a:lnTo>
                <a:lnTo>
                  <a:pt x="347789" y="66039"/>
                </a:lnTo>
                <a:close/>
              </a:path>
              <a:path w="467359" h="400050">
                <a:moveTo>
                  <a:pt x="123494" y="66039"/>
                </a:moveTo>
                <a:lnTo>
                  <a:pt x="124129" y="64770"/>
                </a:lnTo>
                <a:lnTo>
                  <a:pt x="125247" y="64770"/>
                </a:lnTo>
                <a:lnTo>
                  <a:pt x="123494" y="66039"/>
                </a:lnTo>
                <a:close/>
              </a:path>
              <a:path w="467359" h="400050">
                <a:moveTo>
                  <a:pt x="363169" y="77470"/>
                </a:moveTo>
                <a:lnTo>
                  <a:pt x="355015" y="71120"/>
                </a:lnTo>
                <a:lnTo>
                  <a:pt x="355625" y="71120"/>
                </a:lnTo>
                <a:lnTo>
                  <a:pt x="347154" y="64770"/>
                </a:lnTo>
                <a:lnTo>
                  <a:pt x="396862" y="64770"/>
                </a:lnTo>
                <a:lnTo>
                  <a:pt x="399541" y="67310"/>
                </a:lnTo>
                <a:lnTo>
                  <a:pt x="407212" y="74929"/>
                </a:lnTo>
                <a:lnTo>
                  <a:pt x="408254" y="76200"/>
                </a:lnTo>
                <a:lnTo>
                  <a:pt x="362585" y="76200"/>
                </a:lnTo>
                <a:lnTo>
                  <a:pt x="363169" y="77470"/>
                </a:lnTo>
                <a:close/>
              </a:path>
              <a:path w="467359" h="400050">
                <a:moveTo>
                  <a:pt x="108115" y="77470"/>
                </a:moveTo>
                <a:lnTo>
                  <a:pt x="108699" y="76200"/>
                </a:lnTo>
                <a:lnTo>
                  <a:pt x="109745" y="76200"/>
                </a:lnTo>
                <a:lnTo>
                  <a:pt x="108115" y="77470"/>
                </a:lnTo>
                <a:close/>
              </a:path>
              <a:path w="467359" h="400050">
                <a:moveTo>
                  <a:pt x="370420" y="83820"/>
                </a:moveTo>
                <a:lnTo>
                  <a:pt x="362585" y="76200"/>
                </a:lnTo>
                <a:lnTo>
                  <a:pt x="408254" y="76200"/>
                </a:lnTo>
                <a:lnTo>
                  <a:pt x="413461" y="82550"/>
                </a:lnTo>
                <a:lnTo>
                  <a:pt x="369862" y="82550"/>
                </a:lnTo>
                <a:lnTo>
                  <a:pt x="370420" y="83820"/>
                </a:lnTo>
                <a:close/>
              </a:path>
              <a:path w="467359" h="400050">
                <a:moveTo>
                  <a:pt x="100863" y="83820"/>
                </a:moveTo>
                <a:lnTo>
                  <a:pt x="101422" y="82550"/>
                </a:lnTo>
                <a:lnTo>
                  <a:pt x="102169" y="82550"/>
                </a:lnTo>
                <a:lnTo>
                  <a:pt x="100863" y="83820"/>
                </a:lnTo>
                <a:close/>
              </a:path>
              <a:path w="467359" h="400050">
                <a:moveTo>
                  <a:pt x="377355" y="90170"/>
                </a:moveTo>
                <a:lnTo>
                  <a:pt x="369862" y="82550"/>
                </a:lnTo>
                <a:lnTo>
                  <a:pt x="413461" y="82550"/>
                </a:lnTo>
                <a:lnTo>
                  <a:pt x="414502" y="83820"/>
                </a:lnTo>
                <a:lnTo>
                  <a:pt x="418428" y="88900"/>
                </a:lnTo>
                <a:lnTo>
                  <a:pt x="376821" y="88900"/>
                </a:lnTo>
                <a:lnTo>
                  <a:pt x="377355" y="90170"/>
                </a:lnTo>
                <a:close/>
              </a:path>
              <a:path w="467359" h="400050">
                <a:moveTo>
                  <a:pt x="93929" y="90170"/>
                </a:moveTo>
                <a:lnTo>
                  <a:pt x="94462" y="88900"/>
                </a:lnTo>
                <a:lnTo>
                  <a:pt x="95178" y="88900"/>
                </a:lnTo>
                <a:lnTo>
                  <a:pt x="93929" y="90170"/>
                </a:lnTo>
                <a:close/>
              </a:path>
              <a:path w="467359" h="400050">
                <a:moveTo>
                  <a:pt x="406933" y="128270"/>
                </a:moveTo>
                <a:lnTo>
                  <a:pt x="401319" y="119379"/>
                </a:lnTo>
                <a:lnTo>
                  <a:pt x="401739" y="119379"/>
                </a:lnTo>
                <a:lnTo>
                  <a:pt x="395719" y="111760"/>
                </a:lnTo>
                <a:lnTo>
                  <a:pt x="396176" y="111760"/>
                </a:lnTo>
                <a:lnTo>
                  <a:pt x="389763" y="104139"/>
                </a:lnTo>
                <a:lnTo>
                  <a:pt x="390245" y="104139"/>
                </a:lnTo>
                <a:lnTo>
                  <a:pt x="383463" y="96520"/>
                </a:lnTo>
                <a:lnTo>
                  <a:pt x="383971" y="96520"/>
                </a:lnTo>
                <a:lnTo>
                  <a:pt x="376821" y="88900"/>
                </a:lnTo>
                <a:lnTo>
                  <a:pt x="418428" y="88900"/>
                </a:lnTo>
                <a:lnTo>
                  <a:pt x="421373" y="92710"/>
                </a:lnTo>
                <a:lnTo>
                  <a:pt x="427837" y="101600"/>
                </a:lnTo>
                <a:lnTo>
                  <a:pt x="433870" y="110489"/>
                </a:lnTo>
                <a:lnTo>
                  <a:pt x="439445" y="120650"/>
                </a:lnTo>
                <a:lnTo>
                  <a:pt x="442644" y="127000"/>
                </a:lnTo>
                <a:lnTo>
                  <a:pt x="406539" y="127000"/>
                </a:lnTo>
                <a:lnTo>
                  <a:pt x="406933" y="128270"/>
                </a:lnTo>
                <a:close/>
              </a:path>
              <a:path w="467359" h="400050">
                <a:moveTo>
                  <a:pt x="64350" y="128270"/>
                </a:moveTo>
                <a:lnTo>
                  <a:pt x="64757" y="127000"/>
                </a:lnTo>
                <a:lnTo>
                  <a:pt x="65152" y="127000"/>
                </a:lnTo>
                <a:lnTo>
                  <a:pt x="64350" y="128270"/>
                </a:lnTo>
                <a:close/>
              </a:path>
              <a:path w="467359" h="400050">
                <a:moveTo>
                  <a:pt x="416128" y="144779"/>
                </a:moveTo>
                <a:lnTo>
                  <a:pt x="411365" y="135889"/>
                </a:lnTo>
                <a:lnTo>
                  <a:pt x="411734" y="135889"/>
                </a:lnTo>
                <a:lnTo>
                  <a:pt x="406539" y="127000"/>
                </a:lnTo>
                <a:lnTo>
                  <a:pt x="442644" y="127000"/>
                </a:lnTo>
                <a:lnTo>
                  <a:pt x="444563" y="130810"/>
                </a:lnTo>
                <a:lnTo>
                  <a:pt x="449211" y="140970"/>
                </a:lnTo>
                <a:lnTo>
                  <a:pt x="450249" y="143510"/>
                </a:lnTo>
                <a:lnTo>
                  <a:pt x="415797" y="143510"/>
                </a:lnTo>
                <a:lnTo>
                  <a:pt x="416128" y="144779"/>
                </a:lnTo>
                <a:close/>
              </a:path>
              <a:path w="467359" h="400050">
                <a:moveTo>
                  <a:pt x="55156" y="144779"/>
                </a:moveTo>
                <a:lnTo>
                  <a:pt x="55486" y="143510"/>
                </a:lnTo>
                <a:lnTo>
                  <a:pt x="55836" y="143510"/>
                </a:lnTo>
                <a:lnTo>
                  <a:pt x="55156" y="144779"/>
                </a:lnTo>
                <a:close/>
              </a:path>
              <a:path w="467359" h="400050">
                <a:moveTo>
                  <a:pt x="420115" y="153670"/>
                </a:moveTo>
                <a:lnTo>
                  <a:pt x="415797" y="143510"/>
                </a:lnTo>
                <a:lnTo>
                  <a:pt x="450249" y="143510"/>
                </a:lnTo>
                <a:lnTo>
                  <a:pt x="453364" y="151129"/>
                </a:lnTo>
                <a:lnTo>
                  <a:pt x="453769" y="152400"/>
                </a:lnTo>
                <a:lnTo>
                  <a:pt x="419823" y="152400"/>
                </a:lnTo>
                <a:lnTo>
                  <a:pt x="420115" y="153670"/>
                </a:lnTo>
                <a:close/>
              </a:path>
              <a:path w="467359" h="400050">
                <a:moveTo>
                  <a:pt x="51168" y="153670"/>
                </a:moveTo>
                <a:lnTo>
                  <a:pt x="51473" y="152400"/>
                </a:lnTo>
                <a:lnTo>
                  <a:pt x="51708" y="152400"/>
                </a:lnTo>
                <a:lnTo>
                  <a:pt x="51168" y="153670"/>
                </a:lnTo>
                <a:close/>
              </a:path>
              <a:path w="467359" h="400050">
                <a:moveTo>
                  <a:pt x="429488" y="181610"/>
                </a:moveTo>
                <a:lnTo>
                  <a:pt x="426580" y="171450"/>
                </a:lnTo>
                <a:lnTo>
                  <a:pt x="426808" y="171450"/>
                </a:lnTo>
                <a:lnTo>
                  <a:pt x="423417" y="162560"/>
                </a:lnTo>
                <a:lnTo>
                  <a:pt x="423684" y="162560"/>
                </a:lnTo>
                <a:lnTo>
                  <a:pt x="419823" y="152400"/>
                </a:lnTo>
                <a:lnTo>
                  <a:pt x="453769" y="152400"/>
                </a:lnTo>
                <a:lnTo>
                  <a:pt x="457009" y="162560"/>
                </a:lnTo>
                <a:lnTo>
                  <a:pt x="460133" y="172720"/>
                </a:lnTo>
                <a:lnTo>
                  <a:pt x="461860" y="180339"/>
                </a:lnTo>
                <a:lnTo>
                  <a:pt x="429285" y="180339"/>
                </a:lnTo>
                <a:lnTo>
                  <a:pt x="429488" y="181610"/>
                </a:lnTo>
                <a:close/>
              </a:path>
              <a:path w="467359" h="400050">
                <a:moveTo>
                  <a:pt x="41795" y="181610"/>
                </a:moveTo>
                <a:lnTo>
                  <a:pt x="41998" y="180339"/>
                </a:lnTo>
                <a:lnTo>
                  <a:pt x="42159" y="180339"/>
                </a:lnTo>
                <a:lnTo>
                  <a:pt x="41795" y="181610"/>
                </a:lnTo>
                <a:close/>
              </a:path>
              <a:path w="467359" h="400050">
                <a:moveTo>
                  <a:pt x="467258" y="240029"/>
                </a:moveTo>
                <a:lnTo>
                  <a:pt x="435495" y="240029"/>
                </a:lnTo>
                <a:lnTo>
                  <a:pt x="435610" y="226060"/>
                </a:lnTo>
                <a:lnTo>
                  <a:pt x="435343" y="219710"/>
                </a:lnTo>
                <a:lnTo>
                  <a:pt x="435076" y="215900"/>
                </a:lnTo>
                <a:lnTo>
                  <a:pt x="434632" y="210820"/>
                </a:lnTo>
                <a:lnTo>
                  <a:pt x="434047" y="205739"/>
                </a:lnTo>
                <a:lnTo>
                  <a:pt x="433349" y="200660"/>
                </a:lnTo>
                <a:lnTo>
                  <a:pt x="431545" y="190500"/>
                </a:lnTo>
                <a:lnTo>
                  <a:pt x="429285" y="180339"/>
                </a:lnTo>
                <a:lnTo>
                  <a:pt x="461860" y="180339"/>
                </a:lnTo>
                <a:lnTo>
                  <a:pt x="467131" y="219710"/>
                </a:lnTo>
                <a:lnTo>
                  <a:pt x="467360" y="224789"/>
                </a:lnTo>
                <a:lnTo>
                  <a:pt x="467258" y="240029"/>
                </a:lnTo>
                <a:close/>
              </a:path>
              <a:path w="467359" h="400050">
                <a:moveTo>
                  <a:pt x="39585" y="191770"/>
                </a:moveTo>
                <a:lnTo>
                  <a:pt x="39750" y="190500"/>
                </a:lnTo>
                <a:lnTo>
                  <a:pt x="39585" y="191770"/>
                </a:lnTo>
                <a:close/>
              </a:path>
              <a:path w="467359" h="400050">
                <a:moveTo>
                  <a:pt x="431698" y="191770"/>
                </a:moveTo>
                <a:lnTo>
                  <a:pt x="431430" y="190500"/>
                </a:lnTo>
                <a:lnTo>
                  <a:pt x="431698" y="191770"/>
                </a:lnTo>
                <a:close/>
              </a:path>
              <a:path w="467359" h="400050">
                <a:moveTo>
                  <a:pt x="35742" y="237489"/>
                </a:moveTo>
                <a:lnTo>
                  <a:pt x="35687" y="236220"/>
                </a:lnTo>
                <a:lnTo>
                  <a:pt x="35742" y="237489"/>
                </a:lnTo>
                <a:close/>
              </a:path>
              <a:path w="467359" h="400050">
                <a:moveTo>
                  <a:pt x="466045" y="256539"/>
                </a:moveTo>
                <a:lnTo>
                  <a:pt x="434124" y="256539"/>
                </a:lnTo>
                <a:lnTo>
                  <a:pt x="435025" y="247650"/>
                </a:lnTo>
                <a:lnTo>
                  <a:pt x="435521" y="238760"/>
                </a:lnTo>
                <a:lnTo>
                  <a:pt x="435495" y="240029"/>
                </a:lnTo>
                <a:lnTo>
                  <a:pt x="467258" y="240029"/>
                </a:lnTo>
                <a:lnTo>
                  <a:pt x="467149" y="242570"/>
                </a:lnTo>
                <a:lnTo>
                  <a:pt x="466648" y="250189"/>
                </a:lnTo>
                <a:lnTo>
                  <a:pt x="466045" y="256539"/>
                </a:lnTo>
                <a:close/>
              </a:path>
              <a:path w="467359" h="400050">
                <a:moveTo>
                  <a:pt x="37094" y="255270"/>
                </a:moveTo>
                <a:lnTo>
                  <a:pt x="36931" y="254000"/>
                </a:lnTo>
                <a:lnTo>
                  <a:pt x="37094" y="255270"/>
                </a:lnTo>
                <a:close/>
              </a:path>
              <a:path w="467359" h="400050">
                <a:moveTo>
                  <a:pt x="462031" y="280670"/>
                </a:moveTo>
                <a:lnTo>
                  <a:pt x="429666" y="280670"/>
                </a:lnTo>
                <a:lnTo>
                  <a:pt x="431596" y="271779"/>
                </a:lnTo>
                <a:lnTo>
                  <a:pt x="433057" y="264160"/>
                </a:lnTo>
                <a:lnTo>
                  <a:pt x="434213" y="255270"/>
                </a:lnTo>
                <a:lnTo>
                  <a:pt x="434124" y="256539"/>
                </a:lnTo>
                <a:lnTo>
                  <a:pt x="466045" y="256539"/>
                </a:lnTo>
                <a:lnTo>
                  <a:pt x="465683" y="260350"/>
                </a:lnTo>
                <a:lnTo>
                  <a:pt x="464337" y="269239"/>
                </a:lnTo>
                <a:lnTo>
                  <a:pt x="462622" y="278129"/>
                </a:lnTo>
                <a:lnTo>
                  <a:pt x="462031" y="280670"/>
                </a:lnTo>
                <a:close/>
              </a:path>
              <a:path w="467359" h="400050">
                <a:moveTo>
                  <a:pt x="38813" y="266700"/>
                </a:moveTo>
                <a:lnTo>
                  <a:pt x="38658" y="266700"/>
                </a:lnTo>
                <a:lnTo>
                  <a:pt x="38582" y="265429"/>
                </a:lnTo>
                <a:lnTo>
                  <a:pt x="38813" y="266700"/>
                </a:lnTo>
                <a:close/>
              </a:path>
              <a:path w="467359" h="400050">
                <a:moveTo>
                  <a:pt x="460206" y="288289"/>
                </a:moveTo>
                <a:lnTo>
                  <a:pt x="427570" y="288289"/>
                </a:lnTo>
                <a:lnTo>
                  <a:pt x="429818" y="279400"/>
                </a:lnTo>
                <a:lnTo>
                  <a:pt x="429666" y="280670"/>
                </a:lnTo>
                <a:lnTo>
                  <a:pt x="462031" y="280670"/>
                </a:lnTo>
                <a:lnTo>
                  <a:pt x="460552" y="287020"/>
                </a:lnTo>
                <a:lnTo>
                  <a:pt x="460206" y="288289"/>
                </a:lnTo>
                <a:close/>
              </a:path>
              <a:path w="467359" h="400050">
                <a:moveTo>
                  <a:pt x="42570" y="283210"/>
                </a:moveTo>
                <a:lnTo>
                  <a:pt x="42354" y="283210"/>
                </a:lnTo>
                <a:lnTo>
                  <a:pt x="42240" y="281939"/>
                </a:lnTo>
                <a:lnTo>
                  <a:pt x="42570" y="283210"/>
                </a:lnTo>
                <a:close/>
              </a:path>
              <a:path w="467359" h="400050">
                <a:moveTo>
                  <a:pt x="458127" y="295910"/>
                </a:moveTo>
                <a:lnTo>
                  <a:pt x="425170" y="295910"/>
                </a:lnTo>
                <a:lnTo>
                  <a:pt x="427748" y="287020"/>
                </a:lnTo>
                <a:lnTo>
                  <a:pt x="427570" y="288289"/>
                </a:lnTo>
                <a:lnTo>
                  <a:pt x="460206" y="288289"/>
                </a:lnTo>
                <a:lnTo>
                  <a:pt x="458127" y="295910"/>
                </a:lnTo>
                <a:close/>
              </a:path>
              <a:path w="467359" h="400050">
                <a:moveTo>
                  <a:pt x="450790" y="317500"/>
                </a:moveTo>
                <a:lnTo>
                  <a:pt x="416267" y="317500"/>
                </a:lnTo>
                <a:lnTo>
                  <a:pt x="419760" y="309879"/>
                </a:lnTo>
                <a:lnTo>
                  <a:pt x="419519" y="309879"/>
                </a:lnTo>
                <a:lnTo>
                  <a:pt x="422706" y="302260"/>
                </a:lnTo>
                <a:lnTo>
                  <a:pt x="422490" y="302260"/>
                </a:lnTo>
                <a:lnTo>
                  <a:pt x="425373" y="294639"/>
                </a:lnTo>
                <a:lnTo>
                  <a:pt x="425170" y="295910"/>
                </a:lnTo>
                <a:lnTo>
                  <a:pt x="458127" y="295910"/>
                </a:lnTo>
                <a:lnTo>
                  <a:pt x="455358" y="304800"/>
                </a:lnTo>
                <a:lnTo>
                  <a:pt x="452259" y="313689"/>
                </a:lnTo>
                <a:lnTo>
                  <a:pt x="450790" y="317500"/>
                </a:lnTo>
                <a:close/>
              </a:path>
              <a:path w="467359" h="400050">
                <a:moveTo>
                  <a:pt x="83726" y="347979"/>
                </a:moveTo>
                <a:lnTo>
                  <a:pt x="73380" y="347979"/>
                </a:lnTo>
                <a:lnTo>
                  <a:pt x="67290" y="338717"/>
                </a:lnTo>
                <a:lnTo>
                  <a:pt x="67208" y="298450"/>
                </a:lnTo>
                <a:lnTo>
                  <a:pt x="83726" y="347979"/>
                </a:lnTo>
                <a:close/>
              </a:path>
              <a:path w="467359" h="400050">
                <a:moveTo>
                  <a:pt x="49682" y="304800"/>
                </a:moveTo>
                <a:lnTo>
                  <a:pt x="49390" y="304800"/>
                </a:lnTo>
                <a:lnTo>
                  <a:pt x="49225" y="303529"/>
                </a:lnTo>
                <a:lnTo>
                  <a:pt x="49682" y="304800"/>
                </a:lnTo>
                <a:close/>
              </a:path>
              <a:path w="467359" h="400050">
                <a:moveTo>
                  <a:pt x="51818" y="309879"/>
                </a:moveTo>
                <a:lnTo>
                  <a:pt x="51511" y="309879"/>
                </a:lnTo>
                <a:lnTo>
                  <a:pt x="51333" y="308610"/>
                </a:lnTo>
                <a:lnTo>
                  <a:pt x="51818" y="309879"/>
                </a:lnTo>
                <a:close/>
              </a:path>
              <a:path w="467359" h="400050">
                <a:moveTo>
                  <a:pt x="54096" y="314960"/>
                </a:moveTo>
                <a:lnTo>
                  <a:pt x="53759" y="314960"/>
                </a:lnTo>
                <a:lnTo>
                  <a:pt x="53581" y="313689"/>
                </a:lnTo>
                <a:lnTo>
                  <a:pt x="54096" y="314960"/>
                </a:lnTo>
                <a:close/>
              </a:path>
              <a:path w="467359" h="400050">
                <a:moveTo>
                  <a:pt x="444503" y="331470"/>
                </a:moveTo>
                <a:lnTo>
                  <a:pt x="408978" y="331470"/>
                </a:lnTo>
                <a:lnTo>
                  <a:pt x="413042" y="323850"/>
                </a:lnTo>
                <a:lnTo>
                  <a:pt x="412749" y="323850"/>
                </a:lnTo>
                <a:lnTo>
                  <a:pt x="416534" y="316229"/>
                </a:lnTo>
                <a:lnTo>
                  <a:pt x="416267" y="317500"/>
                </a:lnTo>
                <a:lnTo>
                  <a:pt x="450790" y="317500"/>
                </a:lnTo>
                <a:lnTo>
                  <a:pt x="448830" y="322579"/>
                </a:lnTo>
                <a:lnTo>
                  <a:pt x="445084" y="330200"/>
                </a:lnTo>
                <a:lnTo>
                  <a:pt x="444503" y="331470"/>
                </a:lnTo>
                <a:close/>
              </a:path>
              <a:path w="467359" h="400050">
                <a:moveTo>
                  <a:pt x="56502" y="320039"/>
                </a:moveTo>
                <a:lnTo>
                  <a:pt x="56159" y="320039"/>
                </a:lnTo>
                <a:lnTo>
                  <a:pt x="55956" y="318770"/>
                </a:lnTo>
                <a:lnTo>
                  <a:pt x="56502" y="320039"/>
                </a:lnTo>
                <a:close/>
              </a:path>
              <a:path w="467359" h="400050">
                <a:moveTo>
                  <a:pt x="59197" y="325120"/>
                </a:moveTo>
                <a:lnTo>
                  <a:pt x="58686" y="325120"/>
                </a:lnTo>
                <a:lnTo>
                  <a:pt x="58483" y="323850"/>
                </a:lnTo>
                <a:lnTo>
                  <a:pt x="59197" y="325120"/>
                </a:lnTo>
                <a:close/>
              </a:path>
              <a:path w="467359" h="400050">
                <a:moveTo>
                  <a:pt x="421970" y="369570"/>
                </a:moveTo>
                <a:lnTo>
                  <a:pt x="396125" y="350520"/>
                </a:lnTo>
                <a:lnTo>
                  <a:pt x="401002" y="344170"/>
                </a:lnTo>
                <a:lnTo>
                  <a:pt x="400659" y="344170"/>
                </a:lnTo>
                <a:lnTo>
                  <a:pt x="405269" y="337820"/>
                </a:lnTo>
                <a:lnTo>
                  <a:pt x="404939" y="337820"/>
                </a:lnTo>
                <a:lnTo>
                  <a:pt x="409282" y="330200"/>
                </a:lnTo>
                <a:lnTo>
                  <a:pt x="408978" y="331470"/>
                </a:lnTo>
                <a:lnTo>
                  <a:pt x="444503" y="331470"/>
                </a:lnTo>
                <a:lnTo>
                  <a:pt x="441020" y="339089"/>
                </a:lnTo>
                <a:lnTo>
                  <a:pt x="436651" y="346710"/>
                </a:lnTo>
                <a:lnTo>
                  <a:pt x="431977" y="354329"/>
                </a:lnTo>
                <a:lnTo>
                  <a:pt x="427024" y="361950"/>
                </a:lnTo>
                <a:lnTo>
                  <a:pt x="421970" y="369570"/>
                </a:lnTo>
                <a:close/>
              </a:path>
              <a:path w="467359" h="400050">
                <a:moveTo>
                  <a:pt x="67291" y="339089"/>
                </a:moveTo>
                <a:lnTo>
                  <a:pt x="67055" y="339089"/>
                </a:lnTo>
                <a:lnTo>
                  <a:pt x="66700" y="337820"/>
                </a:lnTo>
                <a:lnTo>
                  <a:pt x="67290" y="338717"/>
                </a:lnTo>
                <a:lnTo>
                  <a:pt x="67291" y="339089"/>
                </a:lnTo>
                <a:close/>
              </a:path>
              <a:path w="467359" h="400050">
                <a:moveTo>
                  <a:pt x="84734" y="367029"/>
                </a:moveTo>
                <a:lnTo>
                  <a:pt x="67348" y="367029"/>
                </a:lnTo>
                <a:lnTo>
                  <a:pt x="67290" y="338717"/>
                </a:lnTo>
                <a:lnTo>
                  <a:pt x="72545" y="346710"/>
                </a:lnTo>
                <a:lnTo>
                  <a:pt x="72186" y="346710"/>
                </a:lnTo>
                <a:lnTo>
                  <a:pt x="87718" y="364489"/>
                </a:lnTo>
                <a:lnTo>
                  <a:pt x="84734" y="367029"/>
                </a:lnTo>
                <a:close/>
              </a:path>
              <a:path w="467359" h="400050">
                <a:moveTo>
                  <a:pt x="96009" y="384810"/>
                </a:moveTo>
                <a:lnTo>
                  <a:pt x="63842" y="384810"/>
                </a:lnTo>
                <a:lnTo>
                  <a:pt x="87718" y="364489"/>
                </a:lnTo>
                <a:lnTo>
                  <a:pt x="72186" y="346710"/>
                </a:lnTo>
                <a:lnTo>
                  <a:pt x="73380" y="347979"/>
                </a:lnTo>
                <a:lnTo>
                  <a:pt x="83726" y="347979"/>
                </a:lnTo>
                <a:lnTo>
                  <a:pt x="96009" y="384810"/>
                </a:lnTo>
                <a:close/>
              </a:path>
              <a:path w="467359" h="400050">
                <a:moveTo>
                  <a:pt x="73380" y="347979"/>
                </a:moveTo>
                <a:lnTo>
                  <a:pt x="72186" y="346710"/>
                </a:lnTo>
                <a:lnTo>
                  <a:pt x="72545" y="346710"/>
                </a:lnTo>
                <a:lnTo>
                  <a:pt x="73380" y="347979"/>
                </a:lnTo>
                <a:close/>
              </a:path>
              <a:path w="467359" h="400050">
                <a:moveTo>
                  <a:pt x="101091" y="400050"/>
                </a:moveTo>
                <a:lnTo>
                  <a:pt x="0" y="367029"/>
                </a:lnTo>
                <a:lnTo>
                  <a:pt x="47663" y="367029"/>
                </a:lnTo>
                <a:lnTo>
                  <a:pt x="63842" y="384810"/>
                </a:lnTo>
                <a:lnTo>
                  <a:pt x="96009" y="384810"/>
                </a:lnTo>
                <a:lnTo>
                  <a:pt x="101091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24157" y="2439174"/>
            <a:ext cx="2355189" cy="915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84810" y="2845244"/>
            <a:ext cx="89484" cy="276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07620" y="2937929"/>
            <a:ext cx="121335" cy="2471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68975" y="2929712"/>
            <a:ext cx="247776" cy="3928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29234" y="2841282"/>
            <a:ext cx="90182" cy="2802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84758" y="2921317"/>
            <a:ext cx="117182" cy="235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305052" y="2929699"/>
            <a:ext cx="229489" cy="3612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92926" y="3939235"/>
            <a:ext cx="1217676" cy="121767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55655" y="3478339"/>
            <a:ext cx="1392491" cy="213945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18836" y="4417021"/>
            <a:ext cx="273913" cy="27131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55370" y="3478339"/>
            <a:ext cx="1392491" cy="213945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077682" y="4411624"/>
            <a:ext cx="195605" cy="27687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717794" y="3662794"/>
            <a:ext cx="479475" cy="48078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27306" y="4494733"/>
            <a:ext cx="696099" cy="1102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91616" y="4939525"/>
            <a:ext cx="523646" cy="52204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168692" y="4494733"/>
            <a:ext cx="698068" cy="10668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996747" y="3630269"/>
            <a:ext cx="520217" cy="52513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712040" y="4951463"/>
            <a:ext cx="485228" cy="48056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723775" y="4491393"/>
            <a:ext cx="1748942" cy="10962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723788" y="4489081"/>
            <a:ext cx="108635" cy="10642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364094" y="4497438"/>
            <a:ext cx="108635" cy="10642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723775" y="4493704"/>
            <a:ext cx="1748942" cy="10962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801233" y="4473143"/>
            <a:ext cx="1592757" cy="15438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704306" y="4471504"/>
            <a:ext cx="1792185" cy="15565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794324" y="4471327"/>
            <a:ext cx="1592757" cy="15438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544550" y="2493264"/>
            <a:ext cx="108584" cy="411744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559791" y="4513275"/>
            <a:ext cx="78104" cy="781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732094" y="4499698"/>
            <a:ext cx="1733207" cy="8728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719546" y="4486567"/>
            <a:ext cx="1757489" cy="12390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723763" y="3954475"/>
            <a:ext cx="1757489" cy="118719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732094" y="4497387"/>
            <a:ext cx="87287" cy="8728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722797" y="4486757"/>
            <a:ext cx="1748840" cy="10255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816472" y="4488383"/>
            <a:ext cx="1657223" cy="12390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177011" y="4507204"/>
            <a:ext cx="673328" cy="83121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722734" y="4493221"/>
            <a:ext cx="134124" cy="11771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376553" y="4505743"/>
            <a:ext cx="87287" cy="87287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005790" y="3642740"/>
            <a:ext cx="502678" cy="505371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730265" y="3672433"/>
            <a:ext cx="457200" cy="461352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004087" y="4954765"/>
            <a:ext cx="503897" cy="49598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724512" y="4959781"/>
            <a:ext cx="462953" cy="462457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335613" y="2454414"/>
            <a:ext cx="2520835" cy="414387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570895" y="3493579"/>
            <a:ext cx="1362011" cy="210897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270610" y="3493579"/>
            <a:ext cx="1362011" cy="210897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090154" y="4428248"/>
            <a:ext cx="2202878" cy="231509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935461" y="4429493"/>
            <a:ext cx="2542857" cy="2306777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677280" y="2942170"/>
            <a:ext cx="2256904" cy="2431478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593623" y="2698915"/>
            <a:ext cx="2053247" cy="2473032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293116" y="2853550"/>
            <a:ext cx="2098967" cy="2319248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020079" y="2946247"/>
            <a:ext cx="2128062" cy="229015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837540" y="2849600"/>
            <a:ext cx="2098967" cy="2323401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097229" y="2933788"/>
            <a:ext cx="2119744" cy="2273528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317523" y="2942183"/>
            <a:ext cx="2231961" cy="2398217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655847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093720" y="1749551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1" y="0"/>
                </a:lnTo>
                <a:lnTo>
                  <a:pt x="362711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291840" y="197205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>
            <a:spLocks noGrp="1"/>
          </p:cNvSpPr>
          <p:nvPr>
            <p:ph type="title"/>
          </p:nvPr>
        </p:nvSpPr>
        <p:spPr>
          <a:xfrm>
            <a:off x="3734612" y="1375041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241916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367599" y="3974007"/>
            <a:ext cx="95250" cy="530225"/>
          </a:xfrm>
          <a:custGeom>
            <a:avLst/>
            <a:gdLst/>
            <a:ahLst/>
            <a:cxnLst/>
            <a:rect l="l" t="t" r="r" b="b"/>
            <a:pathLst>
              <a:path w="95250" h="530225">
                <a:moveTo>
                  <a:pt x="0" y="95529"/>
                </a:moveTo>
                <a:lnTo>
                  <a:pt x="47066" y="0"/>
                </a:lnTo>
                <a:lnTo>
                  <a:pt x="83265" y="71348"/>
                </a:lnTo>
                <a:lnTo>
                  <a:pt x="63360" y="71348"/>
                </a:lnTo>
                <a:lnTo>
                  <a:pt x="31610" y="71526"/>
                </a:lnTo>
                <a:lnTo>
                  <a:pt x="31752" y="95343"/>
                </a:lnTo>
                <a:lnTo>
                  <a:pt x="0" y="95529"/>
                </a:lnTo>
                <a:close/>
              </a:path>
              <a:path w="95250" h="530225">
                <a:moveTo>
                  <a:pt x="31752" y="95343"/>
                </a:moveTo>
                <a:lnTo>
                  <a:pt x="31610" y="71526"/>
                </a:lnTo>
                <a:lnTo>
                  <a:pt x="63360" y="71348"/>
                </a:lnTo>
                <a:lnTo>
                  <a:pt x="63502" y="95156"/>
                </a:lnTo>
                <a:lnTo>
                  <a:pt x="31752" y="95343"/>
                </a:lnTo>
                <a:close/>
              </a:path>
              <a:path w="95250" h="530225">
                <a:moveTo>
                  <a:pt x="63502" y="95156"/>
                </a:moveTo>
                <a:lnTo>
                  <a:pt x="63360" y="71348"/>
                </a:lnTo>
                <a:lnTo>
                  <a:pt x="83265" y="71348"/>
                </a:lnTo>
                <a:lnTo>
                  <a:pt x="95250" y="94970"/>
                </a:lnTo>
                <a:lnTo>
                  <a:pt x="63502" y="95156"/>
                </a:lnTo>
                <a:close/>
              </a:path>
              <a:path w="95250" h="530225">
                <a:moveTo>
                  <a:pt x="34340" y="530174"/>
                </a:moveTo>
                <a:lnTo>
                  <a:pt x="31752" y="95343"/>
                </a:lnTo>
                <a:lnTo>
                  <a:pt x="63502" y="95156"/>
                </a:lnTo>
                <a:lnTo>
                  <a:pt x="66090" y="529983"/>
                </a:lnTo>
                <a:lnTo>
                  <a:pt x="34340" y="530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7474940" y="3900017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720245" y="4581067"/>
            <a:ext cx="95250" cy="514350"/>
          </a:xfrm>
          <a:custGeom>
            <a:avLst/>
            <a:gdLst/>
            <a:ahLst/>
            <a:cxnLst/>
            <a:rect l="l" t="t" r="r" b="b"/>
            <a:pathLst>
              <a:path w="95250" h="514350">
                <a:moveTo>
                  <a:pt x="31740" y="418956"/>
                </a:moveTo>
                <a:lnTo>
                  <a:pt x="31343" y="25"/>
                </a:lnTo>
                <a:lnTo>
                  <a:pt x="63093" y="0"/>
                </a:lnTo>
                <a:lnTo>
                  <a:pt x="63490" y="418926"/>
                </a:lnTo>
                <a:lnTo>
                  <a:pt x="31740" y="418956"/>
                </a:lnTo>
                <a:close/>
              </a:path>
              <a:path w="95250" h="514350">
                <a:moveTo>
                  <a:pt x="83345" y="442760"/>
                </a:moveTo>
                <a:lnTo>
                  <a:pt x="31762" y="442760"/>
                </a:lnTo>
                <a:lnTo>
                  <a:pt x="63512" y="442734"/>
                </a:lnTo>
                <a:lnTo>
                  <a:pt x="63490" y="418926"/>
                </a:lnTo>
                <a:lnTo>
                  <a:pt x="95250" y="418896"/>
                </a:lnTo>
                <a:lnTo>
                  <a:pt x="83345" y="442760"/>
                </a:lnTo>
                <a:close/>
              </a:path>
              <a:path w="95250" h="514350">
                <a:moveTo>
                  <a:pt x="31762" y="442760"/>
                </a:moveTo>
                <a:lnTo>
                  <a:pt x="31740" y="418956"/>
                </a:lnTo>
                <a:lnTo>
                  <a:pt x="63490" y="418926"/>
                </a:lnTo>
                <a:lnTo>
                  <a:pt x="63512" y="442734"/>
                </a:lnTo>
                <a:lnTo>
                  <a:pt x="31762" y="442760"/>
                </a:lnTo>
                <a:close/>
              </a:path>
              <a:path w="95250" h="514350">
                <a:moveTo>
                  <a:pt x="47713" y="514184"/>
                </a:moveTo>
                <a:lnTo>
                  <a:pt x="0" y="418985"/>
                </a:lnTo>
                <a:lnTo>
                  <a:pt x="31740" y="418956"/>
                </a:lnTo>
                <a:lnTo>
                  <a:pt x="31762" y="442760"/>
                </a:lnTo>
                <a:lnTo>
                  <a:pt x="83345" y="442760"/>
                </a:lnTo>
                <a:lnTo>
                  <a:pt x="47713" y="514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5542851" y="486323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651601" y="4430293"/>
            <a:ext cx="242511" cy="242570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296716" y="4433074"/>
            <a:ext cx="242511" cy="242570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355892" y="4313008"/>
            <a:ext cx="467359" cy="400050"/>
          </a:xfrm>
          <a:custGeom>
            <a:avLst/>
            <a:gdLst/>
            <a:ahLst/>
            <a:cxnLst/>
            <a:rect l="l" t="t" r="r" b="b"/>
            <a:pathLst>
              <a:path w="467359" h="400050">
                <a:moveTo>
                  <a:pt x="63842" y="384810"/>
                </a:moveTo>
                <a:lnTo>
                  <a:pt x="47663" y="367029"/>
                </a:lnTo>
                <a:lnTo>
                  <a:pt x="40233" y="355600"/>
                </a:lnTo>
                <a:lnTo>
                  <a:pt x="36804" y="350520"/>
                </a:lnTo>
                <a:lnTo>
                  <a:pt x="33578" y="344170"/>
                </a:lnTo>
                <a:lnTo>
                  <a:pt x="30505" y="339089"/>
                </a:lnTo>
                <a:lnTo>
                  <a:pt x="27571" y="334010"/>
                </a:lnTo>
                <a:lnTo>
                  <a:pt x="24803" y="327660"/>
                </a:lnTo>
                <a:lnTo>
                  <a:pt x="22199" y="321310"/>
                </a:lnTo>
                <a:lnTo>
                  <a:pt x="19748" y="316229"/>
                </a:lnTo>
                <a:lnTo>
                  <a:pt x="8597" y="278129"/>
                </a:lnTo>
                <a:lnTo>
                  <a:pt x="4059" y="240029"/>
                </a:lnTo>
                <a:lnTo>
                  <a:pt x="3937" y="224789"/>
                </a:lnTo>
                <a:lnTo>
                  <a:pt x="4152" y="219710"/>
                </a:lnTo>
                <a:lnTo>
                  <a:pt x="11150" y="172720"/>
                </a:lnTo>
                <a:lnTo>
                  <a:pt x="26720" y="130810"/>
                </a:lnTo>
                <a:lnTo>
                  <a:pt x="49911" y="92710"/>
                </a:lnTo>
                <a:lnTo>
                  <a:pt x="79794" y="59689"/>
                </a:lnTo>
                <a:lnTo>
                  <a:pt x="115442" y="33020"/>
                </a:lnTo>
                <a:lnTo>
                  <a:pt x="125145" y="27939"/>
                </a:lnTo>
                <a:lnTo>
                  <a:pt x="135140" y="21589"/>
                </a:lnTo>
                <a:lnTo>
                  <a:pt x="155943" y="13970"/>
                </a:lnTo>
                <a:lnTo>
                  <a:pt x="177723" y="6350"/>
                </a:lnTo>
                <a:lnTo>
                  <a:pt x="188950" y="3810"/>
                </a:lnTo>
                <a:lnTo>
                  <a:pt x="200266" y="2539"/>
                </a:lnTo>
                <a:lnTo>
                  <a:pt x="211962" y="0"/>
                </a:lnTo>
                <a:lnTo>
                  <a:pt x="259321" y="0"/>
                </a:lnTo>
                <a:lnTo>
                  <a:pt x="271017" y="2539"/>
                </a:lnTo>
                <a:lnTo>
                  <a:pt x="282346" y="3810"/>
                </a:lnTo>
                <a:lnTo>
                  <a:pt x="293560" y="6350"/>
                </a:lnTo>
                <a:lnTo>
                  <a:pt x="315340" y="13970"/>
                </a:lnTo>
                <a:lnTo>
                  <a:pt x="336143" y="21589"/>
                </a:lnTo>
                <a:lnTo>
                  <a:pt x="346138" y="27939"/>
                </a:lnTo>
                <a:lnTo>
                  <a:pt x="353425" y="31750"/>
                </a:lnTo>
                <a:lnTo>
                  <a:pt x="215366" y="31750"/>
                </a:lnTo>
                <a:lnTo>
                  <a:pt x="209943" y="33020"/>
                </a:lnTo>
                <a:lnTo>
                  <a:pt x="205549" y="33020"/>
                </a:lnTo>
                <a:lnTo>
                  <a:pt x="194919" y="35560"/>
                </a:lnTo>
                <a:lnTo>
                  <a:pt x="195707" y="35560"/>
                </a:lnTo>
                <a:lnTo>
                  <a:pt x="190480" y="36829"/>
                </a:lnTo>
                <a:lnTo>
                  <a:pt x="186016" y="36829"/>
                </a:lnTo>
                <a:lnTo>
                  <a:pt x="179192" y="39370"/>
                </a:lnTo>
                <a:lnTo>
                  <a:pt x="176530" y="39370"/>
                </a:lnTo>
                <a:lnTo>
                  <a:pt x="166496" y="43179"/>
                </a:lnTo>
                <a:lnTo>
                  <a:pt x="167233" y="43179"/>
                </a:lnTo>
                <a:lnTo>
                  <a:pt x="157429" y="46989"/>
                </a:lnTo>
                <a:lnTo>
                  <a:pt x="158140" y="46989"/>
                </a:lnTo>
                <a:lnTo>
                  <a:pt x="148577" y="50800"/>
                </a:lnTo>
                <a:lnTo>
                  <a:pt x="149275" y="50800"/>
                </a:lnTo>
                <a:lnTo>
                  <a:pt x="142293" y="54610"/>
                </a:lnTo>
                <a:lnTo>
                  <a:pt x="140639" y="54610"/>
                </a:lnTo>
                <a:lnTo>
                  <a:pt x="131597" y="59689"/>
                </a:lnTo>
                <a:lnTo>
                  <a:pt x="132257" y="59689"/>
                </a:lnTo>
                <a:lnTo>
                  <a:pt x="125247" y="64770"/>
                </a:lnTo>
                <a:lnTo>
                  <a:pt x="124129" y="64770"/>
                </a:lnTo>
                <a:lnTo>
                  <a:pt x="115658" y="71120"/>
                </a:lnTo>
                <a:lnTo>
                  <a:pt x="116268" y="71120"/>
                </a:lnTo>
                <a:lnTo>
                  <a:pt x="109745" y="76200"/>
                </a:lnTo>
                <a:lnTo>
                  <a:pt x="108699" y="76200"/>
                </a:lnTo>
                <a:lnTo>
                  <a:pt x="102169" y="82550"/>
                </a:lnTo>
                <a:lnTo>
                  <a:pt x="101422" y="82550"/>
                </a:lnTo>
                <a:lnTo>
                  <a:pt x="95178" y="88900"/>
                </a:lnTo>
                <a:lnTo>
                  <a:pt x="94462" y="88900"/>
                </a:lnTo>
                <a:lnTo>
                  <a:pt x="87312" y="96520"/>
                </a:lnTo>
                <a:lnTo>
                  <a:pt x="87820" y="96520"/>
                </a:lnTo>
                <a:lnTo>
                  <a:pt x="81038" y="104139"/>
                </a:lnTo>
                <a:lnTo>
                  <a:pt x="81521" y="104139"/>
                </a:lnTo>
                <a:lnTo>
                  <a:pt x="75107" y="111760"/>
                </a:lnTo>
                <a:lnTo>
                  <a:pt x="75564" y="111760"/>
                </a:lnTo>
                <a:lnTo>
                  <a:pt x="69545" y="119379"/>
                </a:lnTo>
                <a:lnTo>
                  <a:pt x="69976" y="119379"/>
                </a:lnTo>
                <a:lnTo>
                  <a:pt x="65154" y="127000"/>
                </a:lnTo>
                <a:lnTo>
                  <a:pt x="64757" y="127000"/>
                </a:lnTo>
                <a:lnTo>
                  <a:pt x="59550" y="135889"/>
                </a:lnTo>
                <a:lnTo>
                  <a:pt x="59918" y="135889"/>
                </a:lnTo>
                <a:lnTo>
                  <a:pt x="55836" y="143510"/>
                </a:lnTo>
                <a:lnTo>
                  <a:pt x="55486" y="143510"/>
                </a:lnTo>
                <a:lnTo>
                  <a:pt x="51708" y="152400"/>
                </a:lnTo>
                <a:lnTo>
                  <a:pt x="51473" y="152400"/>
                </a:lnTo>
                <a:lnTo>
                  <a:pt x="47599" y="162560"/>
                </a:lnTo>
                <a:lnTo>
                  <a:pt x="47878" y="162560"/>
                </a:lnTo>
                <a:lnTo>
                  <a:pt x="44475" y="171450"/>
                </a:lnTo>
                <a:lnTo>
                  <a:pt x="44716" y="171450"/>
                </a:lnTo>
                <a:lnTo>
                  <a:pt x="42171" y="180339"/>
                </a:lnTo>
                <a:lnTo>
                  <a:pt x="41998" y="180339"/>
                </a:lnTo>
                <a:lnTo>
                  <a:pt x="39854" y="190500"/>
                </a:lnTo>
                <a:lnTo>
                  <a:pt x="37846" y="200660"/>
                </a:lnTo>
                <a:lnTo>
                  <a:pt x="37185" y="205739"/>
                </a:lnTo>
                <a:lnTo>
                  <a:pt x="36626" y="210820"/>
                </a:lnTo>
                <a:lnTo>
                  <a:pt x="36182" y="215900"/>
                </a:lnTo>
                <a:lnTo>
                  <a:pt x="35940" y="219710"/>
                </a:lnTo>
                <a:lnTo>
                  <a:pt x="35674" y="226060"/>
                </a:lnTo>
                <a:lnTo>
                  <a:pt x="35742" y="237489"/>
                </a:lnTo>
                <a:lnTo>
                  <a:pt x="35940" y="242570"/>
                </a:lnTo>
                <a:lnTo>
                  <a:pt x="36306" y="247650"/>
                </a:lnTo>
                <a:lnTo>
                  <a:pt x="36347" y="248920"/>
                </a:lnTo>
                <a:lnTo>
                  <a:pt x="36995" y="255270"/>
                </a:lnTo>
                <a:lnTo>
                  <a:pt x="37744" y="260350"/>
                </a:lnTo>
                <a:lnTo>
                  <a:pt x="38671" y="266700"/>
                </a:lnTo>
                <a:lnTo>
                  <a:pt x="38813" y="266700"/>
                </a:lnTo>
                <a:lnTo>
                  <a:pt x="39738" y="271779"/>
                </a:lnTo>
                <a:lnTo>
                  <a:pt x="40970" y="276860"/>
                </a:lnTo>
                <a:lnTo>
                  <a:pt x="42367" y="283210"/>
                </a:lnTo>
                <a:lnTo>
                  <a:pt x="42572" y="283210"/>
                </a:lnTo>
                <a:lnTo>
                  <a:pt x="43903" y="288289"/>
                </a:lnTo>
                <a:lnTo>
                  <a:pt x="43764" y="288289"/>
                </a:lnTo>
                <a:lnTo>
                  <a:pt x="45580" y="293370"/>
                </a:lnTo>
                <a:lnTo>
                  <a:pt x="45440" y="293370"/>
                </a:lnTo>
                <a:lnTo>
                  <a:pt x="47421" y="298450"/>
                </a:lnTo>
                <a:lnTo>
                  <a:pt x="47269" y="298450"/>
                </a:lnTo>
                <a:lnTo>
                  <a:pt x="49390" y="304800"/>
                </a:lnTo>
                <a:lnTo>
                  <a:pt x="49682" y="304800"/>
                </a:lnTo>
                <a:lnTo>
                  <a:pt x="51511" y="309879"/>
                </a:lnTo>
                <a:lnTo>
                  <a:pt x="51818" y="309879"/>
                </a:lnTo>
                <a:lnTo>
                  <a:pt x="53759" y="314960"/>
                </a:lnTo>
                <a:lnTo>
                  <a:pt x="54096" y="314960"/>
                </a:lnTo>
                <a:lnTo>
                  <a:pt x="56159" y="320039"/>
                </a:lnTo>
                <a:lnTo>
                  <a:pt x="56502" y="320039"/>
                </a:lnTo>
                <a:lnTo>
                  <a:pt x="58686" y="325120"/>
                </a:lnTo>
                <a:lnTo>
                  <a:pt x="59197" y="325120"/>
                </a:lnTo>
                <a:lnTo>
                  <a:pt x="61340" y="328929"/>
                </a:lnTo>
                <a:lnTo>
                  <a:pt x="61125" y="328929"/>
                </a:lnTo>
                <a:lnTo>
                  <a:pt x="64135" y="334010"/>
                </a:lnTo>
                <a:lnTo>
                  <a:pt x="63906" y="334010"/>
                </a:lnTo>
                <a:lnTo>
                  <a:pt x="67056" y="339089"/>
                </a:lnTo>
                <a:lnTo>
                  <a:pt x="67296" y="339089"/>
                </a:lnTo>
                <a:lnTo>
                  <a:pt x="67348" y="367029"/>
                </a:lnTo>
                <a:lnTo>
                  <a:pt x="84734" y="367029"/>
                </a:lnTo>
                <a:lnTo>
                  <a:pt x="63842" y="384810"/>
                </a:lnTo>
                <a:close/>
              </a:path>
              <a:path w="467359" h="400050">
                <a:moveTo>
                  <a:pt x="286029" y="38100"/>
                </a:moveTo>
                <a:lnTo>
                  <a:pt x="275589" y="35560"/>
                </a:lnTo>
                <a:lnTo>
                  <a:pt x="276364" y="35560"/>
                </a:lnTo>
                <a:lnTo>
                  <a:pt x="265734" y="33020"/>
                </a:lnTo>
                <a:lnTo>
                  <a:pt x="261340" y="33020"/>
                </a:lnTo>
                <a:lnTo>
                  <a:pt x="255917" y="31750"/>
                </a:lnTo>
                <a:lnTo>
                  <a:pt x="353425" y="31750"/>
                </a:lnTo>
                <a:lnTo>
                  <a:pt x="355854" y="33020"/>
                </a:lnTo>
                <a:lnTo>
                  <a:pt x="361492" y="36829"/>
                </a:lnTo>
                <a:lnTo>
                  <a:pt x="285267" y="36829"/>
                </a:lnTo>
                <a:lnTo>
                  <a:pt x="286029" y="38100"/>
                </a:lnTo>
                <a:close/>
              </a:path>
              <a:path w="467359" h="400050">
                <a:moveTo>
                  <a:pt x="185254" y="38100"/>
                </a:moveTo>
                <a:lnTo>
                  <a:pt x="186016" y="36829"/>
                </a:lnTo>
                <a:lnTo>
                  <a:pt x="190480" y="36829"/>
                </a:lnTo>
                <a:lnTo>
                  <a:pt x="185254" y="38100"/>
                </a:lnTo>
                <a:close/>
              </a:path>
              <a:path w="467359" h="400050">
                <a:moveTo>
                  <a:pt x="295516" y="40639"/>
                </a:moveTo>
                <a:lnTo>
                  <a:pt x="285267" y="36829"/>
                </a:lnTo>
                <a:lnTo>
                  <a:pt x="361492" y="36829"/>
                </a:lnTo>
                <a:lnTo>
                  <a:pt x="365252" y="39370"/>
                </a:lnTo>
                <a:lnTo>
                  <a:pt x="294766" y="39370"/>
                </a:lnTo>
                <a:lnTo>
                  <a:pt x="295516" y="40639"/>
                </a:lnTo>
                <a:close/>
              </a:path>
              <a:path w="467359" h="400050">
                <a:moveTo>
                  <a:pt x="175780" y="40639"/>
                </a:moveTo>
                <a:lnTo>
                  <a:pt x="176530" y="39370"/>
                </a:lnTo>
                <a:lnTo>
                  <a:pt x="179192" y="39370"/>
                </a:lnTo>
                <a:lnTo>
                  <a:pt x="175780" y="40639"/>
                </a:lnTo>
                <a:close/>
              </a:path>
              <a:path w="467359" h="400050">
                <a:moveTo>
                  <a:pt x="331330" y="55879"/>
                </a:moveTo>
                <a:lnTo>
                  <a:pt x="322021" y="50800"/>
                </a:lnTo>
                <a:lnTo>
                  <a:pt x="322707" y="50800"/>
                </a:lnTo>
                <a:lnTo>
                  <a:pt x="313143" y="46989"/>
                </a:lnTo>
                <a:lnTo>
                  <a:pt x="313867" y="46989"/>
                </a:lnTo>
                <a:lnTo>
                  <a:pt x="304063" y="43179"/>
                </a:lnTo>
                <a:lnTo>
                  <a:pt x="304800" y="43179"/>
                </a:lnTo>
                <a:lnTo>
                  <a:pt x="294766" y="39370"/>
                </a:lnTo>
                <a:lnTo>
                  <a:pt x="365252" y="39370"/>
                </a:lnTo>
                <a:lnTo>
                  <a:pt x="374332" y="45720"/>
                </a:lnTo>
                <a:lnTo>
                  <a:pt x="383095" y="52070"/>
                </a:lnTo>
                <a:lnTo>
                  <a:pt x="385897" y="54610"/>
                </a:lnTo>
                <a:lnTo>
                  <a:pt x="330644" y="54610"/>
                </a:lnTo>
                <a:lnTo>
                  <a:pt x="331330" y="55879"/>
                </a:lnTo>
                <a:close/>
              </a:path>
              <a:path w="467359" h="400050">
                <a:moveTo>
                  <a:pt x="139966" y="55879"/>
                </a:moveTo>
                <a:lnTo>
                  <a:pt x="140639" y="54610"/>
                </a:lnTo>
                <a:lnTo>
                  <a:pt x="142293" y="54610"/>
                </a:lnTo>
                <a:lnTo>
                  <a:pt x="139966" y="55879"/>
                </a:lnTo>
                <a:close/>
              </a:path>
              <a:path w="467359" h="400050">
                <a:moveTo>
                  <a:pt x="347789" y="66039"/>
                </a:moveTo>
                <a:lnTo>
                  <a:pt x="339039" y="59689"/>
                </a:lnTo>
                <a:lnTo>
                  <a:pt x="339686" y="59689"/>
                </a:lnTo>
                <a:lnTo>
                  <a:pt x="330644" y="54610"/>
                </a:lnTo>
                <a:lnTo>
                  <a:pt x="385897" y="54610"/>
                </a:lnTo>
                <a:lnTo>
                  <a:pt x="391502" y="59689"/>
                </a:lnTo>
                <a:lnTo>
                  <a:pt x="396862" y="64770"/>
                </a:lnTo>
                <a:lnTo>
                  <a:pt x="347167" y="64770"/>
                </a:lnTo>
                <a:lnTo>
                  <a:pt x="347789" y="66039"/>
                </a:lnTo>
                <a:close/>
              </a:path>
              <a:path w="467359" h="400050">
                <a:moveTo>
                  <a:pt x="123494" y="66039"/>
                </a:moveTo>
                <a:lnTo>
                  <a:pt x="124129" y="64770"/>
                </a:lnTo>
                <a:lnTo>
                  <a:pt x="125247" y="64770"/>
                </a:lnTo>
                <a:lnTo>
                  <a:pt x="123494" y="66039"/>
                </a:lnTo>
                <a:close/>
              </a:path>
              <a:path w="467359" h="400050">
                <a:moveTo>
                  <a:pt x="363181" y="77470"/>
                </a:moveTo>
                <a:lnTo>
                  <a:pt x="355015" y="71120"/>
                </a:lnTo>
                <a:lnTo>
                  <a:pt x="355625" y="71120"/>
                </a:lnTo>
                <a:lnTo>
                  <a:pt x="347167" y="64770"/>
                </a:lnTo>
                <a:lnTo>
                  <a:pt x="396862" y="64770"/>
                </a:lnTo>
                <a:lnTo>
                  <a:pt x="399541" y="67310"/>
                </a:lnTo>
                <a:lnTo>
                  <a:pt x="407212" y="74929"/>
                </a:lnTo>
                <a:lnTo>
                  <a:pt x="408254" y="76200"/>
                </a:lnTo>
                <a:lnTo>
                  <a:pt x="362585" y="76200"/>
                </a:lnTo>
                <a:lnTo>
                  <a:pt x="363181" y="77470"/>
                </a:lnTo>
                <a:close/>
              </a:path>
              <a:path w="467359" h="400050">
                <a:moveTo>
                  <a:pt x="108115" y="77470"/>
                </a:moveTo>
                <a:lnTo>
                  <a:pt x="108699" y="76200"/>
                </a:lnTo>
                <a:lnTo>
                  <a:pt x="109745" y="76200"/>
                </a:lnTo>
                <a:lnTo>
                  <a:pt x="108115" y="77470"/>
                </a:lnTo>
                <a:close/>
              </a:path>
              <a:path w="467359" h="400050">
                <a:moveTo>
                  <a:pt x="370420" y="83820"/>
                </a:moveTo>
                <a:lnTo>
                  <a:pt x="362585" y="76200"/>
                </a:lnTo>
                <a:lnTo>
                  <a:pt x="408254" y="76200"/>
                </a:lnTo>
                <a:lnTo>
                  <a:pt x="413461" y="82550"/>
                </a:lnTo>
                <a:lnTo>
                  <a:pt x="369862" y="82550"/>
                </a:lnTo>
                <a:lnTo>
                  <a:pt x="370420" y="83820"/>
                </a:lnTo>
                <a:close/>
              </a:path>
              <a:path w="467359" h="400050">
                <a:moveTo>
                  <a:pt x="100863" y="83820"/>
                </a:moveTo>
                <a:lnTo>
                  <a:pt x="101422" y="82550"/>
                </a:lnTo>
                <a:lnTo>
                  <a:pt x="102169" y="82550"/>
                </a:lnTo>
                <a:lnTo>
                  <a:pt x="100863" y="83820"/>
                </a:lnTo>
                <a:close/>
              </a:path>
              <a:path w="467359" h="400050">
                <a:moveTo>
                  <a:pt x="377367" y="90170"/>
                </a:moveTo>
                <a:lnTo>
                  <a:pt x="369862" y="82550"/>
                </a:lnTo>
                <a:lnTo>
                  <a:pt x="413461" y="82550"/>
                </a:lnTo>
                <a:lnTo>
                  <a:pt x="414502" y="83820"/>
                </a:lnTo>
                <a:lnTo>
                  <a:pt x="418428" y="88900"/>
                </a:lnTo>
                <a:lnTo>
                  <a:pt x="376821" y="88900"/>
                </a:lnTo>
                <a:lnTo>
                  <a:pt x="377367" y="90170"/>
                </a:lnTo>
                <a:close/>
              </a:path>
              <a:path w="467359" h="400050">
                <a:moveTo>
                  <a:pt x="93929" y="90170"/>
                </a:moveTo>
                <a:lnTo>
                  <a:pt x="94462" y="88900"/>
                </a:lnTo>
                <a:lnTo>
                  <a:pt x="95178" y="88900"/>
                </a:lnTo>
                <a:lnTo>
                  <a:pt x="93929" y="90170"/>
                </a:lnTo>
                <a:close/>
              </a:path>
              <a:path w="467359" h="400050">
                <a:moveTo>
                  <a:pt x="406933" y="128270"/>
                </a:moveTo>
                <a:lnTo>
                  <a:pt x="401319" y="119379"/>
                </a:lnTo>
                <a:lnTo>
                  <a:pt x="401739" y="119379"/>
                </a:lnTo>
                <a:lnTo>
                  <a:pt x="395719" y="111760"/>
                </a:lnTo>
                <a:lnTo>
                  <a:pt x="396176" y="111760"/>
                </a:lnTo>
                <a:lnTo>
                  <a:pt x="389775" y="104139"/>
                </a:lnTo>
                <a:lnTo>
                  <a:pt x="390258" y="104139"/>
                </a:lnTo>
                <a:lnTo>
                  <a:pt x="383463" y="96520"/>
                </a:lnTo>
                <a:lnTo>
                  <a:pt x="383971" y="96520"/>
                </a:lnTo>
                <a:lnTo>
                  <a:pt x="376821" y="88900"/>
                </a:lnTo>
                <a:lnTo>
                  <a:pt x="418428" y="88900"/>
                </a:lnTo>
                <a:lnTo>
                  <a:pt x="421373" y="92710"/>
                </a:lnTo>
                <a:lnTo>
                  <a:pt x="427837" y="101600"/>
                </a:lnTo>
                <a:lnTo>
                  <a:pt x="433870" y="110489"/>
                </a:lnTo>
                <a:lnTo>
                  <a:pt x="439445" y="120650"/>
                </a:lnTo>
                <a:lnTo>
                  <a:pt x="442652" y="127000"/>
                </a:lnTo>
                <a:lnTo>
                  <a:pt x="406539" y="127000"/>
                </a:lnTo>
                <a:lnTo>
                  <a:pt x="406933" y="128270"/>
                </a:lnTo>
                <a:close/>
              </a:path>
              <a:path w="467359" h="400050">
                <a:moveTo>
                  <a:pt x="64350" y="128270"/>
                </a:moveTo>
                <a:lnTo>
                  <a:pt x="64757" y="127000"/>
                </a:lnTo>
                <a:lnTo>
                  <a:pt x="65154" y="127000"/>
                </a:lnTo>
                <a:lnTo>
                  <a:pt x="64350" y="128270"/>
                </a:lnTo>
                <a:close/>
              </a:path>
              <a:path w="467359" h="400050">
                <a:moveTo>
                  <a:pt x="416140" y="144779"/>
                </a:moveTo>
                <a:lnTo>
                  <a:pt x="411365" y="135889"/>
                </a:lnTo>
                <a:lnTo>
                  <a:pt x="411734" y="135889"/>
                </a:lnTo>
                <a:lnTo>
                  <a:pt x="406539" y="127000"/>
                </a:lnTo>
                <a:lnTo>
                  <a:pt x="442652" y="127000"/>
                </a:lnTo>
                <a:lnTo>
                  <a:pt x="444576" y="130810"/>
                </a:lnTo>
                <a:lnTo>
                  <a:pt x="449211" y="140970"/>
                </a:lnTo>
                <a:lnTo>
                  <a:pt x="450249" y="143510"/>
                </a:lnTo>
                <a:lnTo>
                  <a:pt x="415797" y="143510"/>
                </a:lnTo>
                <a:lnTo>
                  <a:pt x="416140" y="144779"/>
                </a:lnTo>
                <a:close/>
              </a:path>
              <a:path w="467359" h="400050">
                <a:moveTo>
                  <a:pt x="55156" y="144779"/>
                </a:moveTo>
                <a:lnTo>
                  <a:pt x="55486" y="143510"/>
                </a:lnTo>
                <a:lnTo>
                  <a:pt x="55836" y="143510"/>
                </a:lnTo>
                <a:lnTo>
                  <a:pt x="55156" y="144779"/>
                </a:lnTo>
                <a:close/>
              </a:path>
              <a:path w="467359" h="400050">
                <a:moveTo>
                  <a:pt x="420128" y="153670"/>
                </a:moveTo>
                <a:lnTo>
                  <a:pt x="415797" y="143510"/>
                </a:lnTo>
                <a:lnTo>
                  <a:pt x="450249" y="143510"/>
                </a:lnTo>
                <a:lnTo>
                  <a:pt x="453364" y="151129"/>
                </a:lnTo>
                <a:lnTo>
                  <a:pt x="453769" y="152400"/>
                </a:lnTo>
                <a:lnTo>
                  <a:pt x="419823" y="152400"/>
                </a:lnTo>
                <a:lnTo>
                  <a:pt x="420128" y="153670"/>
                </a:lnTo>
                <a:close/>
              </a:path>
              <a:path w="467359" h="400050">
                <a:moveTo>
                  <a:pt x="51168" y="153670"/>
                </a:moveTo>
                <a:lnTo>
                  <a:pt x="51473" y="152400"/>
                </a:lnTo>
                <a:lnTo>
                  <a:pt x="51708" y="152400"/>
                </a:lnTo>
                <a:lnTo>
                  <a:pt x="51168" y="153670"/>
                </a:lnTo>
                <a:close/>
              </a:path>
              <a:path w="467359" h="400050">
                <a:moveTo>
                  <a:pt x="429488" y="181610"/>
                </a:moveTo>
                <a:lnTo>
                  <a:pt x="426580" y="171450"/>
                </a:lnTo>
                <a:lnTo>
                  <a:pt x="426808" y="171450"/>
                </a:lnTo>
                <a:lnTo>
                  <a:pt x="423417" y="162560"/>
                </a:lnTo>
                <a:lnTo>
                  <a:pt x="423684" y="162560"/>
                </a:lnTo>
                <a:lnTo>
                  <a:pt x="419823" y="152400"/>
                </a:lnTo>
                <a:lnTo>
                  <a:pt x="453769" y="152400"/>
                </a:lnTo>
                <a:lnTo>
                  <a:pt x="457009" y="162560"/>
                </a:lnTo>
                <a:lnTo>
                  <a:pt x="460133" y="172720"/>
                </a:lnTo>
                <a:lnTo>
                  <a:pt x="461860" y="180339"/>
                </a:lnTo>
                <a:lnTo>
                  <a:pt x="429285" y="180339"/>
                </a:lnTo>
                <a:lnTo>
                  <a:pt x="429488" y="181610"/>
                </a:lnTo>
                <a:close/>
              </a:path>
              <a:path w="467359" h="400050">
                <a:moveTo>
                  <a:pt x="41808" y="181610"/>
                </a:moveTo>
                <a:lnTo>
                  <a:pt x="41998" y="180339"/>
                </a:lnTo>
                <a:lnTo>
                  <a:pt x="42171" y="180339"/>
                </a:lnTo>
                <a:lnTo>
                  <a:pt x="41808" y="181610"/>
                </a:lnTo>
                <a:close/>
              </a:path>
              <a:path w="467359" h="400050">
                <a:moveTo>
                  <a:pt x="467258" y="240029"/>
                </a:moveTo>
                <a:lnTo>
                  <a:pt x="435495" y="240029"/>
                </a:lnTo>
                <a:lnTo>
                  <a:pt x="435533" y="238760"/>
                </a:lnTo>
                <a:lnTo>
                  <a:pt x="435610" y="226060"/>
                </a:lnTo>
                <a:lnTo>
                  <a:pt x="435346" y="219710"/>
                </a:lnTo>
                <a:lnTo>
                  <a:pt x="435089" y="215900"/>
                </a:lnTo>
                <a:lnTo>
                  <a:pt x="434632" y="210820"/>
                </a:lnTo>
                <a:lnTo>
                  <a:pt x="434047" y="205739"/>
                </a:lnTo>
                <a:lnTo>
                  <a:pt x="433349" y="200660"/>
                </a:lnTo>
                <a:lnTo>
                  <a:pt x="431545" y="190500"/>
                </a:lnTo>
                <a:lnTo>
                  <a:pt x="429285" y="180339"/>
                </a:lnTo>
                <a:lnTo>
                  <a:pt x="461860" y="180339"/>
                </a:lnTo>
                <a:lnTo>
                  <a:pt x="462724" y="184150"/>
                </a:lnTo>
                <a:lnTo>
                  <a:pt x="467360" y="224789"/>
                </a:lnTo>
                <a:lnTo>
                  <a:pt x="467258" y="240029"/>
                </a:lnTo>
                <a:close/>
              </a:path>
              <a:path w="467359" h="400050">
                <a:moveTo>
                  <a:pt x="39585" y="191770"/>
                </a:moveTo>
                <a:lnTo>
                  <a:pt x="39750" y="190500"/>
                </a:lnTo>
                <a:lnTo>
                  <a:pt x="39585" y="191770"/>
                </a:lnTo>
                <a:close/>
              </a:path>
              <a:path w="467359" h="400050">
                <a:moveTo>
                  <a:pt x="431698" y="191770"/>
                </a:moveTo>
                <a:lnTo>
                  <a:pt x="431430" y="190500"/>
                </a:lnTo>
                <a:lnTo>
                  <a:pt x="431698" y="191770"/>
                </a:lnTo>
                <a:close/>
              </a:path>
              <a:path w="467359" h="400050">
                <a:moveTo>
                  <a:pt x="35742" y="237489"/>
                </a:moveTo>
                <a:lnTo>
                  <a:pt x="35687" y="236220"/>
                </a:lnTo>
                <a:lnTo>
                  <a:pt x="35742" y="237489"/>
                </a:lnTo>
                <a:close/>
              </a:path>
              <a:path w="467359" h="400050">
                <a:moveTo>
                  <a:pt x="435517" y="239022"/>
                </a:moveTo>
                <a:lnTo>
                  <a:pt x="435522" y="238760"/>
                </a:lnTo>
                <a:lnTo>
                  <a:pt x="435517" y="239022"/>
                </a:lnTo>
                <a:close/>
              </a:path>
              <a:path w="467359" h="400050">
                <a:moveTo>
                  <a:pt x="466045" y="256539"/>
                </a:moveTo>
                <a:lnTo>
                  <a:pt x="434136" y="256539"/>
                </a:lnTo>
                <a:lnTo>
                  <a:pt x="435038" y="247650"/>
                </a:lnTo>
                <a:lnTo>
                  <a:pt x="435517" y="239022"/>
                </a:lnTo>
                <a:lnTo>
                  <a:pt x="435495" y="240029"/>
                </a:lnTo>
                <a:lnTo>
                  <a:pt x="467258" y="240029"/>
                </a:lnTo>
                <a:lnTo>
                  <a:pt x="467149" y="242570"/>
                </a:lnTo>
                <a:lnTo>
                  <a:pt x="466648" y="250189"/>
                </a:lnTo>
                <a:lnTo>
                  <a:pt x="466045" y="256539"/>
                </a:lnTo>
                <a:close/>
              </a:path>
              <a:path w="467359" h="400050">
                <a:moveTo>
                  <a:pt x="37094" y="255270"/>
                </a:moveTo>
                <a:lnTo>
                  <a:pt x="36931" y="254000"/>
                </a:lnTo>
                <a:lnTo>
                  <a:pt x="37094" y="255270"/>
                </a:lnTo>
                <a:close/>
              </a:path>
              <a:path w="467359" h="400050">
                <a:moveTo>
                  <a:pt x="462031" y="280670"/>
                </a:moveTo>
                <a:lnTo>
                  <a:pt x="429666" y="280670"/>
                </a:lnTo>
                <a:lnTo>
                  <a:pt x="431596" y="271779"/>
                </a:lnTo>
                <a:lnTo>
                  <a:pt x="433057" y="264160"/>
                </a:lnTo>
                <a:lnTo>
                  <a:pt x="434213" y="255270"/>
                </a:lnTo>
                <a:lnTo>
                  <a:pt x="434136" y="256539"/>
                </a:lnTo>
                <a:lnTo>
                  <a:pt x="466045" y="256539"/>
                </a:lnTo>
                <a:lnTo>
                  <a:pt x="465683" y="260350"/>
                </a:lnTo>
                <a:lnTo>
                  <a:pt x="464337" y="269239"/>
                </a:lnTo>
                <a:lnTo>
                  <a:pt x="462622" y="278129"/>
                </a:lnTo>
                <a:lnTo>
                  <a:pt x="462031" y="280670"/>
                </a:lnTo>
                <a:close/>
              </a:path>
              <a:path w="467359" h="400050">
                <a:moveTo>
                  <a:pt x="38813" y="266700"/>
                </a:moveTo>
                <a:lnTo>
                  <a:pt x="38671" y="266700"/>
                </a:lnTo>
                <a:lnTo>
                  <a:pt x="38582" y="265429"/>
                </a:lnTo>
                <a:lnTo>
                  <a:pt x="38813" y="266700"/>
                </a:lnTo>
                <a:close/>
              </a:path>
              <a:path w="467359" h="400050">
                <a:moveTo>
                  <a:pt x="460206" y="288289"/>
                </a:moveTo>
                <a:lnTo>
                  <a:pt x="427570" y="288289"/>
                </a:lnTo>
                <a:lnTo>
                  <a:pt x="429831" y="279400"/>
                </a:lnTo>
                <a:lnTo>
                  <a:pt x="429666" y="280670"/>
                </a:lnTo>
                <a:lnTo>
                  <a:pt x="462031" y="280670"/>
                </a:lnTo>
                <a:lnTo>
                  <a:pt x="460552" y="287020"/>
                </a:lnTo>
                <a:lnTo>
                  <a:pt x="460206" y="288289"/>
                </a:lnTo>
                <a:close/>
              </a:path>
              <a:path w="467359" h="400050">
                <a:moveTo>
                  <a:pt x="42572" y="283210"/>
                </a:moveTo>
                <a:lnTo>
                  <a:pt x="42367" y="283210"/>
                </a:lnTo>
                <a:lnTo>
                  <a:pt x="42240" y="281939"/>
                </a:lnTo>
                <a:lnTo>
                  <a:pt x="42572" y="283210"/>
                </a:lnTo>
                <a:close/>
              </a:path>
              <a:path w="467359" h="400050">
                <a:moveTo>
                  <a:pt x="458127" y="295910"/>
                </a:moveTo>
                <a:lnTo>
                  <a:pt x="425170" y="295910"/>
                </a:lnTo>
                <a:lnTo>
                  <a:pt x="427748" y="287020"/>
                </a:lnTo>
                <a:lnTo>
                  <a:pt x="427570" y="288289"/>
                </a:lnTo>
                <a:lnTo>
                  <a:pt x="460206" y="288289"/>
                </a:lnTo>
                <a:lnTo>
                  <a:pt x="458127" y="295910"/>
                </a:lnTo>
                <a:close/>
              </a:path>
              <a:path w="467359" h="400050">
                <a:moveTo>
                  <a:pt x="450790" y="317500"/>
                </a:moveTo>
                <a:lnTo>
                  <a:pt x="416267" y="317500"/>
                </a:lnTo>
                <a:lnTo>
                  <a:pt x="419760" y="309879"/>
                </a:lnTo>
                <a:lnTo>
                  <a:pt x="419519" y="309879"/>
                </a:lnTo>
                <a:lnTo>
                  <a:pt x="422719" y="302260"/>
                </a:lnTo>
                <a:lnTo>
                  <a:pt x="422490" y="302260"/>
                </a:lnTo>
                <a:lnTo>
                  <a:pt x="425373" y="294639"/>
                </a:lnTo>
                <a:lnTo>
                  <a:pt x="425170" y="295910"/>
                </a:lnTo>
                <a:lnTo>
                  <a:pt x="458127" y="295910"/>
                </a:lnTo>
                <a:lnTo>
                  <a:pt x="455371" y="304800"/>
                </a:lnTo>
                <a:lnTo>
                  <a:pt x="452259" y="313689"/>
                </a:lnTo>
                <a:lnTo>
                  <a:pt x="450790" y="317500"/>
                </a:lnTo>
                <a:close/>
              </a:path>
              <a:path w="467359" h="400050">
                <a:moveTo>
                  <a:pt x="83733" y="347979"/>
                </a:moveTo>
                <a:lnTo>
                  <a:pt x="73393" y="347979"/>
                </a:lnTo>
                <a:lnTo>
                  <a:pt x="67295" y="338723"/>
                </a:lnTo>
                <a:lnTo>
                  <a:pt x="67221" y="298450"/>
                </a:lnTo>
                <a:lnTo>
                  <a:pt x="83733" y="347979"/>
                </a:lnTo>
                <a:close/>
              </a:path>
              <a:path w="467359" h="400050">
                <a:moveTo>
                  <a:pt x="49682" y="304800"/>
                </a:moveTo>
                <a:lnTo>
                  <a:pt x="49390" y="304800"/>
                </a:lnTo>
                <a:lnTo>
                  <a:pt x="49225" y="303529"/>
                </a:lnTo>
                <a:lnTo>
                  <a:pt x="49682" y="304800"/>
                </a:lnTo>
                <a:close/>
              </a:path>
              <a:path w="467359" h="400050">
                <a:moveTo>
                  <a:pt x="51818" y="309879"/>
                </a:moveTo>
                <a:lnTo>
                  <a:pt x="51511" y="309879"/>
                </a:lnTo>
                <a:lnTo>
                  <a:pt x="51333" y="308610"/>
                </a:lnTo>
                <a:lnTo>
                  <a:pt x="51818" y="309879"/>
                </a:lnTo>
                <a:close/>
              </a:path>
              <a:path w="467359" h="400050">
                <a:moveTo>
                  <a:pt x="54096" y="314960"/>
                </a:moveTo>
                <a:lnTo>
                  <a:pt x="53759" y="314960"/>
                </a:lnTo>
                <a:lnTo>
                  <a:pt x="53581" y="313689"/>
                </a:lnTo>
                <a:lnTo>
                  <a:pt x="54096" y="314960"/>
                </a:lnTo>
                <a:close/>
              </a:path>
              <a:path w="467359" h="400050">
                <a:moveTo>
                  <a:pt x="444503" y="331470"/>
                </a:moveTo>
                <a:lnTo>
                  <a:pt x="408978" y="331470"/>
                </a:lnTo>
                <a:lnTo>
                  <a:pt x="413042" y="323850"/>
                </a:lnTo>
                <a:lnTo>
                  <a:pt x="412762" y="323850"/>
                </a:lnTo>
                <a:lnTo>
                  <a:pt x="416547" y="316229"/>
                </a:lnTo>
                <a:lnTo>
                  <a:pt x="416267" y="317500"/>
                </a:lnTo>
                <a:lnTo>
                  <a:pt x="450790" y="317500"/>
                </a:lnTo>
                <a:lnTo>
                  <a:pt x="448830" y="322579"/>
                </a:lnTo>
                <a:lnTo>
                  <a:pt x="445084" y="330200"/>
                </a:lnTo>
                <a:lnTo>
                  <a:pt x="444503" y="331470"/>
                </a:lnTo>
                <a:close/>
              </a:path>
              <a:path w="467359" h="400050">
                <a:moveTo>
                  <a:pt x="56502" y="320039"/>
                </a:moveTo>
                <a:lnTo>
                  <a:pt x="56159" y="320039"/>
                </a:lnTo>
                <a:lnTo>
                  <a:pt x="55956" y="318770"/>
                </a:lnTo>
                <a:lnTo>
                  <a:pt x="56502" y="320039"/>
                </a:lnTo>
                <a:close/>
              </a:path>
              <a:path w="467359" h="400050">
                <a:moveTo>
                  <a:pt x="59197" y="325120"/>
                </a:moveTo>
                <a:lnTo>
                  <a:pt x="58686" y="325120"/>
                </a:lnTo>
                <a:lnTo>
                  <a:pt x="58483" y="323850"/>
                </a:lnTo>
                <a:lnTo>
                  <a:pt x="59197" y="325120"/>
                </a:lnTo>
                <a:close/>
              </a:path>
              <a:path w="467359" h="400050">
                <a:moveTo>
                  <a:pt x="421970" y="369570"/>
                </a:moveTo>
                <a:lnTo>
                  <a:pt x="396125" y="350520"/>
                </a:lnTo>
                <a:lnTo>
                  <a:pt x="401002" y="344170"/>
                </a:lnTo>
                <a:lnTo>
                  <a:pt x="400659" y="344170"/>
                </a:lnTo>
                <a:lnTo>
                  <a:pt x="405269" y="337820"/>
                </a:lnTo>
                <a:lnTo>
                  <a:pt x="404939" y="337820"/>
                </a:lnTo>
                <a:lnTo>
                  <a:pt x="409282" y="330200"/>
                </a:lnTo>
                <a:lnTo>
                  <a:pt x="408978" y="331470"/>
                </a:lnTo>
                <a:lnTo>
                  <a:pt x="444503" y="331470"/>
                </a:lnTo>
                <a:lnTo>
                  <a:pt x="441020" y="339089"/>
                </a:lnTo>
                <a:lnTo>
                  <a:pt x="436651" y="346710"/>
                </a:lnTo>
                <a:lnTo>
                  <a:pt x="431990" y="354329"/>
                </a:lnTo>
                <a:lnTo>
                  <a:pt x="427024" y="361950"/>
                </a:lnTo>
                <a:lnTo>
                  <a:pt x="421970" y="369570"/>
                </a:lnTo>
                <a:close/>
              </a:path>
              <a:path w="467359" h="400050">
                <a:moveTo>
                  <a:pt x="67296" y="339089"/>
                </a:moveTo>
                <a:lnTo>
                  <a:pt x="67056" y="339089"/>
                </a:lnTo>
                <a:lnTo>
                  <a:pt x="66700" y="337820"/>
                </a:lnTo>
                <a:lnTo>
                  <a:pt x="67295" y="338723"/>
                </a:lnTo>
                <a:lnTo>
                  <a:pt x="67296" y="339089"/>
                </a:lnTo>
                <a:close/>
              </a:path>
              <a:path w="467359" h="400050">
                <a:moveTo>
                  <a:pt x="84734" y="367029"/>
                </a:moveTo>
                <a:lnTo>
                  <a:pt x="67348" y="367029"/>
                </a:lnTo>
                <a:lnTo>
                  <a:pt x="67295" y="338723"/>
                </a:lnTo>
                <a:lnTo>
                  <a:pt x="72556" y="346710"/>
                </a:lnTo>
                <a:lnTo>
                  <a:pt x="72186" y="346710"/>
                </a:lnTo>
                <a:lnTo>
                  <a:pt x="87718" y="364489"/>
                </a:lnTo>
                <a:lnTo>
                  <a:pt x="84734" y="367029"/>
                </a:lnTo>
                <a:close/>
              </a:path>
              <a:path w="467359" h="400050">
                <a:moveTo>
                  <a:pt x="96011" y="384810"/>
                </a:moveTo>
                <a:lnTo>
                  <a:pt x="63842" y="384810"/>
                </a:lnTo>
                <a:lnTo>
                  <a:pt x="87718" y="364489"/>
                </a:lnTo>
                <a:lnTo>
                  <a:pt x="72186" y="346710"/>
                </a:lnTo>
                <a:lnTo>
                  <a:pt x="73393" y="347979"/>
                </a:lnTo>
                <a:lnTo>
                  <a:pt x="83733" y="347979"/>
                </a:lnTo>
                <a:lnTo>
                  <a:pt x="96011" y="384810"/>
                </a:lnTo>
                <a:close/>
              </a:path>
              <a:path w="467359" h="400050">
                <a:moveTo>
                  <a:pt x="73393" y="347979"/>
                </a:moveTo>
                <a:lnTo>
                  <a:pt x="72186" y="346710"/>
                </a:lnTo>
                <a:lnTo>
                  <a:pt x="72556" y="346710"/>
                </a:lnTo>
                <a:lnTo>
                  <a:pt x="73393" y="347979"/>
                </a:lnTo>
                <a:close/>
              </a:path>
              <a:path w="467359" h="400050">
                <a:moveTo>
                  <a:pt x="101091" y="400050"/>
                </a:moveTo>
                <a:lnTo>
                  <a:pt x="0" y="367029"/>
                </a:lnTo>
                <a:lnTo>
                  <a:pt x="47663" y="367029"/>
                </a:lnTo>
                <a:lnTo>
                  <a:pt x="63842" y="384810"/>
                </a:lnTo>
                <a:lnTo>
                  <a:pt x="96011" y="384810"/>
                </a:lnTo>
                <a:lnTo>
                  <a:pt x="101091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84571" y="2537028"/>
            <a:ext cx="2349550" cy="8952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43002" y="2939122"/>
            <a:ext cx="94805" cy="267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968962" y="3028657"/>
            <a:ext cx="125869" cy="2397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31421" y="3020720"/>
            <a:ext cx="255130" cy="3805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85267" y="2935312"/>
            <a:ext cx="95580" cy="2717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41629" y="3012617"/>
            <a:ext cx="121488" cy="2287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61276" y="3020720"/>
            <a:ext cx="236194" cy="3499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22378" y="3239833"/>
            <a:ext cx="1426984" cy="18346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50219" y="2746984"/>
            <a:ext cx="1680781" cy="282360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33188" y="4409681"/>
            <a:ext cx="278422" cy="26310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39660" y="2746984"/>
            <a:ext cx="1680781" cy="282360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079892" y="4404474"/>
            <a:ext cx="200545" cy="26847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023048" y="3563835"/>
            <a:ext cx="508444" cy="50977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229119" y="4252518"/>
            <a:ext cx="530009" cy="50977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797893" y="3411588"/>
            <a:ext cx="490220" cy="47204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964923" y="4261688"/>
            <a:ext cx="470420" cy="4720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205764" y="4394682"/>
            <a:ext cx="696163" cy="11197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492369" y="4016679"/>
            <a:ext cx="696163" cy="11197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862015" y="3213100"/>
            <a:ext cx="490220" cy="47204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739053" y="3591102"/>
            <a:ext cx="490220" cy="47204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926163" y="3015881"/>
            <a:ext cx="490220" cy="47204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369420" y="4394682"/>
            <a:ext cx="696163" cy="11197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428221" y="4213898"/>
            <a:ext cx="696163" cy="11197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556605" y="3822877"/>
            <a:ext cx="696163" cy="11197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900775" y="4458906"/>
            <a:ext cx="470420" cy="4720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95629" y="4643526"/>
            <a:ext cx="530009" cy="50977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041972" y="4827739"/>
            <a:ext cx="530009" cy="50977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164971" y="4449736"/>
            <a:ext cx="530009" cy="50977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390904" y="3819461"/>
            <a:ext cx="696163" cy="11197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262609" y="4213898"/>
            <a:ext cx="696163" cy="11197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326756" y="4016679"/>
            <a:ext cx="696163" cy="11197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146632" y="3181667"/>
            <a:ext cx="508444" cy="50977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083602" y="3385286"/>
            <a:ext cx="508444" cy="50977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210538" y="2984449"/>
            <a:ext cx="508444" cy="50977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836602" y="4655070"/>
            <a:ext cx="470420" cy="47205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772086" y="4836934"/>
            <a:ext cx="470420" cy="47204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973610" y="3725494"/>
            <a:ext cx="1753196" cy="13488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736742" y="3723271"/>
            <a:ext cx="355866" cy="85985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370991" y="3731348"/>
            <a:ext cx="355866" cy="85985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736844" y="4455807"/>
            <a:ext cx="1753196" cy="13488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822645" y="4429366"/>
            <a:ext cx="1591589" cy="15674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820193" y="3727361"/>
            <a:ext cx="307378" cy="84847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336535" y="3735425"/>
            <a:ext cx="307378" cy="84847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952655" y="3704666"/>
            <a:ext cx="1792325" cy="7946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958776" y="3811104"/>
            <a:ext cx="1792325" cy="7946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718187" y="4429442"/>
            <a:ext cx="1792325" cy="7946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723559" y="4534243"/>
            <a:ext cx="1792325" cy="7946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720143" y="3706304"/>
            <a:ext cx="410273" cy="80166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328814" y="3707244"/>
            <a:ext cx="410273" cy="80166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722530" y="3811104"/>
            <a:ext cx="410273" cy="80166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333310" y="3812044"/>
            <a:ext cx="410273" cy="80166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040793" y="3735704"/>
            <a:ext cx="1591589" cy="156743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500355" y="3506774"/>
            <a:ext cx="482498" cy="125637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515633" y="2615577"/>
            <a:ext cx="102514" cy="202297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561658" y="4577359"/>
            <a:ext cx="102514" cy="2022970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974016" y="3826344"/>
            <a:ext cx="1761845" cy="4898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5751982" y="3738511"/>
            <a:ext cx="325386" cy="829373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749213" y="4492206"/>
            <a:ext cx="87287" cy="7896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037618" y="3255073"/>
            <a:ext cx="1396504" cy="180413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037618" y="3912463"/>
            <a:ext cx="1182674" cy="114674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564911" y="3838117"/>
            <a:ext cx="673328" cy="84518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056033" y="3750945"/>
            <a:ext cx="1561109" cy="126263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835434" y="3742601"/>
            <a:ext cx="276898" cy="817994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241590" y="4267758"/>
            <a:ext cx="502920" cy="48351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837885" y="4444606"/>
            <a:ext cx="1561109" cy="12626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988849" y="3740734"/>
            <a:ext cx="1722716" cy="10440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986081" y="3762908"/>
            <a:ext cx="1720735" cy="87287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738799" y="4276928"/>
            <a:ext cx="1941563" cy="66741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351776" y="3750665"/>
            <a:ext cx="276898" cy="81799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108101" y="4658766"/>
            <a:ext cx="502920" cy="487692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900775" y="4474146"/>
            <a:ext cx="465518" cy="441972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348549" y="3827284"/>
            <a:ext cx="379793" cy="771182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737771" y="3826344"/>
            <a:ext cx="379793" cy="771182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967895" y="3719906"/>
            <a:ext cx="1761845" cy="4898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504840" y="4031919"/>
            <a:ext cx="669175" cy="84518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515595" y="3522014"/>
            <a:ext cx="452018" cy="1225892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515595" y="4672457"/>
            <a:ext cx="77812" cy="75450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399223" y="3834701"/>
            <a:ext cx="673328" cy="84518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335075" y="4031919"/>
            <a:ext cx="673328" cy="84518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5436527" y="4229137"/>
            <a:ext cx="673328" cy="84518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270915" y="4229137"/>
            <a:ext cx="673328" cy="84518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386231" y="3746588"/>
            <a:ext cx="325386" cy="829373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7383462" y="4500283"/>
            <a:ext cx="87287" cy="78968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934468" y="3031121"/>
            <a:ext cx="466674" cy="446112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377726" y="4409922"/>
            <a:ext cx="673328" cy="84518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7214069" y="4409922"/>
            <a:ext cx="673328" cy="84518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523952" y="2630817"/>
            <a:ext cx="78968" cy="1996439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752084" y="4471047"/>
            <a:ext cx="1722716" cy="104406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5749315" y="4497374"/>
            <a:ext cx="1720735" cy="83121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874473" y="3228339"/>
            <a:ext cx="465518" cy="446112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7210538" y="2999689"/>
            <a:ext cx="502920" cy="483527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7146632" y="3196907"/>
            <a:ext cx="511238" cy="487692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7161872" y="3204794"/>
            <a:ext cx="475399" cy="471411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733427" y="3722484"/>
            <a:ext cx="1990420" cy="771182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7083602" y="3400526"/>
            <a:ext cx="507072" cy="483527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836602" y="4670323"/>
            <a:ext cx="465518" cy="446112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6569976" y="4592599"/>
            <a:ext cx="78968" cy="1996440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5735383" y="3721544"/>
            <a:ext cx="379793" cy="771182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7023048" y="3579075"/>
            <a:ext cx="502920" cy="487679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772086" y="4852174"/>
            <a:ext cx="465518" cy="441947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7054443" y="4842979"/>
            <a:ext cx="502920" cy="479361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5747372" y="3606342"/>
            <a:ext cx="466661" cy="446112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806198" y="3426828"/>
            <a:ext cx="466674" cy="441960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4565459" y="2762224"/>
            <a:ext cx="1650301" cy="2793123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4565459" y="3518243"/>
            <a:ext cx="1404404" cy="2037105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4945659" y="4417999"/>
            <a:ext cx="2281847" cy="2306777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7254900" y="2762224"/>
            <a:ext cx="1650301" cy="2793123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7254900" y="3518243"/>
            <a:ext cx="1404391" cy="2037105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8092363" y="4412792"/>
            <a:ext cx="2207031" cy="2310942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5399811" y="2552268"/>
            <a:ext cx="2319070" cy="864793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5639727" y="3033179"/>
            <a:ext cx="2265222" cy="2419007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5981433" y="3041129"/>
            <a:ext cx="2132215" cy="2277681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6255473" y="2951594"/>
            <a:ext cx="2098967" cy="2306777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6542963" y="2798216"/>
            <a:ext cx="2065718" cy="2460561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7273747" y="3033179"/>
            <a:ext cx="2240279" cy="2385758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6797738" y="2947771"/>
            <a:ext cx="2098967" cy="2310942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7054100" y="3025076"/>
            <a:ext cx="2128062" cy="2265222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3665804" y="2009222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3102864" y="1738883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3302508" y="1962911"/>
            <a:ext cx="245745" cy="245745"/>
          </a:xfrm>
          <a:custGeom>
            <a:avLst/>
            <a:gdLst/>
            <a:ahLst/>
            <a:cxnLst/>
            <a:rect l="l" t="t" r="r" b="b"/>
            <a:pathLst>
              <a:path w="245745" h="245744">
                <a:moveTo>
                  <a:pt x="0" y="0"/>
                </a:moveTo>
                <a:lnTo>
                  <a:pt x="245363" y="0"/>
                </a:lnTo>
                <a:lnTo>
                  <a:pt x="245363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 txBox="1"/>
          <p:nvPr/>
        </p:nvSpPr>
        <p:spPr>
          <a:xfrm>
            <a:off x="3744569" y="1364767"/>
            <a:ext cx="421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3251873" y="2215210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6365849" y="4302734"/>
            <a:ext cx="467359" cy="400050"/>
          </a:xfrm>
          <a:custGeom>
            <a:avLst/>
            <a:gdLst/>
            <a:ahLst/>
            <a:cxnLst/>
            <a:rect l="l" t="t" r="r" b="b"/>
            <a:pathLst>
              <a:path w="467359" h="400050">
                <a:moveTo>
                  <a:pt x="63842" y="384810"/>
                </a:moveTo>
                <a:lnTo>
                  <a:pt x="47663" y="367029"/>
                </a:lnTo>
                <a:lnTo>
                  <a:pt x="40233" y="355600"/>
                </a:lnTo>
                <a:lnTo>
                  <a:pt x="36804" y="350520"/>
                </a:lnTo>
                <a:lnTo>
                  <a:pt x="33578" y="344170"/>
                </a:lnTo>
                <a:lnTo>
                  <a:pt x="30492" y="339089"/>
                </a:lnTo>
                <a:lnTo>
                  <a:pt x="27571" y="334010"/>
                </a:lnTo>
                <a:lnTo>
                  <a:pt x="24803" y="327660"/>
                </a:lnTo>
                <a:lnTo>
                  <a:pt x="22186" y="321310"/>
                </a:lnTo>
                <a:lnTo>
                  <a:pt x="19748" y="316229"/>
                </a:lnTo>
                <a:lnTo>
                  <a:pt x="8597" y="278129"/>
                </a:lnTo>
                <a:lnTo>
                  <a:pt x="4051" y="240029"/>
                </a:lnTo>
                <a:lnTo>
                  <a:pt x="3924" y="224789"/>
                </a:lnTo>
                <a:lnTo>
                  <a:pt x="4152" y="219710"/>
                </a:lnTo>
                <a:lnTo>
                  <a:pt x="11150" y="172720"/>
                </a:lnTo>
                <a:lnTo>
                  <a:pt x="26720" y="130810"/>
                </a:lnTo>
                <a:lnTo>
                  <a:pt x="49911" y="92710"/>
                </a:lnTo>
                <a:lnTo>
                  <a:pt x="79781" y="59689"/>
                </a:lnTo>
                <a:lnTo>
                  <a:pt x="115443" y="33020"/>
                </a:lnTo>
                <a:lnTo>
                  <a:pt x="155943" y="13970"/>
                </a:lnTo>
                <a:lnTo>
                  <a:pt x="200266" y="2539"/>
                </a:lnTo>
                <a:lnTo>
                  <a:pt x="211962" y="0"/>
                </a:lnTo>
                <a:lnTo>
                  <a:pt x="259321" y="0"/>
                </a:lnTo>
                <a:lnTo>
                  <a:pt x="271017" y="2539"/>
                </a:lnTo>
                <a:lnTo>
                  <a:pt x="282333" y="3810"/>
                </a:lnTo>
                <a:lnTo>
                  <a:pt x="325869" y="17779"/>
                </a:lnTo>
                <a:lnTo>
                  <a:pt x="353415" y="31750"/>
                </a:lnTo>
                <a:lnTo>
                  <a:pt x="215366" y="31750"/>
                </a:lnTo>
                <a:lnTo>
                  <a:pt x="209943" y="33020"/>
                </a:lnTo>
                <a:lnTo>
                  <a:pt x="205549" y="33020"/>
                </a:lnTo>
                <a:lnTo>
                  <a:pt x="194919" y="35560"/>
                </a:lnTo>
                <a:lnTo>
                  <a:pt x="195694" y="35560"/>
                </a:lnTo>
                <a:lnTo>
                  <a:pt x="190474" y="36829"/>
                </a:lnTo>
                <a:lnTo>
                  <a:pt x="186016" y="36829"/>
                </a:lnTo>
                <a:lnTo>
                  <a:pt x="179184" y="39370"/>
                </a:lnTo>
                <a:lnTo>
                  <a:pt x="176530" y="39370"/>
                </a:lnTo>
                <a:lnTo>
                  <a:pt x="166496" y="43179"/>
                </a:lnTo>
                <a:lnTo>
                  <a:pt x="167233" y="43179"/>
                </a:lnTo>
                <a:lnTo>
                  <a:pt x="157416" y="46989"/>
                </a:lnTo>
                <a:lnTo>
                  <a:pt x="158140" y="46989"/>
                </a:lnTo>
                <a:lnTo>
                  <a:pt x="148577" y="50800"/>
                </a:lnTo>
                <a:lnTo>
                  <a:pt x="149275" y="50800"/>
                </a:lnTo>
                <a:lnTo>
                  <a:pt x="142293" y="54610"/>
                </a:lnTo>
                <a:lnTo>
                  <a:pt x="140639" y="54610"/>
                </a:lnTo>
                <a:lnTo>
                  <a:pt x="131597" y="59689"/>
                </a:lnTo>
                <a:lnTo>
                  <a:pt x="132245" y="59689"/>
                </a:lnTo>
                <a:lnTo>
                  <a:pt x="125244" y="64770"/>
                </a:lnTo>
                <a:lnTo>
                  <a:pt x="124129" y="64770"/>
                </a:lnTo>
                <a:lnTo>
                  <a:pt x="115658" y="71120"/>
                </a:lnTo>
                <a:lnTo>
                  <a:pt x="116268" y="71120"/>
                </a:lnTo>
                <a:lnTo>
                  <a:pt x="109745" y="76200"/>
                </a:lnTo>
                <a:lnTo>
                  <a:pt x="108699" y="76200"/>
                </a:lnTo>
                <a:lnTo>
                  <a:pt x="102169" y="82550"/>
                </a:lnTo>
                <a:lnTo>
                  <a:pt x="101422" y="82550"/>
                </a:lnTo>
                <a:lnTo>
                  <a:pt x="95178" y="88900"/>
                </a:lnTo>
                <a:lnTo>
                  <a:pt x="94462" y="88900"/>
                </a:lnTo>
                <a:lnTo>
                  <a:pt x="87312" y="96520"/>
                </a:lnTo>
                <a:lnTo>
                  <a:pt x="87820" y="96520"/>
                </a:lnTo>
                <a:lnTo>
                  <a:pt x="81038" y="104139"/>
                </a:lnTo>
                <a:lnTo>
                  <a:pt x="81521" y="104139"/>
                </a:lnTo>
                <a:lnTo>
                  <a:pt x="75107" y="111760"/>
                </a:lnTo>
                <a:lnTo>
                  <a:pt x="75564" y="111760"/>
                </a:lnTo>
                <a:lnTo>
                  <a:pt x="69545" y="119379"/>
                </a:lnTo>
                <a:lnTo>
                  <a:pt x="69964" y="119379"/>
                </a:lnTo>
                <a:lnTo>
                  <a:pt x="65152" y="127000"/>
                </a:lnTo>
                <a:lnTo>
                  <a:pt x="64744" y="127000"/>
                </a:lnTo>
                <a:lnTo>
                  <a:pt x="59550" y="135889"/>
                </a:lnTo>
                <a:lnTo>
                  <a:pt x="59918" y="135889"/>
                </a:lnTo>
                <a:lnTo>
                  <a:pt x="55836" y="143510"/>
                </a:lnTo>
                <a:lnTo>
                  <a:pt x="55486" y="143510"/>
                </a:lnTo>
                <a:lnTo>
                  <a:pt x="51708" y="152400"/>
                </a:lnTo>
                <a:lnTo>
                  <a:pt x="51460" y="152400"/>
                </a:lnTo>
                <a:lnTo>
                  <a:pt x="47599" y="162560"/>
                </a:lnTo>
                <a:lnTo>
                  <a:pt x="47866" y="162560"/>
                </a:lnTo>
                <a:lnTo>
                  <a:pt x="44475" y="171450"/>
                </a:lnTo>
                <a:lnTo>
                  <a:pt x="44703" y="171450"/>
                </a:lnTo>
                <a:lnTo>
                  <a:pt x="42159" y="180339"/>
                </a:lnTo>
                <a:lnTo>
                  <a:pt x="41998" y="180339"/>
                </a:lnTo>
                <a:lnTo>
                  <a:pt x="39854" y="190500"/>
                </a:lnTo>
                <a:lnTo>
                  <a:pt x="37846" y="200660"/>
                </a:lnTo>
                <a:lnTo>
                  <a:pt x="37185" y="205739"/>
                </a:lnTo>
                <a:lnTo>
                  <a:pt x="36614" y="210820"/>
                </a:lnTo>
                <a:lnTo>
                  <a:pt x="36169" y="215900"/>
                </a:lnTo>
                <a:lnTo>
                  <a:pt x="35941" y="219710"/>
                </a:lnTo>
                <a:lnTo>
                  <a:pt x="35674" y="226060"/>
                </a:lnTo>
                <a:lnTo>
                  <a:pt x="35740" y="237489"/>
                </a:lnTo>
                <a:lnTo>
                  <a:pt x="35928" y="242570"/>
                </a:lnTo>
                <a:lnTo>
                  <a:pt x="36294" y="247650"/>
                </a:lnTo>
                <a:lnTo>
                  <a:pt x="36347" y="248920"/>
                </a:lnTo>
                <a:lnTo>
                  <a:pt x="36982" y="255270"/>
                </a:lnTo>
                <a:lnTo>
                  <a:pt x="37744" y="260350"/>
                </a:lnTo>
                <a:lnTo>
                  <a:pt x="38658" y="266700"/>
                </a:lnTo>
                <a:lnTo>
                  <a:pt x="38813" y="266700"/>
                </a:lnTo>
                <a:lnTo>
                  <a:pt x="39738" y="271779"/>
                </a:lnTo>
                <a:lnTo>
                  <a:pt x="40970" y="276860"/>
                </a:lnTo>
                <a:lnTo>
                  <a:pt x="42354" y="283210"/>
                </a:lnTo>
                <a:lnTo>
                  <a:pt x="42570" y="283210"/>
                </a:lnTo>
                <a:lnTo>
                  <a:pt x="43891" y="288289"/>
                </a:lnTo>
                <a:lnTo>
                  <a:pt x="45580" y="293370"/>
                </a:lnTo>
                <a:lnTo>
                  <a:pt x="45440" y="293370"/>
                </a:lnTo>
                <a:lnTo>
                  <a:pt x="47409" y="298450"/>
                </a:lnTo>
                <a:lnTo>
                  <a:pt x="47256" y="298450"/>
                </a:lnTo>
                <a:lnTo>
                  <a:pt x="49390" y="304800"/>
                </a:lnTo>
                <a:lnTo>
                  <a:pt x="49679" y="304800"/>
                </a:lnTo>
                <a:lnTo>
                  <a:pt x="51498" y="309879"/>
                </a:lnTo>
                <a:lnTo>
                  <a:pt x="51818" y="309879"/>
                </a:lnTo>
                <a:lnTo>
                  <a:pt x="53759" y="314960"/>
                </a:lnTo>
                <a:lnTo>
                  <a:pt x="54096" y="314960"/>
                </a:lnTo>
                <a:lnTo>
                  <a:pt x="56159" y="320039"/>
                </a:lnTo>
                <a:lnTo>
                  <a:pt x="56502" y="320039"/>
                </a:lnTo>
                <a:lnTo>
                  <a:pt x="58686" y="325120"/>
                </a:lnTo>
                <a:lnTo>
                  <a:pt x="59188" y="325120"/>
                </a:lnTo>
                <a:lnTo>
                  <a:pt x="61340" y="328929"/>
                </a:lnTo>
                <a:lnTo>
                  <a:pt x="61125" y="328929"/>
                </a:lnTo>
                <a:lnTo>
                  <a:pt x="64135" y="334010"/>
                </a:lnTo>
                <a:lnTo>
                  <a:pt x="63906" y="334010"/>
                </a:lnTo>
                <a:lnTo>
                  <a:pt x="67056" y="339089"/>
                </a:lnTo>
                <a:lnTo>
                  <a:pt x="67291" y="339089"/>
                </a:lnTo>
                <a:lnTo>
                  <a:pt x="67348" y="367029"/>
                </a:lnTo>
                <a:lnTo>
                  <a:pt x="84734" y="367029"/>
                </a:lnTo>
                <a:lnTo>
                  <a:pt x="63842" y="384810"/>
                </a:lnTo>
                <a:close/>
              </a:path>
              <a:path w="467359" h="400050">
                <a:moveTo>
                  <a:pt x="286029" y="38100"/>
                </a:moveTo>
                <a:lnTo>
                  <a:pt x="275589" y="35560"/>
                </a:lnTo>
                <a:lnTo>
                  <a:pt x="276364" y="35560"/>
                </a:lnTo>
                <a:lnTo>
                  <a:pt x="265734" y="33020"/>
                </a:lnTo>
                <a:lnTo>
                  <a:pt x="261340" y="33020"/>
                </a:lnTo>
                <a:lnTo>
                  <a:pt x="255917" y="31750"/>
                </a:lnTo>
                <a:lnTo>
                  <a:pt x="353415" y="31750"/>
                </a:lnTo>
                <a:lnTo>
                  <a:pt x="355841" y="33020"/>
                </a:lnTo>
                <a:lnTo>
                  <a:pt x="361487" y="36829"/>
                </a:lnTo>
                <a:lnTo>
                  <a:pt x="285267" y="36829"/>
                </a:lnTo>
                <a:lnTo>
                  <a:pt x="286029" y="38100"/>
                </a:lnTo>
                <a:close/>
              </a:path>
              <a:path w="467359" h="400050">
                <a:moveTo>
                  <a:pt x="185254" y="38100"/>
                </a:moveTo>
                <a:lnTo>
                  <a:pt x="186016" y="36829"/>
                </a:lnTo>
                <a:lnTo>
                  <a:pt x="190474" y="36829"/>
                </a:lnTo>
                <a:lnTo>
                  <a:pt x="185254" y="38100"/>
                </a:lnTo>
                <a:close/>
              </a:path>
              <a:path w="467359" h="400050">
                <a:moveTo>
                  <a:pt x="295516" y="40639"/>
                </a:moveTo>
                <a:lnTo>
                  <a:pt x="285267" y="36829"/>
                </a:lnTo>
                <a:lnTo>
                  <a:pt x="361487" y="36829"/>
                </a:lnTo>
                <a:lnTo>
                  <a:pt x="365252" y="39370"/>
                </a:lnTo>
                <a:lnTo>
                  <a:pt x="294754" y="39370"/>
                </a:lnTo>
                <a:lnTo>
                  <a:pt x="295516" y="40639"/>
                </a:lnTo>
                <a:close/>
              </a:path>
              <a:path w="467359" h="400050">
                <a:moveTo>
                  <a:pt x="175767" y="40639"/>
                </a:moveTo>
                <a:lnTo>
                  <a:pt x="176530" y="39370"/>
                </a:lnTo>
                <a:lnTo>
                  <a:pt x="179184" y="39370"/>
                </a:lnTo>
                <a:lnTo>
                  <a:pt x="175767" y="40639"/>
                </a:lnTo>
                <a:close/>
              </a:path>
              <a:path w="467359" h="400050">
                <a:moveTo>
                  <a:pt x="331317" y="55879"/>
                </a:moveTo>
                <a:lnTo>
                  <a:pt x="322008" y="50800"/>
                </a:lnTo>
                <a:lnTo>
                  <a:pt x="322707" y="50800"/>
                </a:lnTo>
                <a:lnTo>
                  <a:pt x="313143" y="46989"/>
                </a:lnTo>
                <a:lnTo>
                  <a:pt x="313855" y="46989"/>
                </a:lnTo>
                <a:lnTo>
                  <a:pt x="304050" y="43179"/>
                </a:lnTo>
                <a:lnTo>
                  <a:pt x="304787" y="43179"/>
                </a:lnTo>
                <a:lnTo>
                  <a:pt x="294754" y="39370"/>
                </a:lnTo>
                <a:lnTo>
                  <a:pt x="365252" y="39370"/>
                </a:lnTo>
                <a:lnTo>
                  <a:pt x="374332" y="45720"/>
                </a:lnTo>
                <a:lnTo>
                  <a:pt x="383082" y="52070"/>
                </a:lnTo>
                <a:lnTo>
                  <a:pt x="385885" y="54610"/>
                </a:lnTo>
                <a:lnTo>
                  <a:pt x="330644" y="54610"/>
                </a:lnTo>
                <a:lnTo>
                  <a:pt x="331317" y="55879"/>
                </a:lnTo>
                <a:close/>
              </a:path>
              <a:path w="467359" h="400050">
                <a:moveTo>
                  <a:pt x="139966" y="55879"/>
                </a:moveTo>
                <a:lnTo>
                  <a:pt x="140639" y="54610"/>
                </a:lnTo>
                <a:lnTo>
                  <a:pt x="142293" y="54610"/>
                </a:lnTo>
                <a:lnTo>
                  <a:pt x="139966" y="55879"/>
                </a:lnTo>
                <a:close/>
              </a:path>
              <a:path w="467359" h="400050">
                <a:moveTo>
                  <a:pt x="347789" y="66039"/>
                </a:moveTo>
                <a:lnTo>
                  <a:pt x="339026" y="59689"/>
                </a:lnTo>
                <a:lnTo>
                  <a:pt x="339686" y="59689"/>
                </a:lnTo>
                <a:lnTo>
                  <a:pt x="330644" y="54610"/>
                </a:lnTo>
                <a:lnTo>
                  <a:pt x="385885" y="54610"/>
                </a:lnTo>
                <a:lnTo>
                  <a:pt x="391490" y="59689"/>
                </a:lnTo>
                <a:lnTo>
                  <a:pt x="396858" y="64770"/>
                </a:lnTo>
                <a:lnTo>
                  <a:pt x="347154" y="64770"/>
                </a:lnTo>
                <a:lnTo>
                  <a:pt x="347789" y="66039"/>
                </a:lnTo>
                <a:close/>
              </a:path>
              <a:path w="467359" h="400050">
                <a:moveTo>
                  <a:pt x="123494" y="66039"/>
                </a:moveTo>
                <a:lnTo>
                  <a:pt x="124129" y="64770"/>
                </a:lnTo>
                <a:lnTo>
                  <a:pt x="125244" y="64770"/>
                </a:lnTo>
                <a:lnTo>
                  <a:pt x="123494" y="66039"/>
                </a:lnTo>
                <a:close/>
              </a:path>
              <a:path w="467359" h="400050">
                <a:moveTo>
                  <a:pt x="363169" y="77470"/>
                </a:moveTo>
                <a:lnTo>
                  <a:pt x="355015" y="71120"/>
                </a:lnTo>
                <a:lnTo>
                  <a:pt x="355625" y="71120"/>
                </a:lnTo>
                <a:lnTo>
                  <a:pt x="347154" y="64770"/>
                </a:lnTo>
                <a:lnTo>
                  <a:pt x="396858" y="64770"/>
                </a:lnTo>
                <a:lnTo>
                  <a:pt x="399541" y="67310"/>
                </a:lnTo>
                <a:lnTo>
                  <a:pt x="407212" y="74929"/>
                </a:lnTo>
                <a:lnTo>
                  <a:pt x="408254" y="76200"/>
                </a:lnTo>
                <a:lnTo>
                  <a:pt x="362585" y="76200"/>
                </a:lnTo>
                <a:lnTo>
                  <a:pt x="363169" y="77470"/>
                </a:lnTo>
                <a:close/>
              </a:path>
              <a:path w="467359" h="400050">
                <a:moveTo>
                  <a:pt x="108115" y="77470"/>
                </a:moveTo>
                <a:lnTo>
                  <a:pt x="108699" y="76200"/>
                </a:lnTo>
                <a:lnTo>
                  <a:pt x="109745" y="76200"/>
                </a:lnTo>
                <a:lnTo>
                  <a:pt x="108115" y="77470"/>
                </a:lnTo>
                <a:close/>
              </a:path>
              <a:path w="467359" h="400050">
                <a:moveTo>
                  <a:pt x="370420" y="83820"/>
                </a:moveTo>
                <a:lnTo>
                  <a:pt x="362585" y="76200"/>
                </a:lnTo>
                <a:lnTo>
                  <a:pt x="408254" y="76200"/>
                </a:lnTo>
                <a:lnTo>
                  <a:pt x="413461" y="82550"/>
                </a:lnTo>
                <a:lnTo>
                  <a:pt x="369862" y="82550"/>
                </a:lnTo>
                <a:lnTo>
                  <a:pt x="370420" y="83820"/>
                </a:lnTo>
                <a:close/>
              </a:path>
              <a:path w="467359" h="400050">
                <a:moveTo>
                  <a:pt x="100863" y="83820"/>
                </a:moveTo>
                <a:lnTo>
                  <a:pt x="101422" y="82550"/>
                </a:lnTo>
                <a:lnTo>
                  <a:pt x="102169" y="82550"/>
                </a:lnTo>
                <a:lnTo>
                  <a:pt x="100863" y="83820"/>
                </a:lnTo>
                <a:close/>
              </a:path>
              <a:path w="467359" h="400050">
                <a:moveTo>
                  <a:pt x="377355" y="90170"/>
                </a:moveTo>
                <a:lnTo>
                  <a:pt x="369862" y="82550"/>
                </a:lnTo>
                <a:lnTo>
                  <a:pt x="413461" y="82550"/>
                </a:lnTo>
                <a:lnTo>
                  <a:pt x="414502" y="83820"/>
                </a:lnTo>
                <a:lnTo>
                  <a:pt x="418428" y="88900"/>
                </a:lnTo>
                <a:lnTo>
                  <a:pt x="376821" y="88900"/>
                </a:lnTo>
                <a:lnTo>
                  <a:pt x="377355" y="90170"/>
                </a:lnTo>
                <a:close/>
              </a:path>
              <a:path w="467359" h="400050">
                <a:moveTo>
                  <a:pt x="93929" y="90170"/>
                </a:moveTo>
                <a:lnTo>
                  <a:pt x="94462" y="88900"/>
                </a:lnTo>
                <a:lnTo>
                  <a:pt x="95178" y="88900"/>
                </a:lnTo>
                <a:lnTo>
                  <a:pt x="93929" y="90170"/>
                </a:lnTo>
                <a:close/>
              </a:path>
              <a:path w="467359" h="400050">
                <a:moveTo>
                  <a:pt x="406933" y="128270"/>
                </a:moveTo>
                <a:lnTo>
                  <a:pt x="401319" y="119379"/>
                </a:lnTo>
                <a:lnTo>
                  <a:pt x="401739" y="119379"/>
                </a:lnTo>
                <a:lnTo>
                  <a:pt x="395719" y="111760"/>
                </a:lnTo>
                <a:lnTo>
                  <a:pt x="396176" y="111760"/>
                </a:lnTo>
                <a:lnTo>
                  <a:pt x="389763" y="104139"/>
                </a:lnTo>
                <a:lnTo>
                  <a:pt x="390245" y="104139"/>
                </a:lnTo>
                <a:lnTo>
                  <a:pt x="383463" y="96520"/>
                </a:lnTo>
                <a:lnTo>
                  <a:pt x="383971" y="96520"/>
                </a:lnTo>
                <a:lnTo>
                  <a:pt x="376821" y="88900"/>
                </a:lnTo>
                <a:lnTo>
                  <a:pt x="418428" y="88900"/>
                </a:lnTo>
                <a:lnTo>
                  <a:pt x="421373" y="92710"/>
                </a:lnTo>
                <a:lnTo>
                  <a:pt x="427837" y="101600"/>
                </a:lnTo>
                <a:lnTo>
                  <a:pt x="433870" y="110489"/>
                </a:lnTo>
                <a:lnTo>
                  <a:pt x="439445" y="120650"/>
                </a:lnTo>
                <a:lnTo>
                  <a:pt x="442644" y="127000"/>
                </a:lnTo>
                <a:lnTo>
                  <a:pt x="406527" y="127000"/>
                </a:lnTo>
                <a:lnTo>
                  <a:pt x="406933" y="128270"/>
                </a:lnTo>
                <a:close/>
              </a:path>
              <a:path w="467359" h="400050">
                <a:moveTo>
                  <a:pt x="64350" y="128270"/>
                </a:moveTo>
                <a:lnTo>
                  <a:pt x="64744" y="127000"/>
                </a:lnTo>
                <a:lnTo>
                  <a:pt x="65152" y="127000"/>
                </a:lnTo>
                <a:lnTo>
                  <a:pt x="64350" y="128270"/>
                </a:lnTo>
                <a:close/>
              </a:path>
              <a:path w="467359" h="400050">
                <a:moveTo>
                  <a:pt x="416128" y="144779"/>
                </a:moveTo>
                <a:lnTo>
                  <a:pt x="411365" y="135889"/>
                </a:lnTo>
                <a:lnTo>
                  <a:pt x="411734" y="135889"/>
                </a:lnTo>
                <a:lnTo>
                  <a:pt x="406527" y="127000"/>
                </a:lnTo>
                <a:lnTo>
                  <a:pt x="442644" y="127000"/>
                </a:lnTo>
                <a:lnTo>
                  <a:pt x="444563" y="130810"/>
                </a:lnTo>
                <a:lnTo>
                  <a:pt x="449211" y="140970"/>
                </a:lnTo>
                <a:lnTo>
                  <a:pt x="450249" y="143510"/>
                </a:lnTo>
                <a:lnTo>
                  <a:pt x="415798" y="143510"/>
                </a:lnTo>
                <a:lnTo>
                  <a:pt x="416128" y="144779"/>
                </a:lnTo>
                <a:close/>
              </a:path>
              <a:path w="467359" h="400050">
                <a:moveTo>
                  <a:pt x="55156" y="144779"/>
                </a:moveTo>
                <a:lnTo>
                  <a:pt x="55486" y="143510"/>
                </a:lnTo>
                <a:lnTo>
                  <a:pt x="55836" y="143510"/>
                </a:lnTo>
                <a:lnTo>
                  <a:pt x="55156" y="144779"/>
                </a:lnTo>
                <a:close/>
              </a:path>
              <a:path w="467359" h="400050">
                <a:moveTo>
                  <a:pt x="420115" y="153670"/>
                </a:moveTo>
                <a:lnTo>
                  <a:pt x="415798" y="143510"/>
                </a:lnTo>
                <a:lnTo>
                  <a:pt x="450249" y="143510"/>
                </a:lnTo>
                <a:lnTo>
                  <a:pt x="453364" y="151129"/>
                </a:lnTo>
                <a:lnTo>
                  <a:pt x="453769" y="152400"/>
                </a:lnTo>
                <a:lnTo>
                  <a:pt x="419823" y="152400"/>
                </a:lnTo>
                <a:lnTo>
                  <a:pt x="420115" y="153670"/>
                </a:lnTo>
                <a:close/>
              </a:path>
              <a:path w="467359" h="400050">
                <a:moveTo>
                  <a:pt x="51168" y="153670"/>
                </a:moveTo>
                <a:lnTo>
                  <a:pt x="51460" y="152400"/>
                </a:lnTo>
                <a:lnTo>
                  <a:pt x="51708" y="152400"/>
                </a:lnTo>
                <a:lnTo>
                  <a:pt x="51168" y="153670"/>
                </a:lnTo>
                <a:close/>
              </a:path>
              <a:path w="467359" h="400050">
                <a:moveTo>
                  <a:pt x="429488" y="181610"/>
                </a:moveTo>
                <a:lnTo>
                  <a:pt x="426580" y="171450"/>
                </a:lnTo>
                <a:lnTo>
                  <a:pt x="426808" y="171450"/>
                </a:lnTo>
                <a:lnTo>
                  <a:pt x="423417" y="162560"/>
                </a:lnTo>
                <a:lnTo>
                  <a:pt x="423684" y="162560"/>
                </a:lnTo>
                <a:lnTo>
                  <a:pt x="419823" y="152400"/>
                </a:lnTo>
                <a:lnTo>
                  <a:pt x="453769" y="152400"/>
                </a:lnTo>
                <a:lnTo>
                  <a:pt x="457009" y="162560"/>
                </a:lnTo>
                <a:lnTo>
                  <a:pt x="460133" y="172720"/>
                </a:lnTo>
                <a:lnTo>
                  <a:pt x="461860" y="180339"/>
                </a:lnTo>
                <a:lnTo>
                  <a:pt x="429285" y="180339"/>
                </a:lnTo>
                <a:lnTo>
                  <a:pt x="429488" y="181610"/>
                </a:lnTo>
                <a:close/>
              </a:path>
              <a:path w="467359" h="400050">
                <a:moveTo>
                  <a:pt x="41795" y="181610"/>
                </a:moveTo>
                <a:lnTo>
                  <a:pt x="41998" y="180339"/>
                </a:lnTo>
                <a:lnTo>
                  <a:pt x="42159" y="180339"/>
                </a:lnTo>
                <a:lnTo>
                  <a:pt x="41795" y="181610"/>
                </a:lnTo>
                <a:close/>
              </a:path>
              <a:path w="467359" h="400050">
                <a:moveTo>
                  <a:pt x="467258" y="240029"/>
                </a:moveTo>
                <a:lnTo>
                  <a:pt x="435495" y="240029"/>
                </a:lnTo>
                <a:lnTo>
                  <a:pt x="435610" y="226060"/>
                </a:lnTo>
                <a:lnTo>
                  <a:pt x="435343" y="219710"/>
                </a:lnTo>
                <a:lnTo>
                  <a:pt x="435076" y="215900"/>
                </a:lnTo>
                <a:lnTo>
                  <a:pt x="434632" y="210820"/>
                </a:lnTo>
                <a:lnTo>
                  <a:pt x="434047" y="205739"/>
                </a:lnTo>
                <a:lnTo>
                  <a:pt x="433349" y="200660"/>
                </a:lnTo>
                <a:lnTo>
                  <a:pt x="431533" y="190500"/>
                </a:lnTo>
                <a:lnTo>
                  <a:pt x="429285" y="180339"/>
                </a:lnTo>
                <a:lnTo>
                  <a:pt x="461860" y="180339"/>
                </a:lnTo>
                <a:lnTo>
                  <a:pt x="467131" y="219710"/>
                </a:lnTo>
                <a:lnTo>
                  <a:pt x="467360" y="224789"/>
                </a:lnTo>
                <a:lnTo>
                  <a:pt x="467258" y="240029"/>
                </a:lnTo>
                <a:close/>
              </a:path>
              <a:path w="467359" h="400050">
                <a:moveTo>
                  <a:pt x="39585" y="191770"/>
                </a:moveTo>
                <a:lnTo>
                  <a:pt x="39750" y="190500"/>
                </a:lnTo>
                <a:lnTo>
                  <a:pt x="39585" y="191770"/>
                </a:lnTo>
                <a:close/>
              </a:path>
              <a:path w="467359" h="400050">
                <a:moveTo>
                  <a:pt x="431698" y="191770"/>
                </a:moveTo>
                <a:lnTo>
                  <a:pt x="431430" y="190500"/>
                </a:lnTo>
                <a:lnTo>
                  <a:pt x="431698" y="191770"/>
                </a:lnTo>
                <a:close/>
              </a:path>
              <a:path w="467359" h="400050">
                <a:moveTo>
                  <a:pt x="35740" y="237489"/>
                </a:moveTo>
                <a:lnTo>
                  <a:pt x="35687" y="236220"/>
                </a:lnTo>
                <a:lnTo>
                  <a:pt x="35740" y="237489"/>
                </a:lnTo>
                <a:close/>
              </a:path>
              <a:path w="467359" h="400050">
                <a:moveTo>
                  <a:pt x="466045" y="256539"/>
                </a:moveTo>
                <a:lnTo>
                  <a:pt x="434124" y="256539"/>
                </a:lnTo>
                <a:lnTo>
                  <a:pt x="435025" y="247650"/>
                </a:lnTo>
                <a:lnTo>
                  <a:pt x="435521" y="238760"/>
                </a:lnTo>
                <a:lnTo>
                  <a:pt x="435495" y="240029"/>
                </a:lnTo>
                <a:lnTo>
                  <a:pt x="467258" y="240029"/>
                </a:lnTo>
                <a:lnTo>
                  <a:pt x="467149" y="242570"/>
                </a:lnTo>
                <a:lnTo>
                  <a:pt x="466648" y="250189"/>
                </a:lnTo>
                <a:lnTo>
                  <a:pt x="466045" y="256539"/>
                </a:lnTo>
                <a:close/>
              </a:path>
              <a:path w="467359" h="400050">
                <a:moveTo>
                  <a:pt x="37094" y="255270"/>
                </a:moveTo>
                <a:lnTo>
                  <a:pt x="36931" y="254000"/>
                </a:lnTo>
                <a:lnTo>
                  <a:pt x="37094" y="255270"/>
                </a:lnTo>
                <a:close/>
              </a:path>
              <a:path w="467359" h="400050">
                <a:moveTo>
                  <a:pt x="462031" y="280670"/>
                </a:moveTo>
                <a:lnTo>
                  <a:pt x="429666" y="280670"/>
                </a:lnTo>
                <a:lnTo>
                  <a:pt x="431596" y="271779"/>
                </a:lnTo>
                <a:lnTo>
                  <a:pt x="433057" y="264160"/>
                </a:lnTo>
                <a:lnTo>
                  <a:pt x="434200" y="255270"/>
                </a:lnTo>
                <a:lnTo>
                  <a:pt x="434124" y="256539"/>
                </a:lnTo>
                <a:lnTo>
                  <a:pt x="466045" y="256539"/>
                </a:lnTo>
                <a:lnTo>
                  <a:pt x="465683" y="260350"/>
                </a:lnTo>
                <a:lnTo>
                  <a:pt x="464337" y="269239"/>
                </a:lnTo>
                <a:lnTo>
                  <a:pt x="462622" y="278129"/>
                </a:lnTo>
                <a:lnTo>
                  <a:pt x="462031" y="280670"/>
                </a:lnTo>
                <a:close/>
              </a:path>
              <a:path w="467359" h="400050">
                <a:moveTo>
                  <a:pt x="38813" y="266700"/>
                </a:moveTo>
                <a:lnTo>
                  <a:pt x="38658" y="266700"/>
                </a:lnTo>
                <a:lnTo>
                  <a:pt x="38582" y="265429"/>
                </a:lnTo>
                <a:lnTo>
                  <a:pt x="38813" y="266700"/>
                </a:lnTo>
                <a:close/>
              </a:path>
              <a:path w="467359" h="400050">
                <a:moveTo>
                  <a:pt x="460206" y="288289"/>
                </a:moveTo>
                <a:lnTo>
                  <a:pt x="427570" y="288289"/>
                </a:lnTo>
                <a:lnTo>
                  <a:pt x="429818" y="279400"/>
                </a:lnTo>
                <a:lnTo>
                  <a:pt x="429666" y="280670"/>
                </a:lnTo>
                <a:lnTo>
                  <a:pt x="462031" y="280670"/>
                </a:lnTo>
                <a:lnTo>
                  <a:pt x="460552" y="287020"/>
                </a:lnTo>
                <a:lnTo>
                  <a:pt x="460206" y="288289"/>
                </a:lnTo>
                <a:close/>
              </a:path>
              <a:path w="467359" h="400050">
                <a:moveTo>
                  <a:pt x="42570" y="283210"/>
                </a:moveTo>
                <a:lnTo>
                  <a:pt x="42354" y="283210"/>
                </a:lnTo>
                <a:lnTo>
                  <a:pt x="42240" y="281939"/>
                </a:lnTo>
                <a:lnTo>
                  <a:pt x="42570" y="283210"/>
                </a:lnTo>
                <a:close/>
              </a:path>
              <a:path w="467359" h="400050">
                <a:moveTo>
                  <a:pt x="458127" y="295910"/>
                </a:moveTo>
                <a:lnTo>
                  <a:pt x="425170" y="295910"/>
                </a:lnTo>
                <a:lnTo>
                  <a:pt x="427748" y="287020"/>
                </a:lnTo>
                <a:lnTo>
                  <a:pt x="427570" y="288289"/>
                </a:lnTo>
                <a:lnTo>
                  <a:pt x="460206" y="288289"/>
                </a:lnTo>
                <a:lnTo>
                  <a:pt x="458127" y="295910"/>
                </a:lnTo>
                <a:close/>
              </a:path>
              <a:path w="467359" h="400050">
                <a:moveTo>
                  <a:pt x="450790" y="317500"/>
                </a:moveTo>
                <a:lnTo>
                  <a:pt x="416267" y="317500"/>
                </a:lnTo>
                <a:lnTo>
                  <a:pt x="419760" y="309879"/>
                </a:lnTo>
                <a:lnTo>
                  <a:pt x="419519" y="309879"/>
                </a:lnTo>
                <a:lnTo>
                  <a:pt x="422706" y="302260"/>
                </a:lnTo>
                <a:lnTo>
                  <a:pt x="422490" y="302260"/>
                </a:lnTo>
                <a:lnTo>
                  <a:pt x="425373" y="294639"/>
                </a:lnTo>
                <a:lnTo>
                  <a:pt x="425170" y="295910"/>
                </a:lnTo>
                <a:lnTo>
                  <a:pt x="458127" y="295910"/>
                </a:lnTo>
                <a:lnTo>
                  <a:pt x="455358" y="304800"/>
                </a:lnTo>
                <a:lnTo>
                  <a:pt x="452259" y="313689"/>
                </a:lnTo>
                <a:lnTo>
                  <a:pt x="450790" y="317500"/>
                </a:lnTo>
                <a:close/>
              </a:path>
              <a:path w="467359" h="400050">
                <a:moveTo>
                  <a:pt x="83726" y="347979"/>
                </a:moveTo>
                <a:lnTo>
                  <a:pt x="73380" y="347979"/>
                </a:lnTo>
                <a:lnTo>
                  <a:pt x="67290" y="338735"/>
                </a:lnTo>
                <a:lnTo>
                  <a:pt x="67208" y="298450"/>
                </a:lnTo>
                <a:lnTo>
                  <a:pt x="83726" y="347979"/>
                </a:lnTo>
                <a:close/>
              </a:path>
              <a:path w="467359" h="400050">
                <a:moveTo>
                  <a:pt x="49679" y="304800"/>
                </a:moveTo>
                <a:lnTo>
                  <a:pt x="49390" y="304800"/>
                </a:lnTo>
                <a:lnTo>
                  <a:pt x="49225" y="303529"/>
                </a:lnTo>
                <a:lnTo>
                  <a:pt x="49679" y="304800"/>
                </a:lnTo>
                <a:close/>
              </a:path>
              <a:path w="467359" h="400050">
                <a:moveTo>
                  <a:pt x="51818" y="309879"/>
                </a:moveTo>
                <a:lnTo>
                  <a:pt x="51498" y="309879"/>
                </a:lnTo>
                <a:lnTo>
                  <a:pt x="51333" y="308610"/>
                </a:lnTo>
                <a:lnTo>
                  <a:pt x="51818" y="309879"/>
                </a:lnTo>
                <a:close/>
              </a:path>
              <a:path w="467359" h="400050">
                <a:moveTo>
                  <a:pt x="54096" y="314960"/>
                </a:moveTo>
                <a:lnTo>
                  <a:pt x="53759" y="314960"/>
                </a:lnTo>
                <a:lnTo>
                  <a:pt x="53581" y="313689"/>
                </a:lnTo>
                <a:lnTo>
                  <a:pt x="54096" y="314960"/>
                </a:lnTo>
                <a:close/>
              </a:path>
              <a:path w="467359" h="400050">
                <a:moveTo>
                  <a:pt x="444503" y="331470"/>
                </a:moveTo>
                <a:lnTo>
                  <a:pt x="408978" y="331470"/>
                </a:lnTo>
                <a:lnTo>
                  <a:pt x="413042" y="323850"/>
                </a:lnTo>
                <a:lnTo>
                  <a:pt x="412750" y="323850"/>
                </a:lnTo>
                <a:lnTo>
                  <a:pt x="416534" y="316229"/>
                </a:lnTo>
                <a:lnTo>
                  <a:pt x="416267" y="317500"/>
                </a:lnTo>
                <a:lnTo>
                  <a:pt x="450790" y="317500"/>
                </a:lnTo>
                <a:lnTo>
                  <a:pt x="448830" y="322579"/>
                </a:lnTo>
                <a:lnTo>
                  <a:pt x="445084" y="330200"/>
                </a:lnTo>
                <a:lnTo>
                  <a:pt x="444503" y="331470"/>
                </a:lnTo>
                <a:close/>
              </a:path>
              <a:path w="467359" h="400050">
                <a:moveTo>
                  <a:pt x="56502" y="320039"/>
                </a:moveTo>
                <a:lnTo>
                  <a:pt x="56159" y="320039"/>
                </a:lnTo>
                <a:lnTo>
                  <a:pt x="55956" y="318770"/>
                </a:lnTo>
                <a:lnTo>
                  <a:pt x="56502" y="320039"/>
                </a:lnTo>
                <a:close/>
              </a:path>
              <a:path w="467359" h="400050">
                <a:moveTo>
                  <a:pt x="59188" y="325120"/>
                </a:moveTo>
                <a:lnTo>
                  <a:pt x="58686" y="325120"/>
                </a:lnTo>
                <a:lnTo>
                  <a:pt x="58470" y="323850"/>
                </a:lnTo>
                <a:lnTo>
                  <a:pt x="59188" y="325120"/>
                </a:lnTo>
                <a:close/>
              </a:path>
              <a:path w="467359" h="400050">
                <a:moveTo>
                  <a:pt x="421970" y="369570"/>
                </a:moveTo>
                <a:lnTo>
                  <a:pt x="396125" y="350520"/>
                </a:lnTo>
                <a:lnTo>
                  <a:pt x="401002" y="344170"/>
                </a:lnTo>
                <a:lnTo>
                  <a:pt x="400659" y="344170"/>
                </a:lnTo>
                <a:lnTo>
                  <a:pt x="405269" y="337820"/>
                </a:lnTo>
                <a:lnTo>
                  <a:pt x="404939" y="337820"/>
                </a:lnTo>
                <a:lnTo>
                  <a:pt x="409282" y="330200"/>
                </a:lnTo>
                <a:lnTo>
                  <a:pt x="408978" y="331470"/>
                </a:lnTo>
                <a:lnTo>
                  <a:pt x="444503" y="331470"/>
                </a:lnTo>
                <a:lnTo>
                  <a:pt x="441020" y="339089"/>
                </a:lnTo>
                <a:lnTo>
                  <a:pt x="436651" y="346710"/>
                </a:lnTo>
                <a:lnTo>
                  <a:pt x="431977" y="354329"/>
                </a:lnTo>
                <a:lnTo>
                  <a:pt x="427024" y="361950"/>
                </a:lnTo>
                <a:lnTo>
                  <a:pt x="421970" y="369570"/>
                </a:lnTo>
                <a:close/>
              </a:path>
              <a:path w="467359" h="400050">
                <a:moveTo>
                  <a:pt x="67291" y="339089"/>
                </a:moveTo>
                <a:lnTo>
                  <a:pt x="67056" y="339089"/>
                </a:lnTo>
                <a:lnTo>
                  <a:pt x="66687" y="337820"/>
                </a:lnTo>
                <a:lnTo>
                  <a:pt x="67290" y="338735"/>
                </a:lnTo>
                <a:lnTo>
                  <a:pt x="67291" y="339089"/>
                </a:lnTo>
                <a:close/>
              </a:path>
              <a:path w="467359" h="400050">
                <a:moveTo>
                  <a:pt x="84734" y="367029"/>
                </a:moveTo>
                <a:lnTo>
                  <a:pt x="67348" y="367029"/>
                </a:lnTo>
                <a:lnTo>
                  <a:pt x="67290" y="338735"/>
                </a:lnTo>
                <a:lnTo>
                  <a:pt x="72543" y="346710"/>
                </a:lnTo>
                <a:lnTo>
                  <a:pt x="72186" y="346710"/>
                </a:lnTo>
                <a:lnTo>
                  <a:pt x="87718" y="364489"/>
                </a:lnTo>
                <a:lnTo>
                  <a:pt x="84734" y="367029"/>
                </a:lnTo>
                <a:close/>
              </a:path>
              <a:path w="467359" h="400050">
                <a:moveTo>
                  <a:pt x="96009" y="384810"/>
                </a:moveTo>
                <a:lnTo>
                  <a:pt x="63842" y="384810"/>
                </a:lnTo>
                <a:lnTo>
                  <a:pt x="87718" y="364489"/>
                </a:lnTo>
                <a:lnTo>
                  <a:pt x="72186" y="346710"/>
                </a:lnTo>
                <a:lnTo>
                  <a:pt x="73380" y="347979"/>
                </a:lnTo>
                <a:lnTo>
                  <a:pt x="83726" y="347979"/>
                </a:lnTo>
                <a:lnTo>
                  <a:pt x="96009" y="384810"/>
                </a:lnTo>
                <a:close/>
              </a:path>
              <a:path w="467359" h="400050">
                <a:moveTo>
                  <a:pt x="73380" y="347979"/>
                </a:moveTo>
                <a:lnTo>
                  <a:pt x="72186" y="346710"/>
                </a:lnTo>
                <a:lnTo>
                  <a:pt x="72543" y="346710"/>
                </a:lnTo>
                <a:lnTo>
                  <a:pt x="73380" y="347979"/>
                </a:lnTo>
                <a:close/>
              </a:path>
              <a:path w="467359" h="400050">
                <a:moveTo>
                  <a:pt x="101092" y="400050"/>
                </a:moveTo>
                <a:lnTo>
                  <a:pt x="0" y="367029"/>
                </a:lnTo>
                <a:lnTo>
                  <a:pt x="47663" y="367029"/>
                </a:lnTo>
                <a:lnTo>
                  <a:pt x="63842" y="384810"/>
                </a:lnTo>
                <a:lnTo>
                  <a:pt x="96009" y="384810"/>
                </a:lnTo>
                <a:lnTo>
                  <a:pt x="101092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7289113" y="4411586"/>
            <a:ext cx="277495" cy="265061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7320712" y="4441596"/>
            <a:ext cx="214287" cy="205041"/>
          </a:xfrm>
          <a:prstGeom prst="rect">
            <a:avLst/>
          </a:prstGeom>
          <a:blipFill>
            <a:blip r:embed="rId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5644121" y="4408804"/>
            <a:ext cx="277495" cy="265061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5691619" y="4458487"/>
            <a:ext cx="178511" cy="171056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7414171" y="4004805"/>
            <a:ext cx="169545" cy="386715"/>
          </a:xfrm>
          <a:custGeom>
            <a:avLst/>
            <a:gdLst/>
            <a:ahLst/>
            <a:cxnLst/>
            <a:rect l="l" t="t" r="r" b="b"/>
            <a:pathLst>
              <a:path w="169545" h="386714">
                <a:moveTo>
                  <a:pt x="80416" y="72313"/>
                </a:moveTo>
                <a:lnTo>
                  <a:pt x="158597" y="0"/>
                </a:lnTo>
                <a:lnTo>
                  <a:pt x="161468" y="27812"/>
                </a:lnTo>
                <a:lnTo>
                  <a:pt x="131140" y="27812"/>
                </a:lnTo>
                <a:lnTo>
                  <a:pt x="121330" y="53812"/>
                </a:lnTo>
                <a:lnTo>
                  <a:pt x="80416" y="72313"/>
                </a:lnTo>
                <a:close/>
              </a:path>
              <a:path w="169545" h="386714">
                <a:moveTo>
                  <a:pt x="121330" y="53812"/>
                </a:moveTo>
                <a:lnTo>
                  <a:pt x="131140" y="27812"/>
                </a:lnTo>
                <a:lnTo>
                  <a:pt x="160845" y="39027"/>
                </a:lnTo>
                <a:lnTo>
                  <a:pt x="158756" y="44564"/>
                </a:lnTo>
                <a:lnTo>
                  <a:pt x="141782" y="44564"/>
                </a:lnTo>
                <a:lnTo>
                  <a:pt x="121330" y="53812"/>
                </a:lnTo>
                <a:close/>
              </a:path>
              <a:path w="169545" h="386714">
                <a:moveTo>
                  <a:pt x="169532" y="105930"/>
                </a:moveTo>
                <a:lnTo>
                  <a:pt x="151035" y="65027"/>
                </a:lnTo>
                <a:lnTo>
                  <a:pt x="160845" y="39027"/>
                </a:lnTo>
                <a:lnTo>
                  <a:pt x="131140" y="27812"/>
                </a:lnTo>
                <a:lnTo>
                  <a:pt x="161468" y="27812"/>
                </a:lnTo>
                <a:lnTo>
                  <a:pt x="169532" y="105930"/>
                </a:lnTo>
                <a:close/>
              </a:path>
              <a:path w="169545" h="386714">
                <a:moveTo>
                  <a:pt x="29718" y="386575"/>
                </a:moveTo>
                <a:lnTo>
                  <a:pt x="0" y="375373"/>
                </a:lnTo>
                <a:lnTo>
                  <a:pt x="121330" y="53812"/>
                </a:lnTo>
                <a:lnTo>
                  <a:pt x="141782" y="44564"/>
                </a:lnTo>
                <a:lnTo>
                  <a:pt x="151035" y="65027"/>
                </a:lnTo>
                <a:lnTo>
                  <a:pt x="29718" y="386575"/>
                </a:lnTo>
                <a:close/>
              </a:path>
              <a:path w="169545" h="386714">
                <a:moveTo>
                  <a:pt x="151035" y="65027"/>
                </a:moveTo>
                <a:lnTo>
                  <a:pt x="141782" y="44564"/>
                </a:lnTo>
                <a:lnTo>
                  <a:pt x="158756" y="44564"/>
                </a:lnTo>
                <a:lnTo>
                  <a:pt x="151035" y="6502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5797715" y="4048772"/>
            <a:ext cx="154940" cy="347980"/>
          </a:xfrm>
          <a:custGeom>
            <a:avLst/>
            <a:gdLst/>
            <a:ahLst/>
            <a:cxnLst/>
            <a:rect l="l" t="t" r="r" b="b"/>
            <a:pathLst>
              <a:path w="154939" h="347979">
                <a:moveTo>
                  <a:pt x="27851" y="303288"/>
                </a:moveTo>
                <a:lnTo>
                  <a:pt x="18570" y="282857"/>
                </a:lnTo>
                <a:lnTo>
                  <a:pt x="124688" y="0"/>
                </a:lnTo>
                <a:lnTo>
                  <a:pt x="154419" y="11150"/>
                </a:lnTo>
                <a:lnTo>
                  <a:pt x="48290" y="294006"/>
                </a:lnTo>
                <a:lnTo>
                  <a:pt x="27851" y="303288"/>
                </a:lnTo>
                <a:close/>
              </a:path>
              <a:path w="154939" h="347979">
                <a:moveTo>
                  <a:pt x="11125" y="347878"/>
                </a:moveTo>
                <a:lnTo>
                  <a:pt x="0" y="241973"/>
                </a:lnTo>
                <a:lnTo>
                  <a:pt x="18570" y="282857"/>
                </a:lnTo>
                <a:lnTo>
                  <a:pt x="8813" y="308863"/>
                </a:lnTo>
                <a:lnTo>
                  <a:pt x="38531" y="320014"/>
                </a:lnTo>
                <a:lnTo>
                  <a:pt x="41148" y="320014"/>
                </a:lnTo>
                <a:lnTo>
                  <a:pt x="11125" y="347878"/>
                </a:lnTo>
                <a:close/>
              </a:path>
              <a:path w="154939" h="347979">
                <a:moveTo>
                  <a:pt x="41148" y="320014"/>
                </a:moveTo>
                <a:lnTo>
                  <a:pt x="38531" y="320014"/>
                </a:lnTo>
                <a:lnTo>
                  <a:pt x="48290" y="294006"/>
                </a:lnTo>
                <a:lnTo>
                  <a:pt x="89179" y="275437"/>
                </a:lnTo>
                <a:lnTo>
                  <a:pt x="41148" y="320014"/>
                </a:lnTo>
                <a:close/>
              </a:path>
              <a:path w="154939" h="347979">
                <a:moveTo>
                  <a:pt x="38531" y="320014"/>
                </a:moveTo>
                <a:lnTo>
                  <a:pt x="8813" y="308863"/>
                </a:lnTo>
                <a:lnTo>
                  <a:pt x="18570" y="282857"/>
                </a:lnTo>
                <a:lnTo>
                  <a:pt x="27851" y="303288"/>
                </a:lnTo>
                <a:lnTo>
                  <a:pt x="44807" y="303288"/>
                </a:lnTo>
                <a:lnTo>
                  <a:pt x="38531" y="320014"/>
                </a:lnTo>
                <a:close/>
              </a:path>
              <a:path w="154939" h="347979">
                <a:moveTo>
                  <a:pt x="44807" y="303288"/>
                </a:moveTo>
                <a:lnTo>
                  <a:pt x="27851" y="303288"/>
                </a:lnTo>
                <a:lnTo>
                  <a:pt x="48290" y="294006"/>
                </a:lnTo>
                <a:lnTo>
                  <a:pt x="44807" y="30328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20296" y="2439174"/>
            <a:ext cx="2355189" cy="915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80937" y="2845244"/>
            <a:ext cx="89484" cy="276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03747" y="2937929"/>
            <a:ext cx="121335" cy="2471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65114" y="2929712"/>
            <a:ext cx="247776" cy="3928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825374" y="2841282"/>
            <a:ext cx="90182" cy="2802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80898" y="2921317"/>
            <a:ext cx="117182" cy="2357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301191" y="2929699"/>
            <a:ext cx="229489" cy="3612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89053" y="3939235"/>
            <a:ext cx="1217676" cy="121767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551794" y="3478339"/>
            <a:ext cx="1392491" cy="213945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914976" y="4417021"/>
            <a:ext cx="273913" cy="27131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51509" y="3478339"/>
            <a:ext cx="1392491" cy="213945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073821" y="4411624"/>
            <a:ext cx="195605" cy="27687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713933" y="3662794"/>
            <a:ext cx="479463" cy="48078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23433" y="4494733"/>
            <a:ext cx="696099" cy="1102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87755" y="4939512"/>
            <a:ext cx="523646" cy="52205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164831" y="4494733"/>
            <a:ext cx="698068" cy="10668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992886" y="3630269"/>
            <a:ext cx="520217" cy="52513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708180" y="4951463"/>
            <a:ext cx="485216" cy="48056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719914" y="4491393"/>
            <a:ext cx="1748942" cy="10962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719914" y="4489081"/>
            <a:ext cx="108635" cy="10642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360221" y="4497438"/>
            <a:ext cx="108635" cy="10642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719914" y="4493704"/>
            <a:ext cx="1748942" cy="10962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797359" y="4473143"/>
            <a:ext cx="1592757" cy="15438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700433" y="4471504"/>
            <a:ext cx="1792198" cy="15565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790463" y="4471327"/>
            <a:ext cx="1592757" cy="15438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540677" y="2493264"/>
            <a:ext cx="108584" cy="411744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555917" y="4513275"/>
            <a:ext cx="78104" cy="7810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728233" y="4503851"/>
            <a:ext cx="1729041" cy="87287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715673" y="4486567"/>
            <a:ext cx="1757489" cy="12390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719902" y="3954475"/>
            <a:ext cx="1757489" cy="118719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728233" y="4501553"/>
            <a:ext cx="91439" cy="83121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718936" y="4486744"/>
            <a:ext cx="1748840" cy="10671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812599" y="4488370"/>
            <a:ext cx="1657235" cy="12390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177303" y="4509973"/>
            <a:ext cx="669175" cy="8450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718873" y="4493221"/>
            <a:ext cx="134124" cy="11771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372692" y="4509909"/>
            <a:ext cx="83121" cy="83121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005840" y="3642740"/>
            <a:ext cx="498271" cy="505371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726404" y="3672433"/>
            <a:ext cx="453047" cy="461352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996061" y="4954752"/>
            <a:ext cx="508050" cy="495998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723420" y="4959781"/>
            <a:ext cx="456031" cy="462457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335904" y="2454414"/>
            <a:ext cx="2520848" cy="414105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567034" y="3493579"/>
            <a:ext cx="1362011" cy="2108974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266749" y="3493579"/>
            <a:ext cx="1362011" cy="2108974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082140" y="4428248"/>
            <a:ext cx="2202878" cy="2310942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923282" y="4429493"/>
            <a:ext cx="2551175" cy="2306777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677573" y="2938017"/>
            <a:ext cx="2252751" cy="2435631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585598" y="2703067"/>
            <a:ext cx="2057400" cy="2468879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293408" y="2857703"/>
            <a:ext cx="2094801" cy="2315095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020384" y="2950400"/>
            <a:ext cx="2123897" cy="2286000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6833679" y="2853753"/>
            <a:ext cx="2098967" cy="2319248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089216" y="2929635"/>
            <a:ext cx="2123897" cy="2277681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313663" y="2938017"/>
            <a:ext cx="2231961" cy="2402382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651986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089148" y="17495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288791" y="1972055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>
            <a:spLocks noGrp="1"/>
          </p:cNvSpPr>
          <p:nvPr>
            <p:ph type="title"/>
          </p:nvPr>
        </p:nvSpPr>
        <p:spPr>
          <a:xfrm>
            <a:off x="3730752" y="1375041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238055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352032" y="4313008"/>
            <a:ext cx="467359" cy="400050"/>
          </a:xfrm>
          <a:custGeom>
            <a:avLst/>
            <a:gdLst/>
            <a:ahLst/>
            <a:cxnLst/>
            <a:rect l="l" t="t" r="r" b="b"/>
            <a:pathLst>
              <a:path w="467359" h="400050">
                <a:moveTo>
                  <a:pt x="63842" y="384810"/>
                </a:moveTo>
                <a:lnTo>
                  <a:pt x="47663" y="367029"/>
                </a:lnTo>
                <a:lnTo>
                  <a:pt x="40233" y="355600"/>
                </a:lnTo>
                <a:lnTo>
                  <a:pt x="36804" y="350520"/>
                </a:lnTo>
                <a:lnTo>
                  <a:pt x="33578" y="344170"/>
                </a:lnTo>
                <a:lnTo>
                  <a:pt x="30492" y="339089"/>
                </a:lnTo>
                <a:lnTo>
                  <a:pt x="27571" y="334010"/>
                </a:lnTo>
                <a:lnTo>
                  <a:pt x="24803" y="327660"/>
                </a:lnTo>
                <a:lnTo>
                  <a:pt x="22186" y="321310"/>
                </a:lnTo>
                <a:lnTo>
                  <a:pt x="19748" y="316229"/>
                </a:lnTo>
                <a:lnTo>
                  <a:pt x="8597" y="278129"/>
                </a:lnTo>
                <a:lnTo>
                  <a:pt x="4051" y="240029"/>
                </a:lnTo>
                <a:lnTo>
                  <a:pt x="3924" y="224789"/>
                </a:lnTo>
                <a:lnTo>
                  <a:pt x="4152" y="219710"/>
                </a:lnTo>
                <a:lnTo>
                  <a:pt x="11150" y="172720"/>
                </a:lnTo>
                <a:lnTo>
                  <a:pt x="26720" y="130810"/>
                </a:lnTo>
                <a:lnTo>
                  <a:pt x="49910" y="92710"/>
                </a:lnTo>
                <a:lnTo>
                  <a:pt x="79781" y="59689"/>
                </a:lnTo>
                <a:lnTo>
                  <a:pt x="115442" y="33020"/>
                </a:lnTo>
                <a:lnTo>
                  <a:pt x="125145" y="27939"/>
                </a:lnTo>
                <a:lnTo>
                  <a:pt x="135140" y="21589"/>
                </a:lnTo>
                <a:lnTo>
                  <a:pt x="155943" y="13970"/>
                </a:lnTo>
                <a:lnTo>
                  <a:pt x="177723" y="6350"/>
                </a:lnTo>
                <a:lnTo>
                  <a:pt x="188950" y="3810"/>
                </a:lnTo>
                <a:lnTo>
                  <a:pt x="200266" y="2539"/>
                </a:lnTo>
                <a:lnTo>
                  <a:pt x="211962" y="0"/>
                </a:lnTo>
                <a:lnTo>
                  <a:pt x="259321" y="0"/>
                </a:lnTo>
                <a:lnTo>
                  <a:pt x="271017" y="2539"/>
                </a:lnTo>
                <a:lnTo>
                  <a:pt x="282333" y="3810"/>
                </a:lnTo>
                <a:lnTo>
                  <a:pt x="293560" y="6350"/>
                </a:lnTo>
                <a:lnTo>
                  <a:pt x="315340" y="13970"/>
                </a:lnTo>
                <a:lnTo>
                  <a:pt x="336143" y="21589"/>
                </a:lnTo>
                <a:lnTo>
                  <a:pt x="346138" y="27939"/>
                </a:lnTo>
                <a:lnTo>
                  <a:pt x="353415" y="31750"/>
                </a:lnTo>
                <a:lnTo>
                  <a:pt x="215366" y="31750"/>
                </a:lnTo>
                <a:lnTo>
                  <a:pt x="209943" y="33020"/>
                </a:lnTo>
                <a:lnTo>
                  <a:pt x="205549" y="33020"/>
                </a:lnTo>
                <a:lnTo>
                  <a:pt x="194919" y="35560"/>
                </a:lnTo>
                <a:lnTo>
                  <a:pt x="195694" y="35560"/>
                </a:lnTo>
                <a:lnTo>
                  <a:pt x="190474" y="36829"/>
                </a:lnTo>
                <a:lnTo>
                  <a:pt x="186016" y="36829"/>
                </a:lnTo>
                <a:lnTo>
                  <a:pt x="179184" y="39370"/>
                </a:lnTo>
                <a:lnTo>
                  <a:pt x="176529" y="39370"/>
                </a:lnTo>
                <a:lnTo>
                  <a:pt x="166496" y="43179"/>
                </a:lnTo>
                <a:lnTo>
                  <a:pt x="167233" y="43179"/>
                </a:lnTo>
                <a:lnTo>
                  <a:pt x="157416" y="46989"/>
                </a:lnTo>
                <a:lnTo>
                  <a:pt x="158140" y="46989"/>
                </a:lnTo>
                <a:lnTo>
                  <a:pt x="148577" y="50800"/>
                </a:lnTo>
                <a:lnTo>
                  <a:pt x="149275" y="50800"/>
                </a:lnTo>
                <a:lnTo>
                  <a:pt x="142293" y="54610"/>
                </a:lnTo>
                <a:lnTo>
                  <a:pt x="140639" y="54610"/>
                </a:lnTo>
                <a:lnTo>
                  <a:pt x="131597" y="59689"/>
                </a:lnTo>
                <a:lnTo>
                  <a:pt x="132245" y="59689"/>
                </a:lnTo>
                <a:lnTo>
                  <a:pt x="125244" y="64770"/>
                </a:lnTo>
                <a:lnTo>
                  <a:pt x="124129" y="64770"/>
                </a:lnTo>
                <a:lnTo>
                  <a:pt x="115658" y="71120"/>
                </a:lnTo>
                <a:lnTo>
                  <a:pt x="116268" y="71120"/>
                </a:lnTo>
                <a:lnTo>
                  <a:pt x="109745" y="76200"/>
                </a:lnTo>
                <a:lnTo>
                  <a:pt x="108699" y="76200"/>
                </a:lnTo>
                <a:lnTo>
                  <a:pt x="102169" y="82550"/>
                </a:lnTo>
                <a:lnTo>
                  <a:pt x="101422" y="82550"/>
                </a:lnTo>
                <a:lnTo>
                  <a:pt x="95178" y="88900"/>
                </a:lnTo>
                <a:lnTo>
                  <a:pt x="94462" y="88900"/>
                </a:lnTo>
                <a:lnTo>
                  <a:pt x="87312" y="96520"/>
                </a:lnTo>
                <a:lnTo>
                  <a:pt x="87820" y="96520"/>
                </a:lnTo>
                <a:lnTo>
                  <a:pt x="81038" y="104139"/>
                </a:lnTo>
                <a:lnTo>
                  <a:pt x="81521" y="104139"/>
                </a:lnTo>
                <a:lnTo>
                  <a:pt x="75107" y="111760"/>
                </a:lnTo>
                <a:lnTo>
                  <a:pt x="75564" y="111760"/>
                </a:lnTo>
                <a:lnTo>
                  <a:pt x="69545" y="119379"/>
                </a:lnTo>
                <a:lnTo>
                  <a:pt x="69964" y="119379"/>
                </a:lnTo>
                <a:lnTo>
                  <a:pt x="65152" y="127000"/>
                </a:lnTo>
                <a:lnTo>
                  <a:pt x="64744" y="127000"/>
                </a:lnTo>
                <a:lnTo>
                  <a:pt x="59550" y="135889"/>
                </a:lnTo>
                <a:lnTo>
                  <a:pt x="59918" y="135889"/>
                </a:lnTo>
                <a:lnTo>
                  <a:pt x="55836" y="143510"/>
                </a:lnTo>
                <a:lnTo>
                  <a:pt x="55486" y="143510"/>
                </a:lnTo>
                <a:lnTo>
                  <a:pt x="51708" y="152400"/>
                </a:lnTo>
                <a:lnTo>
                  <a:pt x="51460" y="152400"/>
                </a:lnTo>
                <a:lnTo>
                  <a:pt x="47599" y="162560"/>
                </a:lnTo>
                <a:lnTo>
                  <a:pt x="47866" y="162560"/>
                </a:lnTo>
                <a:lnTo>
                  <a:pt x="44475" y="171450"/>
                </a:lnTo>
                <a:lnTo>
                  <a:pt x="44703" y="171450"/>
                </a:lnTo>
                <a:lnTo>
                  <a:pt x="42159" y="180339"/>
                </a:lnTo>
                <a:lnTo>
                  <a:pt x="41998" y="180339"/>
                </a:lnTo>
                <a:lnTo>
                  <a:pt x="39854" y="190500"/>
                </a:lnTo>
                <a:lnTo>
                  <a:pt x="37845" y="200660"/>
                </a:lnTo>
                <a:lnTo>
                  <a:pt x="37185" y="205739"/>
                </a:lnTo>
                <a:lnTo>
                  <a:pt x="36614" y="210820"/>
                </a:lnTo>
                <a:lnTo>
                  <a:pt x="36169" y="215900"/>
                </a:lnTo>
                <a:lnTo>
                  <a:pt x="35940" y="219710"/>
                </a:lnTo>
                <a:lnTo>
                  <a:pt x="35674" y="226060"/>
                </a:lnTo>
                <a:lnTo>
                  <a:pt x="35740" y="237489"/>
                </a:lnTo>
                <a:lnTo>
                  <a:pt x="35928" y="242570"/>
                </a:lnTo>
                <a:lnTo>
                  <a:pt x="36294" y="247650"/>
                </a:lnTo>
                <a:lnTo>
                  <a:pt x="36347" y="248920"/>
                </a:lnTo>
                <a:lnTo>
                  <a:pt x="36982" y="255270"/>
                </a:lnTo>
                <a:lnTo>
                  <a:pt x="37744" y="260350"/>
                </a:lnTo>
                <a:lnTo>
                  <a:pt x="38658" y="266700"/>
                </a:lnTo>
                <a:lnTo>
                  <a:pt x="38813" y="266700"/>
                </a:lnTo>
                <a:lnTo>
                  <a:pt x="39738" y="271779"/>
                </a:lnTo>
                <a:lnTo>
                  <a:pt x="40970" y="276860"/>
                </a:lnTo>
                <a:lnTo>
                  <a:pt x="42354" y="283210"/>
                </a:lnTo>
                <a:lnTo>
                  <a:pt x="42570" y="283210"/>
                </a:lnTo>
                <a:lnTo>
                  <a:pt x="43891" y="288289"/>
                </a:lnTo>
                <a:lnTo>
                  <a:pt x="45580" y="293370"/>
                </a:lnTo>
                <a:lnTo>
                  <a:pt x="45440" y="293370"/>
                </a:lnTo>
                <a:lnTo>
                  <a:pt x="47409" y="298450"/>
                </a:lnTo>
                <a:lnTo>
                  <a:pt x="47256" y="298450"/>
                </a:lnTo>
                <a:lnTo>
                  <a:pt x="49390" y="304800"/>
                </a:lnTo>
                <a:lnTo>
                  <a:pt x="49679" y="304800"/>
                </a:lnTo>
                <a:lnTo>
                  <a:pt x="51498" y="309879"/>
                </a:lnTo>
                <a:lnTo>
                  <a:pt x="51818" y="309879"/>
                </a:lnTo>
                <a:lnTo>
                  <a:pt x="53759" y="314960"/>
                </a:lnTo>
                <a:lnTo>
                  <a:pt x="54096" y="314960"/>
                </a:lnTo>
                <a:lnTo>
                  <a:pt x="56159" y="320039"/>
                </a:lnTo>
                <a:lnTo>
                  <a:pt x="56502" y="320039"/>
                </a:lnTo>
                <a:lnTo>
                  <a:pt x="58686" y="325120"/>
                </a:lnTo>
                <a:lnTo>
                  <a:pt x="59188" y="325120"/>
                </a:lnTo>
                <a:lnTo>
                  <a:pt x="61340" y="328929"/>
                </a:lnTo>
                <a:lnTo>
                  <a:pt x="61125" y="328929"/>
                </a:lnTo>
                <a:lnTo>
                  <a:pt x="64134" y="334010"/>
                </a:lnTo>
                <a:lnTo>
                  <a:pt x="63906" y="334010"/>
                </a:lnTo>
                <a:lnTo>
                  <a:pt x="67055" y="339089"/>
                </a:lnTo>
                <a:lnTo>
                  <a:pt x="67291" y="339089"/>
                </a:lnTo>
                <a:lnTo>
                  <a:pt x="67348" y="367029"/>
                </a:lnTo>
                <a:lnTo>
                  <a:pt x="84734" y="367029"/>
                </a:lnTo>
                <a:lnTo>
                  <a:pt x="63842" y="384810"/>
                </a:lnTo>
                <a:close/>
              </a:path>
              <a:path w="467359" h="400050">
                <a:moveTo>
                  <a:pt x="286029" y="38100"/>
                </a:moveTo>
                <a:lnTo>
                  <a:pt x="275589" y="35560"/>
                </a:lnTo>
                <a:lnTo>
                  <a:pt x="276364" y="35560"/>
                </a:lnTo>
                <a:lnTo>
                  <a:pt x="265734" y="33020"/>
                </a:lnTo>
                <a:lnTo>
                  <a:pt x="261340" y="33020"/>
                </a:lnTo>
                <a:lnTo>
                  <a:pt x="255917" y="31750"/>
                </a:lnTo>
                <a:lnTo>
                  <a:pt x="353415" y="31750"/>
                </a:lnTo>
                <a:lnTo>
                  <a:pt x="355841" y="33020"/>
                </a:lnTo>
                <a:lnTo>
                  <a:pt x="361487" y="36829"/>
                </a:lnTo>
                <a:lnTo>
                  <a:pt x="285267" y="36829"/>
                </a:lnTo>
                <a:lnTo>
                  <a:pt x="286029" y="38100"/>
                </a:lnTo>
                <a:close/>
              </a:path>
              <a:path w="467359" h="400050">
                <a:moveTo>
                  <a:pt x="185254" y="38100"/>
                </a:moveTo>
                <a:lnTo>
                  <a:pt x="186016" y="36829"/>
                </a:lnTo>
                <a:lnTo>
                  <a:pt x="190474" y="36829"/>
                </a:lnTo>
                <a:lnTo>
                  <a:pt x="185254" y="38100"/>
                </a:lnTo>
                <a:close/>
              </a:path>
              <a:path w="467359" h="400050">
                <a:moveTo>
                  <a:pt x="295516" y="40639"/>
                </a:moveTo>
                <a:lnTo>
                  <a:pt x="285267" y="36829"/>
                </a:lnTo>
                <a:lnTo>
                  <a:pt x="361487" y="36829"/>
                </a:lnTo>
                <a:lnTo>
                  <a:pt x="365251" y="39370"/>
                </a:lnTo>
                <a:lnTo>
                  <a:pt x="294754" y="39370"/>
                </a:lnTo>
                <a:lnTo>
                  <a:pt x="295516" y="40639"/>
                </a:lnTo>
                <a:close/>
              </a:path>
              <a:path w="467359" h="400050">
                <a:moveTo>
                  <a:pt x="175767" y="40639"/>
                </a:moveTo>
                <a:lnTo>
                  <a:pt x="176529" y="39370"/>
                </a:lnTo>
                <a:lnTo>
                  <a:pt x="179184" y="39370"/>
                </a:lnTo>
                <a:lnTo>
                  <a:pt x="175767" y="40639"/>
                </a:lnTo>
                <a:close/>
              </a:path>
              <a:path w="467359" h="400050">
                <a:moveTo>
                  <a:pt x="331317" y="55879"/>
                </a:moveTo>
                <a:lnTo>
                  <a:pt x="322008" y="50800"/>
                </a:lnTo>
                <a:lnTo>
                  <a:pt x="322707" y="50800"/>
                </a:lnTo>
                <a:lnTo>
                  <a:pt x="313143" y="46989"/>
                </a:lnTo>
                <a:lnTo>
                  <a:pt x="313855" y="46989"/>
                </a:lnTo>
                <a:lnTo>
                  <a:pt x="304050" y="43179"/>
                </a:lnTo>
                <a:lnTo>
                  <a:pt x="304787" y="43179"/>
                </a:lnTo>
                <a:lnTo>
                  <a:pt x="294754" y="39370"/>
                </a:lnTo>
                <a:lnTo>
                  <a:pt x="365251" y="39370"/>
                </a:lnTo>
                <a:lnTo>
                  <a:pt x="374332" y="45720"/>
                </a:lnTo>
                <a:lnTo>
                  <a:pt x="383082" y="52070"/>
                </a:lnTo>
                <a:lnTo>
                  <a:pt x="385885" y="54610"/>
                </a:lnTo>
                <a:lnTo>
                  <a:pt x="330644" y="54610"/>
                </a:lnTo>
                <a:lnTo>
                  <a:pt x="331317" y="55879"/>
                </a:lnTo>
                <a:close/>
              </a:path>
              <a:path w="467359" h="400050">
                <a:moveTo>
                  <a:pt x="139966" y="55879"/>
                </a:moveTo>
                <a:lnTo>
                  <a:pt x="140639" y="54610"/>
                </a:lnTo>
                <a:lnTo>
                  <a:pt x="142293" y="54610"/>
                </a:lnTo>
                <a:lnTo>
                  <a:pt x="139966" y="55879"/>
                </a:lnTo>
                <a:close/>
              </a:path>
              <a:path w="467359" h="400050">
                <a:moveTo>
                  <a:pt x="347789" y="66039"/>
                </a:moveTo>
                <a:lnTo>
                  <a:pt x="339026" y="59689"/>
                </a:lnTo>
                <a:lnTo>
                  <a:pt x="339686" y="59689"/>
                </a:lnTo>
                <a:lnTo>
                  <a:pt x="330644" y="54610"/>
                </a:lnTo>
                <a:lnTo>
                  <a:pt x="385885" y="54610"/>
                </a:lnTo>
                <a:lnTo>
                  <a:pt x="391490" y="59689"/>
                </a:lnTo>
                <a:lnTo>
                  <a:pt x="396858" y="64770"/>
                </a:lnTo>
                <a:lnTo>
                  <a:pt x="347154" y="64770"/>
                </a:lnTo>
                <a:lnTo>
                  <a:pt x="347789" y="66039"/>
                </a:lnTo>
                <a:close/>
              </a:path>
              <a:path w="467359" h="400050">
                <a:moveTo>
                  <a:pt x="123494" y="66039"/>
                </a:moveTo>
                <a:lnTo>
                  <a:pt x="124129" y="64770"/>
                </a:lnTo>
                <a:lnTo>
                  <a:pt x="125244" y="64770"/>
                </a:lnTo>
                <a:lnTo>
                  <a:pt x="123494" y="66039"/>
                </a:lnTo>
                <a:close/>
              </a:path>
              <a:path w="467359" h="400050">
                <a:moveTo>
                  <a:pt x="363169" y="77470"/>
                </a:moveTo>
                <a:lnTo>
                  <a:pt x="355015" y="71120"/>
                </a:lnTo>
                <a:lnTo>
                  <a:pt x="355625" y="71120"/>
                </a:lnTo>
                <a:lnTo>
                  <a:pt x="347154" y="64770"/>
                </a:lnTo>
                <a:lnTo>
                  <a:pt x="396858" y="64770"/>
                </a:lnTo>
                <a:lnTo>
                  <a:pt x="399541" y="67310"/>
                </a:lnTo>
                <a:lnTo>
                  <a:pt x="407212" y="74929"/>
                </a:lnTo>
                <a:lnTo>
                  <a:pt x="408254" y="76200"/>
                </a:lnTo>
                <a:lnTo>
                  <a:pt x="362585" y="76200"/>
                </a:lnTo>
                <a:lnTo>
                  <a:pt x="363169" y="77470"/>
                </a:lnTo>
                <a:close/>
              </a:path>
              <a:path w="467359" h="400050">
                <a:moveTo>
                  <a:pt x="108115" y="77470"/>
                </a:moveTo>
                <a:lnTo>
                  <a:pt x="108699" y="76200"/>
                </a:lnTo>
                <a:lnTo>
                  <a:pt x="109745" y="76200"/>
                </a:lnTo>
                <a:lnTo>
                  <a:pt x="108115" y="77470"/>
                </a:lnTo>
                <a:close/>
              </a:path>
              <a:path w="467359" h="400050">
                <a:moveTo>
                  <a:pt x="370420" y="83820"/>
                </a:moveTo>
                <a:lnTo>
                  <a:pt x="362585" y="76200"/>
                </a:lnTo>
                <a:lnTo>
                  <a:pt x="408254" y="76200"/>
                </a:lnTo>
                <a:lnTo>
                  <a:pt x="413461" y="82550"/>
                </a:lnTo>
                <a:lnTo>
                  <a:pt x="369862" y="82550"/>
                </a:lnTo>
                <a:lnTo>
                  <a:pt x="370420" y="83820"/>
                </a:lnTo>
                <a:close/>
              </a:path>
              <a:path w="467359" h="400050">
                <a:moveTo>
                  <a:pt x="100863" y="83820"/>
                </a:moveTo>
                <a:lnTo>
                  <a:pt x="101422" y="82550"/>
                </a:lnTo>
                <a:lnTo>
                  <a:pt x="102169" y="82550"/>
                </a:lnTo>
                <a:lnTo>
                  <a:pt x="100863" y="83820"/>
                </a:lnTo>
                <a:close/>
              </a:path>
              <a:path w="467359" h="400050">
                <a:moveTo>
                  <a:pt x="377355" y="90170"/>
                </a:moveTo>
                <a:lnTo>
                  <a:pt x="369862" y="82550"/>
                </a:lnTo>
                <a:lnTo>
                  <a:pt x="413461" y="82550"/>
                </a:lnTo>
                <a:lnTo>
                  <a:pt x="414502" y="83820"/>
                </a:lnTo>
                <a:lnTo>
                  <a:pt x="418428" y="88900"/>
                </a:lnTo>
                <a:lnTo>
                  <a:pt x="376821" y="88900"/>
                </a:lnTo>
                <a:lnTo>
                  <a:pt x="377355" y="90170"/>
                </a:lnTo>
                <a:close/>
              </a:path>
              <a:path w="467359" h="400050">
                <a:moveTo>
                  <a:pt x="93929" y="90170"/>
                </a:moveTo>
                <a:lnTo>
                  <a:pt x="94462" y="88900"/>
                </a:lnTo>
                <a:lnTo>
                  <a:pt x="95178" y="88900"/>
                </a:lnTo>
                <a:lnTo>
                  <a:pt x="93929" y="90170"/>
                </a:lnTo>
                <a:close/>
              </a:path>
              <a:path w="467359" h="400050">
                <a:moveTo>
                  <a:pt x="406933" y="128270"/>
                </a:moveTo>
                <a:lnTo>
                  <a:pt x="401319" y="119379"/>
                </a:lnTo>
                <a:lnTo>
                  <a:pt x="401739" y="119379"/>
                </a:lnTo>
                <a:lnTo>
                  <a:pt x="395719" y="111760"/>
                </a:lnTo>
                <a:lnTo>
                  <a:pt x="396176" y="111760"/>
                </a:lnTo>
                <a:lnTo>
                  <a:pt x="389763" y="104139"/>
                </a:lnTo>
                <a:lnTo>
                  <a:pt x="390245" y="104139"/>
                </a:lnTo>
                <a:lnTo>
                  <a:pt x="383463" y="96520"/>
                </a:lnTo>
                <a:lnTo>
                  <a:pt x="383971" y="96520"/>
                </a:lnTo>
                <a:lnTo>
                  <a:pt x="376821" y="88900"/>
                </a:lnTo>
                <a:lnTo>
                  <a:pt x="418428" y="88900"/>
                </a:lnTo>
                <a:lnTo>
                  <a:pt x="421373" y="92710"/>
                </a:lnTo>
                <a:lnTo>
                  <a:pt x="427837" y="101600"/>
                </a:lnTo>
                <a:lnTo>
                  <a:pt x="433870" y="110489"/>
                </a:lnTo>
                <a:lnTo>
                  <a:pt x="439445" y="120650"/>
                </a:lnTo>
                <a:lnTo>
                  <a:pt x="442644" y="127000"/>
                </a:lnTo>
                <a:lnTo>
                  <a:pt x="406526" y="127000"/>
                </a:lnTo>
                <a:lnTo>
                  <a:pt x="406933" y="128270"/>
                </a:lnTo>
                <a:close/>
              </a:path>
              <a:path w="467359" h="400050">
                <a:moveTo>
                  <a:pt x="64350" y="128270"/>
                </a:moveTo>
                <a:lnTo>
                  <a:pt x="64744" y="127000"/>
                </a:lnTo>
                <a:lnTo>
                  <a:pt x="65152" y="127000"/>
                </a:lnTo>
                <a:lnTo>
                  <a:pt x="64350" y="128270"/>
                </a:lnTo>
                <a:close/>
              </a:path>
              <a:path w="467359" h="400050">
                <a:moveTo>
                  <a:pt x="416128" y="144779"/>
                </a:moveTo>
                <a:lnTo>
                  <a:pt x="411365" y="135889"/>
                </a:lnTo>
                <a:lnTo>
                  <a:pt x="411734" y="135889"/>
                </a:lnTo>
                <a:lnTo>
                  <a:pt x="406526" y="127000"/>
                </a:lnTo>
                <a:lnTo>
                  <a:pt x="442644" y="127000"/>
                </a:lnTo>
                <a:lnTo>
                  <a:pt x="444563" y="130810"/>
                </a:lnTo>
                <a:lnTo>
                  <a:pt x="449211" y="140970"/>
                </a:lnTo>
                <a:lnTo>
                  <a:pt x="450249" y="143510"/>
                </a:lnTo>
                <a:lnTo>
                  <a:pt x="415797" y="143510"/>
                </a:lnTo>
                <a:lnTo>
                  <a:pt x="416128" y="144779"/>
                </a:lnTo>
                <a:close/>
              </a:path>
              <a:path w="467359" h="400050">
                <a:moveTo>
                  <a:pt x="55156" y="144779"/>
                </a:moveTo>
                <a:lnTo>
                  <a:pt x="55486" y="143510"/>
                </a:lnTo>
                <a:lnTo>
                  <a:pt x="55836" y="143510"/>
                </a:lnTo>
                <a:lnTo>
                  <a:pt x="55156" y="144779"/>
                </a:lnTo>
                <a:close/>
              </a:path>
              <a:path w="467359" h="400050">
                <a:moveTo>
                  <a:pt x="420115" y="153670"/>
                </a:moveTo>
                <a:lnTo>
                  <a:pt x="415797" y="143510"/>
                </a:lnTo>
                <a:lnTo>
                  <a:pt x="450249" y="143510"/>
                </a:lnTo>
                <a:lnTo>
                  <a:pt x="453364" y="151129"/>
                </a:lnTo>
                <a:lnTo>
                  <a:pt x="453769" y="152400"/>
                </a:lnTo>
                <a:lnTo>
                  <a:pt x="419811" y="152400"/>
                </a:lnTo>
                <a:lnTo>
                  <a:pt x="420115" y="153670"/>
                </a:lnTo>
                <a:close/>
              </a:path>
              <a:path w="467359" h="400050">
                <a:moveTo>
                  <a:pt x="51168" y="153670"/>
                </a:moveTo>
                <a:lnTo>
                  <a:pt x="51460" y="152400"/>
                </a:lnTo>
                <a:lnTo>
                  <a:pt x="51708" y="152400"/>
                </a:lnTo>
                <a:lnTo>
                  <a:pt x="51168" y="153670"/>
                </a:lnTo>
                <a:close/>
              </a:path>
              <a:path w="467359" h="400050">
                <a:moveTo>
                  <a:pt x="429488" y="181610"/>
                </a:moveTo>
                <a:lnTo>
                  <a:pt x="426580" y="171450"/>
                </a:lnTo>
                <a:lnTo>
                  <a:pt x="426808" y="171450"/>
                </a:lnTo>
                <a:lnTo>
                  <a:pt x="423417" y="162560"/>
                </a:lnTo>
                <a:lnTo>
                  <a:pt x="423684" y="162560"/>
                </a:lnTo>
                <a:lnTo>
                  <a:pt x="419811" y="152400"/>
                </a:lnTo>
                <a:lnTo>
                  <a:pt x="453769" y="152400"/>
                </a:lnTo>
                <a:lnTo>
                  <a:pt x="457009" y="162560"/>
                </a:lnTo>
                <a:lnTo>
                  <a:pt x="460133" y="172720"/>
                </a:lnTo>
                <a:lnTo>
                  <a:pt x="461860" y="180339"/>
                </a:lnTo>
                <a:lnTo>
                  <a:pt x="429285" y="180339"/>
                </a:lnTo>
                <a:lnTo>
                  <a:pt x="429488" y="181610"/>
                </a:lnTo>
                <a:close/>
              </a:path>
              <a:path w="467359" h="400050">
                <a:moveTo>
                  <a:pt x="41795" y="181610"/>
                </a:moveTo>
                <a:lnTo>
                  <a:pt x="41998" y="180339"/>
                </a:lnTo>
                <a:lnTo>
                  <a:pt x="42159" y="180339"/>
                </a:lnTo>
                <a:lnTo>
                  <a:pt x="41795" y="181610"/>
                </a:lnTo>
                <a:close/>
              </a:path>
              <a:path w="467359" h="400050">
                <a:moveTo>
                  <a:pt x="467258" y="240029"/>
                </a:moveTo>
                <a:lnTo>
                  <a:pt x="435495" y="240029"/>
                </a:lnTo>
                <a:lnTo>
                  <a:pt x="435610" y="226060"/>
                </a:lnTo>
                <a:lnTo>
                  <a:pt x="435343" y="219710"/>
                </a:lnTo>
                <a:lnTo>
                  <a:pt x="435076" y="215900"/>
                </a:lnTo>
                <a:lnTo>
                  <a:pt x="434632" y="210820"/>
                </a:lnTo>
                <a:lnTo>
                  <a:pt x="434047" y="205739"/>
                </a:lnTo>
                <a:lnTo>
                  <a:pt x="433349" y="200660"/>
                </a:lnTo>
                <a:lnTo>
                  <a:pt x="431533" y="190500"/>
                </a:lnTo>
                <a:lnTo>
                  <a:pt x="429285" y="180339"/>
                </a:lnTo>
                <a:lnTo>
                  <a:pt x="461860" y="180339"/>
                </a:lnTo>
                <a:lnTo>
                  <a:pt x="467131" y="219710"/>
                </a:lnTo>
                <a:lnTo>
                  <a:pt x="467360" y="224789"/>
                </a:lnTo>
                <a:lnTo>
                  <a:pt x="467258" y="240029"/>
                </a:lnTo>
                <a:close/>
              </a:path>
              <a:path w="467359" h="400050">
                <a:moveTo>
                  <a:pt x="39585" y="191770"/>
                </a:moveTo>
                <a:lnTo>
                  <a:pt x="39738" y="190500"/>
                </a:lnTo>
                <a:lnTo>
                  <a:pt x="39585" y="191770"/>
                </a:lnTo>
                <a:close/>
              </a:path>
              <a:path w="467359" h="400050">
                <a:moveTo>
                  <a:pt x="431698" y="191770"/>
                </a:moveTo>
                <a:lnTo>
                  <a:pt x="431430" y="190500"/>
                </a:lnTo>
                <a:lnTo>
                  <a:pt x="431698" y="191770"/>
                </a:lnTo>
                <a:close/>
              </a:path>
              <a:path w="467359" h="400050">
                <a:moveTo>
                  <a:pt x="35740" y="237489"/>
                </a:moveTo>
                <a:lnTo>
                  <a:pt x="35687" y="236220"/>
                </a:lnTo>
                <a:lnTo>
                  <a:pt x="35740" y="237489"/>
                </a:lnTo>
                <a:close/>
              </a:path>
              <a:path w="467359" h="400050">
                <a:moveTo>
                  <a:pt x="466045" y="256539"/>
                </a:moveTo>
                <a:lnTo>
                  <a:pt x="434124" y="256539"/>
                </a:lnTo>
                <a:lnTo>
                  <a:pt x="435025" y="247650"/>
                </a:lnTo>
                <a:lnTo>
                  <a:pt x="435521" y="238760"/>
                </a:lnTo>
                <a:lnTo>
                  <a:pt x="435495" y="240029"/>
                </a:lnTo>
                <a:lnTo>
                  <a:pt x="467258" y="240029"/>
                </a:lnTo>
                <a:lnTo>
                  <a:pt x="467149" y="242570"/>
                </a:lnTo>
                <a:lnTo>
                  <a:pt x="466648" y="250189"/>
                </a:lnTo>
                <a:lnTo>
                  <a:pt x="466045" y="256539"/>
                </a:lnTo>
                <a:close/>
              </a:path>
              <a:path w="467359" h="400050">
                <a:moveTo>
                  <a:pt x="37094" y="255270"/>
                </a:moveTo>
                <a:lnTo>
                  <a:pt x="36931" y="254000"/>
                </a:lnTo>
                <a:lnTo>
                  <a:pt x="37094" y="255270"/>
                </a:lnTo>
                <a:close/>
              </a:path>
              <a:path w="467359" h="400050">
                <a:moveTo>
                  <a:pt x="462031" y="280670"/>
                </a:moveTo>
                <a:lnTo>
                  <a:pt x="429666" y="280670"/>
                </a:lnTo>
                <a:lnTo>
                  <a:pt x="431596" y="271779"/>
                </a:lnTo>
                <a:lnTo>
                  <a:pt x="433057" y="264160"/>
                </a:lnTo>
                <a:lnTo>
                  <a:pt x="434200" y="255270"/>
                </a:lnTo>
                <a:lnTo>
                  <a:pt x="434124" y="256539"/>
                </a:lnTo>
                <a:lnTo>
                  <a:pt x="466045" y="256539"/>
                </a:lnTo>
                <a:lnTo>
                  <a:pt x="465683" y="260350"/>
                </a:lnTo>
                <a:lnTo>
                  <a:pt x="464337" y="269239"/>
                </a:lnTo>
                <a:lnTo>
                  <a:pt x="462622" y="278129"/>
                </a:lnTo>
                <a:lnTo>
                  <a:pt x="462031" y="280670"/>
                </a:lnTo>
                <a:close/>
              </a:path>
              <a:path w="467359" h="400050">
                <a:moveTo>
                  <a:pt x="38813" y="266700"/>
                </a:moveTo>
                <a:lnTo>
                  <a:pt x="38658" y="266700"/>
                </a:lnTo>
                <a:lnTo>
                  <a:pt x="38582" y="265429"/>
                </a:lnTo>
                <a:lnTo>
                  <a:pt x="38813" y="266700"/>
                </a:lnTo>
                <a:close/>
              </a:path>
              <a:path w="467359" h="400050">
                <a:moveTo>
                  <a:pt x="460206" y="288289"/>
                </a:moveTo>
                <a:lnTo>
                  <a:pt x="427570" y="288289"/>
                </a:lnTo>
                <a:lnTo>
                  <a:pt x="429818" y="279400"/>
                </a:lnTo>
                <a:lnTo>
                  <a:pt x="429666" y="280670"/>
                </a:lnTo>
                <a:lnTo>
                  <a:pt x="462031" y="280670"/>
                </a:lnTo>
                <a:lnTo>
                  <a:pt x="460552" y="287020"/>
                </a:lnTo>
                <a:lnTo>
                  <a:pt x="460206" y="288289"/>
                </a:lnTo>
                <a:close/>
              </a:path>
              <a:path w="467359" h="400050">
                <a:moveTo>
                  <a:pt x="42570" y="283210"/>
                </a:moveTo>
                <a:lnTo>
                  <a:pt x="42354" y="283210"/>
                </a:lnTo>
                <a:lnTo>
                  <a:pt x="42240" y="281939"/>
                </a:lnTo>
                <a:lnTo>
                  <a:pt x="42570" y="283210"/>
                </a:lnTo>
                <a:close/>
              </a:path>
              <a:path w="467359" h="400050">
                <a:moveTo>
                  <a:pt x="458127" y="295910"/>
                </a:moveTo>
                <a:lnTo>
                  <a:pt x="425170" y="295910"/>
                </a:lnTo>
                <a:lnTo>
                  <a:pt x="427748" y="287020"/>
                </a:lnTo>
                <a:lnTo>
                  <a:pt x="427570" y="288289"/>
                </a:lnTo>
                <a:lnTo>
                  <a:pt x="460206" y="288289"/>
                </a:lnTo>
                <a:lnTo>
                  <a:pt x="458127" y="295910"/>
                </a:lnTo>
                <a:close/>
              </a:path>
              <a:path w="467359" h="400050">
                <a:moveTo>
                  <a:pt x="450790" y="317500"/>
                </a:moveTo>
                <a:lnTo>
                  <a:pt x="416267" y="317500"/>
                </a:lnTo>
                <a:lnTo>
                  <a:pt x="419760" y="309879"/>
                </a:lnTo>
                <a:lnTo>
                  <a:pt x="419519" y="309879"/>
                </a:lnTo>
                <a:lnTo>
                  <a:pt x="422706" y="302260"/>
                </a:lnTo>
                <a:lnTo>
                  <a:pt x="422490" y="302260"/>
                </a:lnTo>
                <a:lnTo>
                  <a:pt x="425373" y="294639"/>
                </a:lnTo>
                <a:lnTo>
                  <a:pt x="425170" y="295910"/>
                </a:lnTo>
                <a:lnTo>
                  <a:pt x="458127" y="295910"/>
                </a:lnTo>
                <a:lnTo>
                  <a:pt x="455358" y="304800"/>
                </a:lnTo>
                <a:lnTo>
                  <a:pt x="452259" y="313689"/>
                </a:lnTo>
                <a:lnTo>
                  <a:pt x="450790" y="317500"/>
                </a:lnTo>
                <a:close/>
              </a:path>
              <a:path w="467359" h="400050">
                <a:moveTo>
                  <a:pt x="83726" y="347979"/>
                </a:moveTo>
                <a:lnTo>
                  <a:pt x="73380" y="347979"/>
                </a:lnTo>
                <a:lnTo>
                  <a:pt x="67290" y="338735"/>
                </a:lnTo>
                <a:lnTo>
                  <a:pt x="67208" y="298450"/>
                </a:lnTo>
                <a:lnTo>
                  <a:pt x="83726" y="347979"/>
                </a:lnTo>
                <a:close/>
              </a:path>
              <a:path w="467359" h="400050">
                <a:moveTo>
                  <a:pt x="49679" y="304800"/>
                </a:moveTo>
                <a:lnTo>
                  <a:pt x="49390" y="304800"/>
                </a:lnTo>
                <a:lnTo>
                  <a:pt x="49225" y="303529"/>
                </a:lnTo>
                <a:lnTo>
                  <a:pt x="49679" y="304800"/>
                </a:lnTo>
                <a:close/>
              </a:path>
              <a:path w="467359" h="400050">
                <a:moveTo>
                  <a:pt x="51818" y="309879"/>
                </a:moveTo>
                <a:lnTo>
                  <a:pt x="51498" y="309879"/>
                </a:lnTo>
                <a:lnTo>
                  <a:pt x="51333" y="308610"/>
                </a:lnTo>
                <a:lnTo>
                  <a:pt x="51818" y="309879"/>
                </a:lnTo>
                <a:close/>
              </a:path>
              <a:path w="467359" h="400050">
                <a:moveTo>
                  <a:pt x="54096" y="314960"/>
                </a:moveTo>
                <a:lnTo>
                  <a:pt x="53759" y="314960"/>
                </a:lnTo>
                <a:lnTo>
                  <a:pt x="53581" y="313689"/>
                </a:lnTo>
                <a:lnTo>
                  <a:pt x="54096" y="314960"/>
                </a:lnTo>
                <a:close/>
              </a:path>
              <a:path w="467359" h="400050">
                <a:moveTo>
                  <a:pt x="444501" y="331470"/>
                </a:moveTo>
                <a:lnTo>
                  <a:pt x="408978" y="331470"/>
                </a:lnTo>
                <a:lnTo>
                  <a:pt x="413042" y="323850"/>
                </a:lnTo>
                <a:lnTo>
                  <a:pt x="412749" y="323850"/>
                </a:lnTo>
                <a:lnTo>
                  <a:pt x="416534" y="316229"/>
                </a:lnTo>
                <a:lnTo>
                  <a:pt x="416267" y="317500"/>
                </a:lnTo>
                <a:lnTo>
                  <a:pt x="450790" y="317500"/>
                </a:lnTo>
                <a:lnTo>
                  <a:pt x="448830" y="322579"/>
                </a:lnTo>
                <a:lnTo>
                  <a:pt x="445084" y="330200"/>
                </a:lnTo>
                <a:lnTo>
                  <a:pt x="444501" y="331470"/>
                </a:lnTo>
                <a:close/>
              </a:path>
              <a:path w="467359" h="400050">
                <a:moveTo>
                  <a:pt x="56502" y="320039"/>
                </a:moveTo>
                <a:lnTo>
                  <a:pt x="56159" y="320039"/>
                </a:lnTo>
                <a:lnTo>
                  <a:pt x="55956" y="318770"/>
                </a:lnTo>
                <a:lnTo>
                  <a:pt x="56502" y="320039"/>
                </a:lnTo>
                <a:close/>
              </a:path>
              <a:path w="467359" h="400050">
                <a:moveTo>
                  <a:pt x="59188" y="325120"/>
                </a:moveTo>
                <a:lnTo>
                  <a:pt x="58686" y="325120"/>
                </a:lnTo>
                <a:lnTo>
                  <a:pt x="58470" y="323850"/>
                </a:lnTo>
                <a:lnTo>
                  <a:pt x="59188" y="325120"/>
                </a:lnTo>
                <a:close/>
              </a:path>
              <a:path w="467359" h="400050">
                <a:moveTo>
                  <a:pt x="421970" y="369570"/>
                </a:moveTo>
                <a:lnTo>
                  <a:pt x="396125" y="350520"/>
                </a:lnTo>
                <a:lnTo>
                  <a:pt x="401002" y="344170"/>
                </a:lnTo>
                <a:lnTo>
                  <a:pt x="400659" y="344170"/>
                </a:lnTo>
                <a:lnTo>
                  <a:pt x="405269" y="337820"/>
                </a:lnTo>
                <a:lnTo>
                  <a:pt x="404939" y="337820"/>
                </a:lnTo>
                <a:lnTo>
                  <a:pt x="409282" y="330200"/>
                </a:lnTo>
                <a:lnTo>
                  <a:pt x="408978" y="331470"/>
                </a:lnTo>
                <a:lnTo>
                  <a:pt x="444501" y="331470"/>
                </a:lnTo>
                <a:lnTo>
                  <a:pt x="441007" y="339089"/>
                </a:lnTo>
                <a:lnTo>
                  <a:pt x="436651" y="346710"/>
                </a:lnTo>
                <a:lnTo>
                  <a:pt x="431977" y="354329"/>
                </a:lnTo>
                <a:lnTo>
                  <a:pt x="427024" y="361950"/>
                </a:lnTo>
                <a:lnTo>
                  <a:pt x="421970" y="369570"/>
                </a:lnTo>
                <a:close/>
              </a:path>
              <a:path w="467359" h="400050">
                <a:moveTo>
                  <a:pt x="67291" y="339089"/>
                </a:moveTo>
                <a:lnTo>
                  <a:pt x="67055" y="339089"/>
                </a:lnTo>
                <a:lnTo>
                  <a:pt x="66687" y="337820"/>
                </a:lnTo>
                <a:lnTo>
                  <a:pt x="67290" y="338735"/>
                </a:lnTo>
                <a:lnTo>
                  <a:pt x="67291" y="339089"/>
                </a:lnTo>
                <a:close/>
              </a:path>
              <a:path w="467359" h="400050">
                <a:moveTo>
                  <a:pt x="84734" y="367029"/>
                </a:moveTo>
                <a:lnTo>
                  <a:pt x="67348" y="367029"/>
                </a:lnTo>
                <a:lnTo>
                  <a:pt x="67290" y="338735"/>
                </a:lnTo>
                <a:lnTo>
                  <a:pt x="72543" y="346710"/>
                </a:lnTo>
                <a:lnTo>
                  <a:pt x="72186" y="346710"/>
                </a:lnTo>
                <a:lnTo>
                  <a:pt x="87718" y="364489"/>
                </a:lnTo>
                <a:lnTo>
                  <a:pt x="84734" y="367029"/>
                </a:lnTo>
                <a:close/>
              </a:path>
              <a:path w="467359" h="400050">
                <a:moveTo>
                  <a:pt x="96009" y="384810"/>
                </a:moveTo>
                <a:lnTo>
                  <a:pt x="63842" y="384810"/>
                </a:lnTo>
                <a:lnTo>
                  <a:pt x="87718" y="364489"/>
                </a:lnTo>
                <a:lnTo>
                  <a:pt x="72186" y="346710"/>
                </a:lnTo>
                <a:lnTo>
                  <a:pt x="73380" y="347979"/>
                </a:lnTo>
                <a:lnTo>
                  <a:pt x="83726" y="347979"/>
                </a:lnTo>
                <a:lnTo>
                  <a:pt x="96009" y="384810"/>
                </a:lnTo>
                <a:close/>
              </a:path>
              <a:path w="467359" h="400050">
                <a:moveTo>
                  <a:pt x="73380" y="347979"/>
                </a:moveTo>
                <a:lnTo>
                  <a:pt x="72186" y="346710"/>
                </a:lnTo>
                <a:lnTo>
                  <a:pt x="72543" y="346710"/>
                </a:lnTo>
                <a:lnTo>
                  <a:pt x="73380" y="347979"/>
                </a:lnTo>
                <a:close/>
              </a:path>
              <a:path w="467359" h="400050">
                <a:moveTo>
                  <a:pt x="101091" y="400050"/>
                </a:moveTo>
                <a:lnTo>
                  <a:pt x="0" y="367029"/>
                </a:lnTo>
                <a:lnTo>
                  <a:pt x="47663" y="367029"/>
                </a:lnTo>
                <a:lnTo>
                  <a:pt x="63842" y="384810"/>
                </a:lnTo>
                <a:lnTo>
                  <a:pt x="96009" y="384810"/>
                </a:lnTo>
                <a:lnTo>
                  <a:pt x="101091" y="400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292720" y="4433074"/>
            <a:ext cx="242646" cy="242570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647862" y="4430293"/>
            <a:ext cx="242389" cy="242570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363739" y="3974007"/>
            <a:ext cx="95250" cy="530225"/>
          </a:xfrm>
          <a:custGeom>
            <a:avLst/>
            <a:gdLst/>
            <a:ahLst/>
            <a:cxnLst/>
            <a:rect l="l" t="t" r="r" b="b"/>
            <a:pathLst>
              <a:path w="95250" h="530225">
                <a:moveTo>
                  <a:pt x="0" y="95529"/>
                </a:moveTo>
                <a:lnTo>
                  <a:pt x="47053" y="0"/>
                </a:lnTo>
                <a:lnTo>
                  <a:pt x="83255" y="71335"/>
                </a:lnTo>
                <a:lnTo>
                  <a:pt x="63360" y="71335"/>
                </a:lnTo>
                <a:lnTo>
                  <a:pt x="31610" y="71526"/>
                </a:lnTo>
                <a:lnTo>
                  <a:pt x="31751" y="95343"/>
                </a:lnTo>
                <a:lnTo>
                  <a:pt x="0" y="95529"/>
                </a:lnTo>
                <a:close/>
              </a:path>
              <a:path w="95250" h="530225">
                <a:moveTo>
                  <a:pt x="31751" y="95343"/>
                </a:moveTo>
                <a:lnTo>
                  <a:pt x="31610" y="71526"/>
                </a:lnTo>
                <a:lnTo>
                  <a:pt x="63360" y="71335"/>
                </a:lnTo>
                <a:lnTo>
                  <a:pt x="63501" y="95156"/>
                </a:lnTo>
                <a:lnTo>
                  <a:pt x="31751" y="95343"/>
                </a:lnTo>
                <a:close/>
              </a:path>
              <a:path w="95250" h="530225">
                <a:moveTo>
                  <a:pt x="63501" y="95156"/>
                </a:moveTo>
                <a:lnTo>
                  <a:pt x="63360" y="71335"/>
                </a:lnTo>
                <a:lnTo>
                  <a:pt x="83255" y="71335"/>
                </a:lnTo>
                <a:lnTo>
                  <a:pt x="95250" y="94970"/>
                </a:lnTo>
                <a:lnTo>
                  <a:pt x="63501" y="95156"/>
                </a:lnTo>
                <a:close/>
              </a:path>
              <a:path w="95250" h="530225">
                <a:moveTo>
                  <a:pt x="34328" y="530174"/>
                </a:moveTo>
                <a:lnTo>
                  <a:pt x="31751" y="95343"/>
                </a:lnTo>
                <a:lnTo>
                  <a:pt x="63501" y="95156"/>
                </a:lnTo>
                <a:lnTo>
                  <a:pt x="66078" y="529983"/>
                </a:lnTo>
                <a:lnTo>
                  <a:pt x="34328" y="5301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7471079" y="3900004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5716371" y="4581067"/>
            <a:ext cx="95250" cy="514350"/>
          </a:xfrm>
          <a:custGeom>
            <a:avLst/>
            <a:gdLst/>
            <a:ahLst/>
            <a:cxnLst/>
            <a:rect l="l" t="t" r="r" b="b"/>
            <a:pathLst>
              <a:path w="95250" h="514350">
                <a:moveTo>
                  <a:pt x="31752" y="418956"/>
                </a:moveTo>
                <a:lnTo>
                  <a:pt x="31356" y="25"/>
                </a:lnTo>
                <a:lnTo>
                  <a:pt x="63106" y="0"/>
                </a:lnTo>
                <a:lnTo>
                  <a:pt x="63502" y="418926"/>
                </a:lnTo>
                <a:lnTo>
                  <a:pt x="31752" y="418956"/>
                </a:lnTo>
                <a:close/>
              </a:path>
              <a:path w="95250" h="514350">
                <a:moveTo>
                  <a:pt x="83348" y="442760"/>
                </a:moveTo>
                <a:lnTo>
                  <a:pt x="31775" y="442760"/>
                </a:lnTo>
                <a:lnTo>
                  <a:pt x="63525" y="442734"/>
                </a:lnTo>
                <a:lnTo>
                  <a:pt x="63502" y="418926"/>
                </a:lnTo>
                <a:lnTo>
                  <a:pt x="95250" y="418896"/>
                </a:lnTo>
                <a:lnTo>
                  <a:pt x="83348" y="442760"/>
                </a:lnTo>
                <a:close/>
              </a:path>
              <a:path w="95250" h="514350">
                <a:moveTo>
                  <a:pt x="31775" y="442760"/>
                </a:moveTo>
                <a:lnTo>
                  <a:pt x="31752" y="418956"/>
                </a:lnTo>
                <a:lnTo>
                  <a:pt x="63502" y="418926"/>
                </a:lnTo>
                <a:lnTo>
                  <a:pt x="63525" y="442734"/>
                </a:lnTo>
                <a:lnTo>
                  <a:pt x="31775" y="442760"/>
                </a:lnTo>
                <a:close/>
              </a:path>
              <a:path w="95250" h="514350">
                <a:moveTo>
                  <a:pt x="47726" y="514184"/>
                </a:moveTo>
                <a:lnTo>
                  <a:pt x="0" y="418985"/>
                </a:lnTo>
                <a:lnTo>
                  <a:pt x="31752" y="418956"/>
                </a:lnTo>
                <a:lnTo>
                  <a:pt x="31775" y="442760"/>
                </a:lnTo>
                <a:lnTo>
                  <a:pt x="83348" y="442760"/>
                </a:lnTo>
                <a:lnTo>
                  <a:pt x="47726" y="514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5538990" y="4863236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5717540" y="3902722"/>
            <a:ext cx="95250" cy="535940"/>
          </a:xfrm>
          <a:custGeom>
            <a:avLst/>
            <a:gdLst/>
            <a:ahLst/>
            <a:cxnLst/>
            <a:rect l="l" t="t" r="r" b="b"/>
            <a:pathLst>
              <a:path w="95250" h="535939">
                <a:moveTo>
                  <a:pt x="31750" y="95250"/>
                </a:moveTo>
                <a:lnTo>
                  <a:pt x="0" y="95250"/>
                </a:lnTo>
                <a:lnTo>
                  <a:pt x="47625" y="0"/>
                </a:lnTo>
                <a:lnTo>
                  <a:pt x="83343" y="71437"/>
                </a:lnTo>
                <a:lnTo>
                  <a:pt x="31750" y="71437"/>
                </a:lnTo>
                <a:lnTo>
                  <a:pt x="31750" y="95250"/>
                </a:lnTo>
                <a:close/>
              </a:path>
              <a:path w="95250" h="535939">
                <a:moveTo>
                  <a:pt x="63500" y="535927"/>
                </a:moveTo>
                <a:lnTo>
                  <a:pt x="31750" y="535927"/>
                </a:lnTo>
                <a:lnTo>
                  <a:pt x="31750" y="71437"/>
                </a:lnTo>
                <a:lnTo>
                  <a:pt x="63500" y="71437"/>
                </a:lnTo>
                <a:lnTo>
                  <a:pt x="63500" y="535927"/>
                </a:lnTo>
                <a:close/>
              </a:path>
              <a:path w="95250" h="535939">
                <a:moveTo>
                  <a:pt x="95250" y="95250"/>
                </a:moveTo>
                <a:lnTo>
                  <a:pt x="63500" y="95250"/>
                </a:lnTo>
                <a:lnTo>
                  <a:pt x="63500" y="71437"/>
                </a:lnTo>
                <a:lnTo>
                  <a:pt x="83343" y="71437"/>
                </a:lnTo>
                <a:lnTo>
                  <a:pt x="95250" y="9525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5514085" y="3906113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4471C4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370444" y="4681397"/>
            <a:ext cx="95250" cy="535305"/>
          </a:xfrm>
          <a:custGeom>
            <a:avLst/>
            <a:gdLst/>
            <a:ahLst/>
            <a:cxnLst/>
            <a:rect l="l" t="t" r="r" b="b"/>
            <a:pathLst>
              <a:path w="95250" h="535304">
                <a:moveTo>
                  <a:pt x="63500" y="463829"/>
                </a:moveTo>
                <a:lnTo>
                  <a:pt x="31750" y="463829"/>
                </a:lnTo>
                <a:lnTo>
                  <a:pt x="31750" y="0"/>
                </a:lnTo>
                <a:lnTo>
                  <a:pt x="63500" y="0"/>
                </a:lnTo>
                <a:lnTo>
                  <a:pt x="63500" y="463829"/>
                </a:lnTo>
                <a:close/>
              </a:path>
              <a:path w="95250" h="535304">
                <a:moveTo>
                  <a:pt x="47625" y="535266"/>
                </a:moveTo>
                <a:lnTo>
                  <a:pt x="0" y="440016"/>
                </a:lnTo>
                <a:lnTo>
                  <a:pt x="31750" y="440016"/>
                </a:lnTo>
                <a:lnTo>
                  <a:pt x="31750" y="463829"/>
                </a:lnTo>
                <a:lnTo>
                  <a:pt x="83343" y="463829"/>
                </a:lnTo>
                <a:lnTo>
                  <a:pt x="47625" y="535266"/>
                </a:lnTo>
                <a:close/>
              </a:path>
              <a:path w="95250" h="535304">
                <a:moveTo>
                  <a:pt x="83343" y="463829"/>
                </a:moveTo>
                <a:lnTo>
                  <a:pt x="63500" y="463829"/>
                </a:lnTo>
                <a:lnTo>
                  <a:pt x="63500" y="440016"/>
                </a:lnTo>
                <a:lnTo>
                  <a:pt x="95250" y="440016"/>
                </a:lnTo>
                <a:lnTo>
                  <a:pt x="83343" y="46382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7514932" y="4892027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4471C4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1986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89148" y="17495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88791" y="1972055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30752" y="1375041"/>
            <a:ext cx="421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38055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93820" y="2685288"/>
            <a:ext cx="5155691" cy="3182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5707" y="201949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3720" y="1749551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1" y="0"/>
                </a:lnTo>
                <a:lnTo>
                  <a:pt x="362711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1840" y="197205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34485" y="1375028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1789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04299" y="3114420"/>
            <a:ext cx="2835275" cy="1714500"/>
          </a:xfrm>
          <a:custGeom>
            <a:avLst/>
            <a:gdLst/>
            <a:ahLst/>
            <a:cxnLst/>
            <a:rect l="l" t="t" r="r" b="b"/>
            <a:pathLst>
              <a:path w="2835275" h="1714500">
                <a:moveTo>
                  <a:pt x="2828620" y="1714258"/>
                </a:moveTo>
                <a:lnTo>
                  <a:pt x="6350" y="1714258"/>
                </a:lnTo>
                <a:lnTo>
                  <a:pt x="4381" y="1713953"/>
                </a:lnTo>
                <a:lnTo>
                  <a:pt x="2616" y="1713052"/>
                </a:lnTo>
                <a:lnTo>
                  <a:pt x="1206" y="1711642"/>
                </a:lnTo>
                <a:lnTo>
                  <a:pt x="304" y="1709877"/>
                </a:lnTo>
                <a:lnTo>
                  <a:pt x="0" y="1707908"/>
                </a:lnTo>
                <a:lnTo>
                  <a:pt x="0" y="6349"/>
                </a:lnTo>
                <a:lnTo>
                  <a:pt x="6350" y="0"/>
                </a:lnTo>
                <a:lnTo>
                  <a:pt x="2828620" y="0"/>
                </a:lnTo>
                <a:lnTo>
                  <a:pt x="2834970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1701558"/>
                </a:lnTo>
                <a:lnTo>
                  <a:pt x="6350" y="1701558"/>
                </a:lnTo>
                <a:lnTo>
                  <a:pt x="12700" y="1707908"/>
                </a:lnTo>
                <a:lnTo>
                  <a:pt x="2834970" y="1707908"/>
                </a:lnTo>
                <a:lnTo>
                  <a:pt x="2834652" y="1709877"/>
                </a:lnTo>
                <a:lnTo>
                  <a:pt x="2833751" y="1711642"/>
                </a:lnTo>
                <a:lnTo>
                  <a:pt x="2832341" y="1713052"/>
                </a:lnTo>
                <a:lnTo>
                  <a:pt x="2830576" y="1713953"/>
                </a:lnTo>
                <a:lnTo>
                  <a:pt x="2828620" y="1714258"/>
                </a:lnTo>
                <a:close/>
              </a:path>
              <a:path w="2835275" h="171450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2835275" h="1714500">
                <a:moveTo>
                  <a:pt x="2822270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2822270" y="6349"/>
                </a:lnTo>
                <a:lnTo>
                  <a:pt x="2822270" y="12699"/>
                </a:lnTo>
                <a:close/>
              </a:path>
              <a:path w="2835275" h="1714500">
                <a:moveTo>
                  <a:pt x="2822270" y="1707908"/>
                </a:moveTo>
                <a:lnTo>
                  <a:pt x="2822270" y="6349"/>
                </a:lnTo>
                <a:lnTo>
                  <a:pt x="2828620" y="12699"/>
                </a:lnTo>
                <a:lnTo>
                  <a:pt x="2834970" y="12699"/>
                </a:lnTo>
                <a:lnTo>
                  <a:pt x="2834970" y="1701558"/>
                </a:lnTo>
                <a:lnTo>
                  <a:pt x="2828620" y="1701558"/>
                </a:lnTo>
                <a:lnTo>
                  <a:pt x="2822270" y="1707908"/>
                </a:lnTo>
                <a:close/>
              </a:path>
              <a:path w="2835275" h="1714500">
                <a:moveTo>
                  <a:pt x="2834970" y="12699"/>
                </a:moveTo>
                <a:lnTo>
                  <a:pt x="2828620" y="12699"/>
                </a:lnTo>
                <a:lnTo>
                  <a:pt x="2822270" y="6349"/>
                </a:lnTo>
                <a:lnTo>
                  <a:pt x="2834970" y="6349"/>
                </a:lnTo>
                <a:lnTo>
                  <a:pt x="2834970" y="12699"/>
                </a:lnTo>
                <a:close/>
              </a:path>
              <a:path w="2835275" h="1714500">
                <a:moveTo>
                  <a:pt x="12700" y="1707908"/>
                </a:moveTo>
                <a:lnTo>
                  <a:pt x="6350" y="1701558"/>
                </a:lnTo>
                <a:lnTo>
                  <a:pt x="12700" y="1701558"/>
                </a:lnTo>
                <a:lnTo>
                  <a:pt x="12700" y="1707908"/>
                </a:lnTo>
                <a:close/>
              </a:path>
              <a:path w="2835275" h="1714500">
                <a:moveTo>
                  <a:pt x="2822270" y="1707908"/>
                </a:moveTo>
                <a:lnTo>
                  <a:pt x="12700" y="1707908"/>
                </a:lnTo>
                <a:lnTo>
                  <a:pt x="12700" y="1701558"/>
                </a:lnTo>
                <a:lnTo>
                  <a:pt x="2822270" y="1701558"/>
                </a:lnTo>
                <a:lnTo>
                  <a:pt x="2822270" y="1707908"/>
                </a:lnTo>
                <a:close/>
              </a:path>
              <a:path w="2835275" h="1714500">
                <a:moveTo>
                  <a:pt x="2834970" y="1707908"/>
                </a:moveTo>
                <a:lnTo>
                  <a:pt x="2822270" y="1707908"/>
                </a:lnTo>
                <a:lnTo>
                  <a:pt x="2828620" y="1701558"/>
                </a:lnTo>
                <a:lnTo>
                  <a:pt x="2834970" y="1701558"/>
                </a:lnTo>
                <a:lnTo>
                  <a:pt x="2834970" y="170790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089389" y="3087116"/>
            <a:ext cx="246380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533400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为什么磁电式 仪表的线圈要绕在 铝框上？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28359" y="2543555"/>
            <a:ext cx="3649980" cy="3334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44168" y="3109010"/>
            <a:ext cx="588645" cy="259715"/>
          </a:xfrm>
          <a:custGeom>
            <a:avLst/>
            <a:gdLst/>
            <a:ahLst/>
            <a:cxnLst/>
            <a:rect l="l" t="t" r="r" b="b"/>
            <a:pathLst>
              <a:path w="588645" h="259714">
                <a:moveTo>
                  <a:pt x="578980" y="259562"/>
                </a:moveTo>
                <a:lnTo>
                  <a:pt x="0" y="23520"/>
                </a:lnTo>
                <a:lnTo>
                  <a:pt x="9588" y="0"/>
                </a:lnTo>
                <a:lnTo>
                  <a:pt x="588568" y="236042"/>
                </a:lnTo>
                <a:lnTo>
                  <a:pt x="578980" y="2595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215236" y="3159442"/>
            <a:ext cx="687070" cy="394970"/>
          </a:xfrm>
          <a:custGeom>
            <a:avLst/>
            <a:gdLst/>
            <a:ahLst/>
            <a:cxnLst/>
            <a:rect l="l" t="t" r="r" b="b"/>
            <a:pathLst>
              <a:path w="687070" h="394970">
                <a:moveTo>
                  <a:pt x="673836" y="394741"/>
                </a:moveTo>
                <a:lnTo>
                  <a:pt x="12700" y="394741"/>
                </a:lnTo>
                <a:lnTo>
                  <a:pt x="10223" y="394487"/>
                </a:lnTo>
                <a:lnTo>
                  <a:pt x="0" y="382041"/>
                </a:lnTo>
                <a:lnTo>
                  <a:pt x="0" y="12700"/>
                </a:lnTo>
                <a:lnTo>
                  <a:pt x="12700" y="0"/>
                </a:lnTo>
                <a:lnTo>
                  <a:pt x="673836" y="0"/>
                </a:lnTo>
                <a:lnTo>
                  <a:pt x="686536" y="12700"/>
                </a:lnTo>
                <a:lnTo>
                  <a:pt x="25400" y="12700"/>
                </a:lnTo>
                <a:lnTo>
                  <a:pt x="12700" y="25400"/>
                </a:lnTo>
                <a:lnTo>
                  <a:pt x="25400" y="25400"/>
                </a:lnTo>
                <a:lnTo>
                  <a:pt x="25400" y="369341"/>
                </a:lnTo>
                <a:lnTo>
                  <a:pt x="12700" y="369341"/>
                </a:lnTo>
                <a:lnTo>
                  <a:pt x="25400" y="382041"/>
                </a:lnTo>
                <a:lnTo>
                  <a:pt x="686536" y="382041"/>
                </a:lnTo>
                <a:lnTo>
                  <a:pt x="686295" y="384517"/>
                </a:lnTo>
                <a:lnTo>
                  <a:pt x="676313" y="394487"/>
                </a:lnTo>
                <a:lnTo>
                  <a:pt x="673836" y="394741"/>
                </a:lnTo>
                <a:close/>
              </a:path>
              <a:path w="687070" h="394970">
                <a:moveTo>
                  <a:pt x="25400" y="25400"/>
                </a:moveTo>
                <a:lnTo>
                  <a:pt x="12700" y="25400"/>
                </a:lnTo>
                <a:lnTo>
                  <a:pt x="25400" y="12700"/>
                </a:lnTo>
                <a:lnTo>
                  <a:pt x="25400" y="25400"/>
                </a:lnTo>
                <a:close/>
              </a:path>
              <a:path w="687070" h="394970">
                <a:moveTo>
                  <a:pt x="661136" y="25400"/>
                </a:moveTo>
                <a:lnTo>
                  <a:pt x="25400" y="25400"/>
                </a:lnTo>
                <a:lnTo>
                  <a:pt x="25400" y="12700"/>
                </a:lnTo>
                <a:lnTo>
                  <a:pt x="661136" y="12700"/>
                </a:lnTo>
                <a:lnTo>
                  <a:pt x="661136" y="25400"/>
                </a:lnTo>
                <a:close/>
              </a:path>
              <a:path w="687070" h="394970">
                <a:moveTo>
                  <a:pt x="661136" y="382041"/>
                </a:moveTo>
                <a:lnTo>
                  <a:pt x="661136" y="12700"/>
                </a:lnTo>
                <a:lnTo>
                  <a:pt x="673836" y="25400"/>
                </a:lnTo>
                <a:lnTo>
                  <a:pt x="686536" y="25400"/>
                </a:lnTo>
                <a:lnTo>
                  <a:pt x="686536" y="369341"/>
                </a:lnTo>
                <a:lnTo>
                  <a:pt x="673836" y="369341"/>
                </a:lnTo>
                <a:lnTo>
                  <a:pt x="661136" y="382041"/>
                </a:lnTo>
                <a:close/>
              </a:path>
              <a:path w="687070" h="394970">
                <a:moveTo>
                  <a:pt x="686536" y="25400"/>
                </a:moveTo>
                <a:lnTo>
                  <a:pt x="673836" y="25400"/>
                </a:lnTo>
                <a:lnTo>
                  <a:pt x="661136" y="12700"/>
                </a:lnTo>
                <a:lnTo>
                  <a:pt x="686536" y="12700"/>
                </a:lnTo>
                <a:lnTo>
                  <a:pt x="686536" y="25400"/>
                </a:lnTo>
                <a:close/>
              </a:path>
              <a:path w="687070" h="394970">
                <a:moveTo>
                  <a:pt x="25400" y="382041"/>
                </a:moveTo>
                <a:lnTo>
                  <a:pt x="12700" y="369341"/>
                </a:lnTo>
                <a:lnTo>
                  <a:pt x="25400" y="369341"/>
                </a:lnTo>
                <a:lnTo>
                  <a:pt x="25400" y="382041"/>
                </a:lnTo>
                <a:close/>
              </a:path>
              <a:path w="687070" h="394970">
                <a:moveTo>
                  <a:pt x="661136" y="382041"/>
                </a:moveTo>
                <a:lnTo>
                  <a:pt x="25400" y="382041"/>
                </a:lnTo>
                <a:lnTo>
                  <a:pt x="25400" y="369341"/>
                </a:lnTo>
                <a:lnTo>
                  <a:pt x="661136" y="369341"/>
                </a:lnTo>
                <a:lnTo>
                  <a:pt x="661136" y="382041"/>
                </a:lnTo>
                <a:close/>
              </a:path>
              <a:path w="687070" h="394970">
                <a:moveTo>
                  <a:pt x="686536" y="382041"/>
                </a:moveTo>
                <a:lnTo>
                  <a:pt x="661136" y="382041"/>
                </a:lnTo>
                <a:lnTo>
                  <a:pt x="673836" y="369341"/>
                </a:lnTo>
                <a:lnTo>
                  <a:pt x="686536" y="369341"/>
                </a:lnTo>
                <a:lnTo>
                  <a:pt x="686536" y="38204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306675" y="3178492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华文楷体"/>
                <a:cs typeface="华文楷体"/>
              </a:rPr>
              <a:t>铝框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5529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2195" y="17495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1840" y="197205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34295" y="1375041"/>
            <a:ext cx="421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1598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98747" y="2670048"/>
            <a:ext cx="5748528" cy="3314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42309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80004" y="1749551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1" y="0"/>
                </a:lnTo>
                <a:lnTo>
                  <a:pt x="362711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79647" y="1972055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21087" y="1375041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8390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83314" y="3186302"/>
            <a:ext cx="1706879" cy="17068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175021" y="3874287"/>
            <a:ext cx="1903615" cy="3380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181206" y="3874287"/>
            <a:ext cx="79387" cy="3380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995071" y="3874312"/>
            <a:ext cx="79387" cy="3380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75008" y="3870718"/>
            <a:ext cx="1903615" cy="3380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44131" y="3302838"/>
            <a:ext cx="890054" cy="4013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190248" y="3885958"/>
            <a:ext cx="1873135" cy="31113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98554" y="3201542"/>
            <a:ext cx="2642095" cy="1676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315929" y="3959555"/>
            <a:ext cx="794067" cy="1302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310659" y="3376383"/>
            <a:ext cx="850988" cy="34955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045045" y="4344974"/>
            <a:ext cx="765263" cy="31935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309998" y="4353483"/>
            <a:ext cx="835698" cy="37941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326407" y="3967873"/>
            <a:ext cx="775081" cy="10854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102132" y="3967873"/>
            <a:ext cx="825131" cy="10854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323130" y="3388867"/>
            <a:ext cx="829284" cy="32467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057517" y="4360214"/>
            <a:ext cx="741997" cy="28887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322470" y="4362284"/>
            <a:ext cx="812660" cy="35695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956590" y="3315296"/>
            <a:ext cx="870851" cy="37858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811302" y="2661818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华文楷体"/>
                <a:cs typeface="华文楷体"/>
              </a:rPr>
              <a:t>铁芯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276886" y="3043707"/>
            <a:ext cx="563245" cy="404495"/>
          </a:xfrm>
          <a:custGeom>
            <a:avLst/>
            <a:gdLst/>
            <a:ahLst/>
            <a:cxnLst/>
            <a:rect l="l" t="t" r="r" b="b"/>
            <a:pathLst>
              <a:path w="563245" h="404495">
                <a:moveTo>
                  <a:pt x="18097" y="403986"/>
                </a:moveTo>
                <a:lnTo>
                  <a:pt x="0" y="377901"/>
                </a:lnTo>
                <a:lnTo>
                  <a:pt x="544525" y="0"/>
                </a:lnTo>
                <a:lnTo>
                  <a:pt x="562635" y="26073"/>
                </a:lnTo>
                <a:lnTo>
                  <a:pt x="18097" y="4039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112878" y="4032148"/>
            <a:ext cx="518159" cy="914400"/>
          </a:xfrm>
          <a:custGeom>
            <a:avLst/>
            <a:gdLst/>
            <a:ahLst/>
            <a:cxnLst/>
            <a:rect l="l" t="t" r="r" b="b"/>
            <a:pathLst>
              <a:path w="518159" h="914400">
                <a:moveTo>
                  <a:pt x="489686" y="914196"/>
                </a:moveTo>
                <a:lnTo>
                  <a:pt x="0" y="15189"/>
                </a:lnTo>
                <a:lnTo>
                  <a:pt x="27889" y="0"/>
                </a:lnTo>
                <a:lnTo>
                  <a:pt x="517563" y="899007"/>
                </a:lnTo>
                <a:lnTo>
                  <a:pt x="489686" y="9141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364681" y="4945100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华文楷体"/>
                <a:cs typeface="华文楷体"/>
              </a:rPr>
              <a:t>铝框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533290" y="3569436"/>
            <a:ext cx="165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11141" y="3189185"/>
            <a:ext cx="3011919" cy="1858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112649" y="3973372"/>
            <a:ext cx="1372946" cy="4538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38929" y="3930446"/>
            <a:ext cx="1861108" cy="4964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21528" y="3818686"/>
            <a:ext cx="1861108" cy="4964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316603" y="3813289"/>
            <a:ext cx="1372946" cy="4538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184599" y="4083202"/>
            <a:ext cx="586841" cy="1363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145923" y="3908755"/>
            <a:ext cx="627087" cy="13986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80865" y="3542995"/>
            <a:ext cx="627087" cy="3021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14364" y="4339361"/>
            <a:ext cx="566470" cy="27734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180395" y="4474095"/>
            <a:ext cx="616280" cy="4173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43002" y="3261753"/>
            <a:ext cx="654723" cy="4425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081180" y="4157586"/>
            <a:ext cx="586841" cy="1363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042505" y="3983139"/>
            <a:ext cx="627087" cy="13986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077459" y="3617379"/>
            <a:ext cx="627087" cy="3021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010958" y="4413745"/>
            <a:ext cx="566470" cy="27734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076990" y="4548479"/>
            <a:ext cx="616280" cy="4173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939597" y="3336137"/>
            <a:ext cx="654723" cy="4425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633709" y="4117835"/>
            <a:ext cx="586841" cy="1363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595033" y="3943387"/>
            <a:ext cx="627087" cy="13986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629975" y="3577615"/>
            <a:ext cx="627087" cy="3021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563474" y="4373994"/>
            <a:ext cx="566470" cy="27734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629505" y="4508728"/>
            <a:ext cx="616280" cy="4173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492113" y="3296386"/>
            <a:ext cx="654723" cy="4425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161163" y="3923995"/>
            <a:ext cx="596607" cy="10938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75019" y="3917073"/>
            <a:ext cx="586041" cy="15378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179121" y="3925557"/>
            <a:ext cx="578650" cy="10782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129604" y="4354601"/>
            <a:ext cx="535990" cy="24686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143459" y="4306112"/>
            <a:ext cx="527862" cy="34081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147561" y="4356163"/>
            <a:ext cx="518033" cy="2453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058243" y="3265919"/>
            <a:ext cx="624839" cy="42810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610274" y="3958628"/>
            <a:ext cx="596607" cy="10938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624116" y="3947540"/>
            <a:ext cx="586041" cy="15378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628231" y="3960190"/>
            <a:ext cx="578650" cy="10782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636767" y="3833926"/>
            <a:ext cx="1830641" cy="46595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331842" y="3828529"/>
            <a:ext cx="1342466" cy="4234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578713" y="4389234"/>
            <a:ext cx="535990" cy="24686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596722" y="4344898"/>
            <a:ext cx="523697" cy="33251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596671" y="4390796"/>
            <a:ext cx="518032" cy="2453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507353" y="3300539"/>
            <a:ext cx="628992" cy="42810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954837" y="3340290"/>
            <a:ext cx="624840" cy="42810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057745" y="3998379"/>
            <a:ext cx="596607" cy="10938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075754" y="3987291"/>
            <a:ext cx="586041" cy="157937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075716" y="3999941"/>
            <a:ext cx="578650" cy="10782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026199" y="4428985"/>
            <a:ext cx="535990" cy="24686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040054" y="4380496"/>
            <a:ext cx="523697" cy="34081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044156" y="4430547"/>
            <a:ext cx="518032" cy="2453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426381" y="3204425"/>
            <a:ext cx="2981439" cy="1828495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222428" y="3360953"/>
            <a:ext cx="1185392" cy="1671967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127889" y="3988612"/>
            <a:ext cx="1342466" cy="42340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4354169" y="3945686"/>
            <a:ext cx="1830641" cy="46595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195635" y="4482414"/>
            <a:ext cx="587438" cy="39900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196105" y="3558235"/>
            <a:ext cx="596607" cy="27164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209961" y="3505568"/>
            <a:ext cx="586041" cy="374078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214063" y="3559797"/>
            <a:ext cx="578650" cy="27007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199839" y="4098442"/>
            <a:ext cx="556361" cy="105879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213694" y="4091508"/>
            <a:ext cx="544487" cy="149631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217796" y="4100004"/>
            <a:ext cx="538403" cy="104317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644745" y="4512894"/>
            <a:ext cx="591591" cy="403161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645215" y="3592855"/>
            <a:ext cx="596607" cy="271640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659071" y="3540201"/>
            <a:ext cx="586041" cy="374078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663173" y="3594417"/>
            <a:ext cx="578650" cy="27007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648949" y="4133075"/>
            <a:ext cx="556361" cy="105879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662804" y="4121988"/>
            <a:ext cx="544487" cy="149631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666906" y="4134637"/>
            <a:ext cx="538403" cy="104317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092230" y="4556798"/>
            <a:ext cx="591591" cy="399008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5092700" y="3632618"/>
            <a:ext cx="596607" cy="271640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106555" y="3579952"/>
            <a:ext cx="586041" cy="374078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110657" y="3634181"/>
            <a:ext cx="578650" cy="27007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096421" y="4172826"/>
            <a:ext cx="556361" cy="105879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106123" y="4161739"/>
            <a:ext cx="548639" cy="153784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114391" y="4174388"/>
            <a:ext cx="538403" cy="104317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641712" y="2018093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078479" y="1748027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278123" y="1970532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>
            <a:spLocks noGrp="1"/>
          </p:cNvSpPr>
          <p:nvPr>
            <p:ph type="title"/>
          </p:nvPr>
        </p:nvSpPr>
        <p:spPr>
          <a:xfrm>
            <a:off x="3720477" y="1373632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6026607" y="3366998"/>
            <a:ext cx="95250" cy="833755"/>
          </a:xfrm>
          <a:custGeom>
            <a:avLst/>
            <a:gdLst/>
            <a:ahLst/>
            <a:cxnLst/>
            <a:rect l="l" t="t" r="r" b="b"/>
            <a:pathLst>
              <a:path w="95250" h="833754">
                <a:moveTo>
                  <a:pt x="31750" y="95250"/>
                </a:moveTo>
                <a:lnTo>
                  <a:pt x="0" y="95250"/>
                </a:lnTo>
                <a:lnTo>
                  <a:pt x="47625" y="0"/>
                </a:lnTo>
                <a:lnTo>
                  <a:pt x="83343" y="71437"/>
                </a:lnTo>
                <a:lnTo>
                  <a:pt x="31750" y="71437"/>
                </a:lnTo>
                <a:lnTo>
                  <a:pt x="31750" y="95250"/>
                </a:lnTo>
                <a:close/>
              </a:path>
              <a:path w="95250" h="833754">
                <a:moveTo>
                  <a:pt x="63500" y="833691"/>
                </a:moveTo>
                <a:lnTo>
                  <a:pt x="31750" y="833691"/>
                </a:lnTo>
                <a:lnTo>
                  <a:pt x="31750" y="71437"/>
                </a:lnTo>
                <a:lnTo>
                  <a:pt x="63500" y="71437"/>
                </a:lnTo>
                <a:lnTo>
                  <a:pt x="63500" y="833691"/>
                </a:lnTo>
                <a:close/>
              </a:path>
              <a:path w="95250" h="833754">
                <a:moveTo>
                  <a:pt x="95250" y="95250"/>
                </a:moveTo>
                <a:lnTo>
                  <a:pt x="63500" y="95250"/>
                </a:lnTo>
                <a:lnTo>
                  <a:pt x="63500" y="71437"/>
                </a:lnTo>
                <a:lnTo>
                  <a:pt x="83343" y="71437"/>
                </a:lnTo>
                <a:lnTo>
                  <a:pt x="95250" y="9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455664" y="4140796"/>
            <a:ext cx="758825" cy="130810"/>
          </a:xfrm>
          <a:custGeom>
            <a:avLst/>
            <a:gdLst/>
            <a:ahLst/>
            <a:cxnLst/>
            <a:rect l="l" t="t" r="r" b="b"/>
            <a:pathLst>
              <a:path w="758825" h="130810">
                <a:moveTo>
                  <a:pt x="96372" y="99071"/>
                </a:moveTo>
                <a:lnTo>
                  <a:pt x="93151" y="67487"/>
                </a:lnTo>
                <a:lnTo>
                  <a:pt x="755370" y="0"/>
                </a:lnTo>
                <a:lnTo>
                  <a:pt x="758583" y="31584"/>
                </a:lnTo>
                <a:lnTo>
                  <a:pt x="96372" y="99071"/>
                </a:lnTo>
                <a:close/>
              </a:path>
              <a:path w="758825" h="130810">
                <a:moveTo>
                  <a:pt x="99593" y="130657"/>
                </a:moveTo>
                <a:lnTo>
                  <a:pt x="0" y="92938"/>
                </a:lnTo>
                <a:lnTo>
                  <a:pt x="89928" y="35890"/>
                </a:lnTo>
                <a:lnTo>
                  <a:pt x="93151" y="67487"/>
                </a:lnTo>
                <a:lnTo>
                  <a:pt x="69468" y="69900"/>
                </a:lnTo>
                <a:lnTo>
                  <a:pt x="72682" y="101485"/>
                </a:lnTo>
                <a:lnTo>
                  <a:pt x="96618" y="101485"/>
                </a:lnTo>
                <a:lnTo>
                  <a:pt x="99593" y="130657"/>
                </a:lnTo>
                <a:close/>
              </a:path>
              <a:path w="758825" h="130810">
                <a:moveTo>
                  <a:pt x="72682" y="101485"/>
                </a:moveTo>
                <a:lnTo>
                  <a:pt x="69468" y="69900"/>
                </a:lnTo>
                <a:lnTo>
                  <a:pt x="93151" y="67487"/>
                </a:lnTo>
                <a:lnTo>
                  <a:pt x="96372" y="99071"/>
                </a:lnTo>
                <a:lnTo>
                  <a:pt x="72682" y="101485"/>
                </a:lnTo>
                <a:close/>
              </a:path>
              <a:path w="758825" h="130810">
                <a:moveTo>
                  <a:pt x="96618" y="101485"/>
                </a:moveTo>
                <a:lnTo>
                  <a:pt x="72682" y="101485"/>
                </a:lnTo>
                <a:lnTo>
                  <a:pt x="96372" y="99071"/>
                </a:lnTo>
                <a:lnTo>
                  <a:pt x="96618" y="10148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027242" y="4244530"/>
            <a:ext cx="95250" cy="685165"/>
          </a:xfrm>
          <a:custGeom>
            <a:avLst/>
            <a:gdLst/>
            <a:ahLst/>
            <a:cxnLst/>
            <a:rect l="l" t="t" r="r" b="b"/>
            <a:pathLst>
              <a:path w="95250" h="685164">
                <a:moveTo>
                  <a:pt x="63500" y="613295"/>
                </a:moveTo>
                <a:lnTo>
                  <a:pt x="31750" y="613295"/>
                </a:lnTo>
                <a:lnTo>
                  <a:pt x="31750" y="0"/>
                </a:lnTo>
                <a:lnTo>
                  <a:pt x="63500" y="0"/>
                </a:lnTo>
                <a:lnTo>
                  <a:pt x="63500" y="613295"/>
                </a:lnTo>
                <a:close/>
              </a:path>
              <a:path w="95250" h="685164">
                <a:moveTo>
                  <a:pt x="47625" y="684733"/>
                </a:moveTo>
                <a:lnTo>
                  <a:pt x="0" y="589483"/>
                </a:lnTo>
                <a:lnTo>
                  <a:pt x="31750" y="589483"/>
                </a:lnTo>
                <a:lnTo>
                  <a:pt x="31750" y="613295"/>
                </a:lnTo>
                <a:lnTo>
                  <a:pt x="83343" y="613295"/>
                </a:lnTo>
                <a:lnTo>
                  <a:pt x="47625" y="684733"/>
                </a:lnTo>
                <a:close/>
              </a:path>
              <a:path w="95250" h="685164">
                <a:moveTo>
                  <a:pt x="83343" y="613295"/>
                </a:moveTo>
                <a:lnTo>
                  <a:pt x="63500" y="613295"/>
                </a:lnTo>
                <a:lnTo>
                  <a:pt x="63500" y="589483"/>
                </a:lnTo>
                <a:lnTo>
                  <a:pt x="95250" y="589483"/>
                </a:lnTo>
                <a:lnTo>
                  <a:pt x="83343" y="613295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5767336" y="4608804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C000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4493844" y="4030802"/>
            <a:ext cx="1466850" cy="180340"/>
          </a:xfrm>
          <a:custGeom>
            <a:avLst/>
            <a:gdLst/>
            <a:ahLst/>
            <a:cxnLst/>
            <a:rect l="l" t="t" r="r" b="b"/>
            <a:pathLst>
              <a:path w="1466850" h="180339">
                <a:moveTo>
                  <a:pt x="90855" y="94907"/>
                </a:moveTo>
                <a:lnTo>
                  <a:pt x="0" y="39357"/>
                </a:lnTo>
                <a:lnTo>
                  <a:pt x="98958" y="0"/>
                </a:lnTo>
                <a:lnTo>
                  <a:pt x="96429" y="29616"/>
                </a:lnTo>
                <a:lnTo>
                  <a:pt x="72529" y="29616"/>
                </a:lnTo>
                <a:lnTo>
                  <a:pt x="69824" y="61252"/>
                </a:lnTo>
                <a:lnTo>
                  <a:pt x="93556" y="63277"/>
                </a:lnTo>
                <a:lnTo>
                  <a:pt x="90855" y="94907"/>
                </a:lnTo>
                <a:close/>
              </a:path>
              <a:path w="1466850" h="180339">
                <a:moveTo>
                  <a:pt x="93556" y="63277"/>
                </a:moveTo>
                <a:lnTo>
                  <a:pt x="69824" y="61252"/>
                </a:lnTo>
                <a:lnTo>
                  <a:pt x="72529" y="29616"/>
                </a:lnTo>
                <a:lnTo>
                  <a:pt x="96257" y="31641"/>
                </a:lnTo>
                <a:lnTo>
                  <a:pt x="93556" y="63277"/>
                </a:lnTo>
                <a:close/>
              </a:path>
              <a:path w="1466850" h="180339">
                <a:moveTo>
                  <a:pt x="96257" y="31641"/>
                </a:moveTo>
                <a:lnTo>
                  <a:pt x="72529" y="29616"/>
                </a:lnTo>
                <a:lnTo>
                  <a:pt x="96429" y="29616"/>
                </a:lnTo>
                <a:lnTo>
                  <a:pt x="96257" y="31641"/>
                </a:lnTo>
                <a:close/>
              </a:path>
              <a:path w="1466850" h="180339">
                <a:moveTo>
                  <a:pt x="1463522" y="180174"/>
                </a:moveTo>
                <a:lnTo>
                  <a:pt x="93556" y="63277"/>
                </a:lnTo>
                <a:lnTo>
                  <a:pt x="96257" y="31641"/>
                </a:lnTo>
                <a:lnTo>
                  <a:pt x="1466227" y="148539"/>
                </a:lnTo>
                <a:lnTo>
                  <a:pt x="1463522" y="18017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3227781" y="2224087"/>
            <a:ext cx="2734310" cy="19488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3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2400" b="1" i="1">
                <a:latin typeface="Book Antiqua"/>
                <a:cs typeface="Book Antiqua"/>
              </a:rPr>
              <a:t>v</a:t>
            </a:r>
            <a:endParaRPr sz="2400">
              <a:latin typeface="Book Antiqua"/>
              <a:cs typeface="Book Antiqua"/>
            </a:endParaRPr>
          </a:p>
          <a:p>
            <a:pPr algn="r" marR="41275">
              <a:lnSpc>
                <a:spcPct val="100000"/>
              </a:lnSpc>
              <a:spcBef>
                <a:spcPts val="1485"/>
              </a:spcBef>
            </a:pPr>
            <a:r>
              <a:rPr dirty="0" sz="2400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62260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9816" y="1749551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1" y="0"/>
                </a:lnTo>
                <a:lnTo>
                  <a:pt x="362711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9459" y="1972055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41026" y="1375041"/>
            <a:ext cx="421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8329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44823" y="2796539"/>
            <a:ext cx="6091428" cy="29702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15725" y="2657716"/>
            <a:ext cx="2677007" cy="1567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822837" y="3446792"/>
            <a:ext cx="2669882" cy="7705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07928" y="3575964"/>
            <a:ext cx="152539" cy="1525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07928" y="4013365"/>
            <a:ext cx="152539" cy="152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07928" y="4450765"/>
            <a:ext cx="152539" cy="152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607928" y="4888166"/>
            <a:ext cx="152539" cy="152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91925" y="2828950"/>
            <a:ext cx="2424366" cy="133695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45328" y="4450765"/>
            <a:ext cx="152539" cy="1525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045328" y="4888166"/>
            <a:ext cx="152539" cy="1525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482742" y="4450765"/>
            <a:ext cx="152526" cy="1525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482742" y="4888166"/>
            <a:ext cx="152526" cy="1525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20143" y="4450765"/>
            <a:ext cx="152526" cy="1525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20143" y="4888166"/>
            <a:ext cx="152526" cy="1525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357543" y="4450765"/>
            <a:ext cx="152527" cy="1525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357543" y="4888166"/>
            <a:ext cx="152527" cy="1525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794944" y="4450765"/>
            <a:ext cx="152539" cy="1525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794944" y="4888166"/>
            <a:ext cx="152539" cy="1525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232345" y="4450765"/>
            <a:ext cx="152539" cy="1525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32345" y="4888166"/>
            <a:ext cx="152539" cy="1525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669745" y="3575964"/>
            <a:ext cx="152539" cy="15252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669745" y="4013365"/>
            <a:ext cx="152539" cy="1525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669745" y="4450765"/>
            <a:ext cx="152539" cy="1525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669745" y="4888166"/>
            <a:ext cx="152539" cy="1525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224231" y="4979670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058979" y="4343857"/>
            <a:ext cx="190500" cy="766445"/>
          </a:xfrm>
          <a:custGeom>
            <a:avLst/>
            <a:gdLst/>
            <a:ahLst/>
            <a:cxnLst/>
            <a:rect l="l" t="t" r="r" b="b"/>
            <a:pathLst>
              <a:path w="190500" h="766445">
                <a:moveTo>
                  <a:pt x="95250" y="670572"/>
                </a:moveTo>
                <a:lnTo>
                  <a:pt x="63501" y="638823"/>
                </a:lnTo>
                <a:lnTo>
                  <a:pt x="63487" y="0"/>
                </a:lnTo>
                <a:lnTo>
                  <a:pt x="126987" y="0"/>
                </a:lnTo>
                <a:lnTo>
                  <a:pt x="126998" y="638823"/>
                </a:lnTo>
                <a:lnTo>
                  <a:pt x="95250" y="670572"/>
                </a:lnTo>
                <a:close/>
              </a:path>
              <a:path w="190500" h="766445">
                <a:moveTo>
                  <a:pt x="95250" y="765822"/>
                </a:moveTo>
                <a:lnTo>
                  <a:pt x="0" y="575322"/>
                </a:lnTo>
                <a:lnTo>
                  <a:pt x="63498" y="638821"/>
                </a:lnTo>
                <a:lnTo>
                  <a:pt x="63500" y="694385"/>
                </a:lnTo>
                <a:lnTo>
                  <a:pt x="130968" y="694385"/>
                </a:lnTo>
                <a:lnTo>
                  <a:pt x="95250" y="765822"/>
                </a:lnTo>
                <a:close/>
              </a:path>
              <a:path w="190500" h="766445">
                <a:moveTo>
                  <a:pt x="130968" y="694385"/>
                </a:moveTo>
                <a:lnTo>
                  <a:pt x="127000" y="694385"/>
                </a:lnTo>
                <a:lnTo>
                  <a:pt x="127001" y="638821"/>
                </a:lnTo>
                <a:lnTo>
                  <a:pt x="190500" y="575322"/>
                </a:lnTo>
                <a:lnTo>
                  <a:pt x="130968" y="694385"/>
                </a:lnTo>
                <a:close/>
              </a:path>
              <a:path w="190500" h="766445">
                <a:moveTo>
                  <a:pt x="127000" y="694385"/>
                </a:moveTo>
                <a:lnTo>
                  <a:pt x="63500" y="694385"/>
                </a:lnTo>
                <a:lnTo>
                  <a:pt x="63498" y="638821"/>
                </a:lnTo>
                <a:lnTo>
                  <a:pt x="95250" y="670572"/>
                </a:lnTo>
                <a:lnTo>
                  <a:pt x="126999" y="670572"/>
                </a:lnTo>
                <a:lnTo>
                  <a:pt x="127000" y="694385"/>
                </a:lnTo>
                <a:close/>
              </a:path>
              <a:path w="190500" h="766445">
                <a:moveTo>
                  <a:pt x="126999" y="670572"/>
                </a:moveTo>
                <a:lnTo>
                  <a:pt x="95250" y="670572"/>
                </a:lnTo>
                <a:lnTo>
                  <a:pt x="126998" y="638823"/>
                </a:lnTo>
                <a:lnTo>
                  <a:pt x="126999" y="6705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147284" y="4848555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B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06718" y="2795803"/>
            <a:ext cx="858519" cy="50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880"/>
              </a:lnSpc>
              <a:spcBef>
                <a:spcPts val="100"/>
              </a:spcBef>
            </a:pPr>
            <a:r>
              <a:rPr dirty="0" sz="1800" b="1" i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  <a:p>
            <a:pPr algn="r" marR="5080">
              <a:lnSpc>
                <a:spcPts val="1880"/>
              </a:lnSpc>
            </a:pPr>
            <a:r>
              <a:rPr dirty="0" sz="1800" b="1" i="1">
                <a:solidFill>
                  <a:srgbClr val="006FC0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655529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092195" y="17495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291840" y="197205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3734295" y="1375041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3241598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91755" y="3691013"/>
            <a:ext cx="712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华文楷体"/>
                <a:cs typeface="华文楷体"/>
              </a:rPr>
              <a:t>高电</a:t>
            </a:r>
            <a:r>
              <a:rPr dirty="0" sz="1800" spc="-5" b="1">
                <a:solidFill>
                  <a:srgbClr val="FF0000"/>
                </a:solidFill>
                <a:latin typeface="华文楷体"/>
                <a:cs typeface="华文楷体"/>
              </a:rPr>
              <a:t>势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90047" y="3721036"/>
            <a:ext cx="712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AF50"/>
                </a:solidFill>
                <a:latin typeface="华文楷体"/>
                <a:cs typeface="华文楷体"/>
              </a:rPr>
              <a:t>低电</a:t>
            </a:r>
            <a:r>
              <a:rPr dirty="0" sz="1800" spc="-5" b="1">
                <a:solidFill>
                  <a:srgbClr val="00AF50"/>
                </a:solidFill>
                <a:latin typeface="华文楷体"/>
                <a:cs typeface="华文楷体"/>
              </a:rPr>
              <a:t>势</a:t>
            </a:r>
            <a:endParaRPr sz="18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1986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89148" y="17495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88791" y="1972055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30752" y="1375041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38055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463776" y="2121407"/>
            <a:ext cx="2130551" cy="37947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92423" y="2796539"/>
            <a:ext cx="4000500" cy="2667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539204" y="3660431"/>
            <a:ext cx="687070" cy="2978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35"/>
              </a:lnSpc>
            </a:pPr>
            <a:r>
              <a:rPr dirty="0" sz="1800" b="1">
                <a:solidFill>
                  <a:srgbClr val="FF0000"/>
                </a:solidFill>
                <a:latin typeface="华文楷体"/>
                <a:cs typeface="华文楷体"/>
              </a:rPr>
              <a:t>电磁</a:t>
            </a:r>
            <a:r>
              <a:rPr dirty="0" sz="1800" spc="-5" b="1">
                <a:solidFill>
                  <a:srgbClr val="FF0000"/>
                </a:solidFill>
                <a:latin typeface="华文楷体"/>
                <a:cs typeface="华文楷体"/>
              </a:rPr>
              <a:t>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58713" y="3259886"/>
            <a:ext cx="702310" cy="575945"/>
          </a:xfrm>
          <a:custGeom>
            <a:avLst/>
            <a:gdLst/>
            <a:ahLst/>
            <a:cxnLst/>
            <a:rect l="l" t="t" r="r" b="b"/>
            <a:pathLst>
              <a:path w="702310" h="575945">
                <a:moveTo>
                  <a:pt x="688365" y="575640"/>
                </a:moveTo>
                <a:lnTo>
                  <a:pt x="4660" y="22529"/>
                </a:lnTo>
                <a:lnTo>
                  <a:pt x="0" y="13309"/>
                </a:lnTo>
                <a:lnTo>
                  <a:pt x="139" y="10667"/>
                </a:lnTo>
                <a:lnTo>
                  <a:pt x="13373" y="0"/>
                </a:lnTo>
                <a:lnTo>
                  <a:pt x="15989" y="419"/>
                </a:lnTo>
                <a:lnTo>
                  <a:pt x="697077" y="553097"/>
                </a:lnTo>
                <a:lnTo>
                  <a:pt x="701738" y="562317"/>
                </a:lnTo>
                <a:lnTo>
                  <a:pt x="701598" y="564972"/>
                </a:lnTo>
                <a:lnTo>
                  <a:pt x="688365" y="57564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32895" y="3259861"/>
            <a:ext cx="1327785" cy="575945"/>
          </a:xfrm>
          <a:custGeom>
            <a:avLst/>
            <a:gdLst/>
            <a:ahLst/>
            <a:cxnLst/>
            <a:rect l="l" t="t" r="r" b="b"/>
            <a:pathLst>
              <a:path w="1327785" h="575945">
                <a:moveTo>
                  <a:pt x="1315110" y="575678"/>
                </a:moveTo>
                <a:lnTo>
                  <a:pt x="7708" y="24396"/>
                </a:lnTo>
                <a:lnTo>
                  <a:pt x="0" y="11620"/>
                </a:lnTo>
                <a:lnTo>
                  <a:pt x="495" y="9004"/>
                </a:lnTo>
                <a:lnTo>
                  <a:pt x="12407" y="0"/>
                </a:lnTo>
                <a:lnTo>
                  <a:pt x="15049" y="228"/>
                </a:lnTo>
                <a:lnTo>
                  <a:pt x="1319822" y="551281"/>
                </a:lnTo>
                <a:lnTo>
                  <a:pt x="1327530" y="564070"/>
                </a:lnTo>
                <a:lnTo>
                  <a:pt x="1327022" y="566674"/>
                </a:lnTo>
                <a:lnTo>
                  <a:pt x="1315110" y="57567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198423" y="2954972"/>
            <a:ext cx="712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华文楷体"/>
                <a:cs typeface="华文楷体"/>
              </a:rPr>
              <a:t>双线</a:t>
            </a:r>
            <a:r>
              <a:rPr dirty="0" sz="1800" spc="-5" b="1">
                <a:solidFill>
                  <a:srgbClr val="FF0000"/>
                </a:solidFill>
                <a:latin typeface="华文楷体"/>
                <a:cs typeface="华文楷体"/>
              </a:rPr>
              <a:t>摆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48358" y="3350348"/>
            <a:ext cx="705485" cy="485775"/>
          </a:xfrm>
          <a:custGeom>
            <a:avLst/>
            <a:gdLst/>
            <a:ahLst/>
            <a:cxnLst/>
            <a:rect l="l" t="t" r="r" b="b"/>
            <a:pathLst>
              <a:path w="705484" h="485775">
                <a:moveTo>
                  <a:pt x="692658" y="485190"/>
                </a:moveTo>
                <a:lnTo>
                  <a:pt x="5549" y="23202"/>
                </a:lnTo>
                <a:lnTo>
                  <a:pt x="0" y="11785"/>
                </a:lnTo>
                <a:lnTo>
                  <a:pt x="469" y="9169"/>
                </a:lnTo>
                <a:lnTo>
                  <a:pt x="12242" y="0"/>
                </a:lnTo>
                <a:lnTo>
                  <a:pt x="14897" y="190"/>
                </a:lnTo>
                <a:lnTo>
                  <a:pt x="699350" y="461975"/>
                </a:lnTo>
                <a:lnTo>
                  <a:pt x="704900" y="473392"/>
                </a:lnTo>
                <a:lnTo>
                  <a:pt x="704443" y="476008"/>
                </a:lnTo>
                <a:lnTo>
                  <a:pt x="692658" y="48519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616452" y="2683764"/>
            <a:ext cx="3605784" cy="32217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744723" y="2804160"/>
            <a:ext cx="4623816" cy="26197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1986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89148" y="17495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88791" y="1972055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30752" y="1375041"/>
            <a:ext cx="421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38055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89148" y="2712720"/>
            <a:ext cx="4306824" cy="27188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463776" y="2121407"/>
            <a:ext cx="2130551" cy="37947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5034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2195" y="17495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1840" y="1972055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33812" y="1375041"/>
            <a:ext cx="421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1116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79520" y="2685288"/>
            <a:ext cx="5556504" cy="31912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5529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2195" y="17495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1840" y="197205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34295" y="1375041"/>
            <a:ext cx="421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1598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>
                <a:latin typeface="华文楷体"/>
                <a:cs typeface="华文楷体"/>
              </a:rPr>
              <a:t>电磁阻尼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98761" y="3901427"/>
            <a:ext cx="152539" cy="1525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398761" y="4338828"/>
            <a:ext cx="152539" cy="1525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398761" y="4776228"/>
            <a:ext cx="152539" cy="1525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98761" y="5213629"/>
            <a:ext cx="152539" cy="1525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836161" y="3901427"/>
            <a:ext cx="152539" cy="1525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836161" y="4338828"/>
            <a:ext cx="152539" cy="1525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836161" y="4776228"/>
            <a:ext cx="152539" cy="1525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836161" y="5213629"/>
            <a:ext cx="152539" cy="1525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273562" y="2674391"/>
            <a:ext cx="1925294" cy="22543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273562" y="5213629"/>
            <a:ext cx="152539" cy="1525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10976" y="5213629"/>
            <a:ext cx="152526" cy="1525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515519" y="3901427"/>
            <a:ext cx="152539" cy="1525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515519" y="4338828"/>
            <a:ext cx="152539" cy="1525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515519" y="4776228"/>
            <a:ext cx="152539" cy="1525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515519" y="5213629"/>
            <a:ext cx="152539" cy="15252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952919" y="3901427"/>
            <a:ext cx="152539" cy="1525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952919" y="4338828"/>
            <a:ext cx="152539" cy="1525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952919" y="4776228"/>
            <a:ext cx="152539" cy="1525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952919" y="5213629"/>
            <a:ext cx="152539" cy="1525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353922" y="2674391"/>
            <a:ext cx="1890902" cy="22543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390320" y="5213629"/>
            <a:ext cx="152539" cy="1525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827721" y="5213629"/>
            <a:ext cx="152539" cy="1525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66312" y="2012340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44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102864" y="1741932"/>
            <a:ext cx="364490" cy="364490"/>
          </a:xfrm>
          <a:custGeom>
            <a:avLst/>
            <a:gdLst/>
            <a:ahLst/>
            <a:cxnLst/>
            <a:rect l="l" t="t" r="r" b="b"/>
            <a:pathLst>
              <a:path w="364489" h="364489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0" y="364236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302508" y="1965960"/>
            <a:ext cx="247015" cy="245745"/>
          </a:xfrm>
          <a:custGeom>
            <a:avLst/>
            <a:gdLst/>
            <a:ahLst/>
            <a:cxnLst/>
            <a:rect l="l" t="t" r="r" b="b"/>
            <a:pathLst>
              <a:path w="247014" h="245744">
                <a:moveTo>
                  <a:pt x="0" y="0"/>
                </a:moveTo>
                <a:lnTo>
                  <a:pt x="246887" y="0"/>
                </a:lnTo>
                <a:lnTo>
                  <a:pt x="246887" y="245363"/>
                </a:lnTo>
                <a:lnTo>
                  <a:pt x="0" y="245363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45077" y="1367878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2380" y="221833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电磁驱动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66744" y="2677667"/>
            <a:ext cx="5352288" cy="33116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951641" y="4641177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华文楷体"/>
                <a:cs typeface="华文楷体"/>
              </a:rPr>
              <a:t>磁极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486222" y="4695977"/>
            <a:ext cx="424180" cy="139065"/>
          </a:xfrm>
          <a:custGeom>
            <a:avLst/>
            <a:gdLst/>
            <a:ahLst/>
            <a:cxnLst/>
            <a:rect l="l" t="t" r="r" b="b"/>
            <a:pathLst>
              <a:path w="424179" h="139064">
                <a:moveTo>
                  <a:pt x="7988" y="138874"/>
                </a:moveTo>
                <a:lnTo>
                  <a:pt x="0" y="108140"/>
                </a:lnTo>
                <a:lnTo>
                  <a:pt x="415632" y="0"/>
                </a:lnTo>
                <a:lnTo>
                  <a:pt x="423633" y="30721"/>
                </a:lnTo>
                <a:lnTo>
                  <a:pt x="7988" y="1388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390041" y="4692472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华文楷体"/>
                <a:cs typeface="华文楷体"/>
              </a:rPr>
              <a:t>磁极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898043" y="4671669"/>
            <a:ext cx="420370" cy="213995"/>
          </a:xfrm>
          <a:custGeom>
            <a:avLst/>
            <a:gdLst/>
            <a:ahLst/>
            <a:cxnLst/>
            <a:rect l="l" t="t" r="r" b="b"/>
            <a:pathLst>
              <a:path w="420370" h="213995">
                <a:moveTo>
                  <a:pt x="406704" y="213575"/>
                </a:moveTo>
                <a:lnTo>
                  <a:pt x="0" y="28905"/>
                </a:lnTo>
                <a:lnTo>
                  <a:pt x="13131" y="0"/>
                </a:lnTo>
                <a:lnTo>
                  <a:pt x="419823" y="184657"/>
                </a:lnTo>
                <a:lnTo>
                  <a:pt x="406704" y="213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158217" y="4092308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华文楷体"/>
                <a:cs typeface="华文楷体"/>
              </a:rPr>
              <a:t>铝框</a:t>
            </a:r>
            <a:endParaRPr sz="1800">
              <a:latin typeface="华文楷体"/>
              <a:cs typeface="华文楷体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5529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2195" y="17495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1840" y="197205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34295" y="1375041"/>
            <a:ext cx="421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1598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电磁驱动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93820" y="2609088"/>
            <a:ext cx="5079491" cy="3326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6038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3720" y="1749551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1" y="0"/>
                </a:lnTo>
                <a:lnTo>
                  <a:pt x="362711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3364" y="1972055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34803" y="1375041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2106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电磁驱动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17478" y="4067555"/>
            <a:ext cx="285559" cy="2844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23010" y="4067555"/>
            <a:ext cx="285559" cy="2844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860251" y="4077080"/>
            <a:ext cx="2305685" cy="0"/>
          </a:xfrm>
          <a:custGeom>
            <a:avLst/>
            <a:gdLst/>
            <a:ahLst/>
            <a:cxnLst/>
            <a:rect l="l" t="t" r="r" b="b"/>
            <a:pathLst>
              <a:path w="2305684" h="0">
                <a:moveTo>
                  <a:pt x="0" y="0"/>
                </a:moveTo>
                <a:lnTo>
                  <a:pt x="2305545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306335" y="3380714"/>
            <a:ext cx="2120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333506" y="3725989"/>
            <a:ext cx="3359150" cy="95250"/>
          </a:xfrm>
          <a:custGeom>
            <a:avLst/>
            <a:gdLst/>
            <a:ahLst/>
            <a:cxnLst/>
            <a:rect l="l" t="t" r="r" b="b"/>
            <a:pathLst>
              <a:path w="3359150" h="95250">
                <a:moveTo>
                  <a:pt x="3263773" y="95250"/>
                </a:moveTo>
                <a:lnTo>
                  <a:pt x="3263773" y="0"/>
                </a:lnTo>
                <a:lnTo>
                  <a:pt x="3327273" y="31750"/>
                </a:lnTo>
                <a:lnTo>
                  <a:pt x="3287585" y="31750"/>
                </a:lnTo>
                <a:lnTo>
                  <a:pt x="3287585" y="63500"/>
                </a:lnTo>
                <a:lnTo>
                  <a:pt x="3327273" y="63500"/>
                </a:lnTo>
                <a:lnTo>
                  <a:pt x="3263773" y="95250"/>
                </a:lnTo>
                <a:close/>
              </a:path>
              <a:path w="3359150" h="95250">
                <a:moveTo>
                  <a:pt x="3263773" y="63500"/>
                </a:moveTo>
                <a:lnTo>
                  <a:pt x="0" y="63500"/>
                </a:lnTo>
                <a:lnTo>
                  <a:pt x="0" y="31750"/>
                </a:lnTo>
                <a:lnTo>
                  <a:pt x="3263773" y="31750"/>
                </a:lnTo>
                <a:lnTo>
                  <a:pt x="3263773" y="63500"/>
                </a:lnTo>
                <a:close/>
              </a:path>
              <a:path w="3359150" h="95250">
                <a:moveTo>
                  <a:pt x="3327273" y="63500"/>
                </a:moveTo>
                <a:lnTo>
                  <a:pt x="3287585" y="63500"/>
                </a:lnTo>
                <a:lnTo>
                  <a:pt x="3287585" y="31750"/>
                </a:lnTo>
                <a:lnTo>
                  <a:pt x="3327273" y="31750"/>
                </a:lnTo>
                <a:lnTo>
                  <a:pt x="3359023" y="47625"/>
                </a:lnTo>
                <a:lnTo>
                  <a:pt x="3327273" y="6350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333506" y="4162704"/>
            <a:ext cx="3359150" cy="95250"/>
          </a:xfrm>
          <a:custGeom>
            <a:avLst/>
            <a:gdLst/>
            <a:ahLst/>
            <a:cxnLst/>
            <a:rect l="l" t="t" r="r" b="b"/>
            <a:pathLst>
              <a:path w="3359150" h="95250">
                <a:moveTo>
                  <a:pt x="3263773" y="95250"/>
                </a:moveTo>
                <a:lnTo>
                  <a:pt x="3263773" y="0"/>
                </a:lnTo>
                <a:lnTo>
                  <a:pt x="3327273" y="31750"/>
                </a:lnTo>
                <a:lnTo>
                  <a:pt x="3287585" y="31750"/>
                </a:lnTo>
                <a:lnTo>
                  <a:pt x="3287585" y="63500"/>
                </a:lnTo>
                <a:lnTo>
                  <a:pt x="3327273" y="63500"/>
                </a:lnTo>
                <a:lnTo>
                  <a:pt x="3263773" y="95250"/>
                </a:lnTo>
                <a:close/>
              </a:path>
              <a:path w="3359150" h="95250">
                <a:moveTo>
                  <a:pt x="3263773" y="63500"/>
                </a:moveTo>
                <a:lnTo>
                  <a:pt x="0" y="63500"/>
                </a:lnTo>
                <a:lnTo>
                  <a:pt x="0" y="31750"/>
                </a:lnTo>
                <a:lnTo>
                  <a:pt x="3263773" y="31750"/>
                </a:lnTo>
                <a:lnTo>
                  <a:pt x="3263773" y="63500"/>
                </a:lnTo>
                <a:close/>
              </a:path>
              <a:path w="3359150" h="95250">
                <a:moveTo>
                  <a:pt x="3327273" y="63500"/>
                </a:moveTo>
                <a:lnTo>
                  <a:pt x="3287585" y="63500"/>
                </a:lnTo>
                <a:lnTo>
                  <a:pt x="3287585" y="31750"/>
                </a:lnTo>
                <a:lnTo>
                  <a:pt x="3327273" y="31750"/>
                </a:lnTo>
                <a:lnTo>
                  <a:pt x="3359023" y="47625"/>
                </a:lnTo>
                <a:lnTo>
                  <a:pt x="3327273" y="6350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333506" y="4599419"/>
            <a:ext cx="3359150" cy="95250"/>
          </a:xfrm>
          <a:custGeom>
            <a:avLst/>
            <a:gdLst/>
            <a:ahLst/>
            <a:cxnLst/>
            <a:rect l="l" t="t" r="r" b="b"/>
            <a:pathLst>
              <a:path w="3359150" h="95250">
                <a:moveTo>
                  <a:pt x="3263773" y="95250"/>
                </a:moveTo>
                <a:lnTo>
                  <a:pt x="3263773" y="0"/>
                </a:lnTo>
                <a:lnTo>
                  <a:pt x="3327273" y="31750"/>
                </a:lnTo>
                <a:lnTo>
                  <a:pt x="3287585" y="31750"/>
                </a:lnTo>
                <a:lnTo>
                  <a:pt x="3287585" y="63500"/>
                </a:lnTo>
                <a:lnTo>
                  <a:pt x="3327273" y="63500"/>
                </a:lnTo>
                <a:lnTo>
                  <a:pt x="3263773" y="95250"/>
                </a:lnTo>
                <a:close/>
              </a:path>
              <a:path w="3359150" h="95250">
                <a:moveTo>
                  <a:pt x="3263773" y="63500"/>
                </a:moveTo>
                <a:lnTo>
                  <a:pt x="0" y="63500"/>
                </a:lnTo>
                <a:lnTo>
                  <a:pt x="0" y="31750"/>
                </a:lnTo>
                <a:lnTo>
                  <a:pt x="3263773" y="31750"/>
                </a:lnTo>
                <a:lnTo>
                  <a:pt x="3263773" y="63500"/>
                </a:lnTo>
                <a:close/>
              </a:path>
              <a:path w="3359150" h="95250">
                <a:moveTo>
                  <a:pt x="3327273" y="63500"/>
                </a:moveTo>
                <a:lnTo>
                  <a:pt x="3287585" y="63500"/>
                </a:lnTo>
                <a:lnTo>
                  <a:pt x="3287585" y="31750"/>
                </a:lnTo>
                <a:lnTo>
                  <a:pt x="3327273" y="31750"/>
                </a:lnTo>
                <a:lnTo>
                  <a:pt x="3359023" y="47625"/>
                </a:lnTo>
                <a:lnTo>
                  <a:pt x="3327273" y="6350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656076" y="3717035"/>
            <a:ext cx="678180" cy="992505"/>
          </a:xfrm>
          <a:prstGeom prst="rect">
            <a:avLst/>
          </a:prstGeom>
          <a:solidFill>
            <a:srgbClr val="FF0000"/>
          </a:solidFill>
        </p:spPr>
        <p:txBody>
          <a:bodyPr wrap="square" lIns="0" tIns="2940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31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847551" y="3998633"/>
            <a:ext cx="24072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93950" algn="l"/>
              </a:tabLst>
            </a:pPr>
            <a:r>
              <a:rPr dirty="0" u="heavy" sz="24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93152" y="3718559"/>
            <a:ext cx="676910" cy="992505"/>
          </a:xfrm>
          <a:prstGeom prst="rect">
            <a:avLst/>
          </a:prstGeom>
          <a:solidFill>
            <a:srgbClr val="2E5496"/>
          </a:solidFill>
        </p:spPr>
        <p:txBody>
          <a:bodyPr wrap="square" lIns="0" tIns="2940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315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25670" y="3146348"/>
            <a:ext cx="3106420" cy="1315085"/>
          </a:xfrm>
          <a:custGeom>
            <a:avLst/>
            <a:gdLst/>
            <a:ahLst/>
            <a:cxnLst/>
            <a:rect l="l" t="t" r="r" b="b"/>
            <a:pathLst>
              <a:path w="3106420" h="1315085">
                <a:moveTo>
                  <a:pt x="3012264" y="1285685"/>
                </a:moveTo>
                <a:lnTo>
                  <a:pt x="0" y="29298"/>
                </a:lnTo>
                <a:lnTo>
                  <a:pt x="12217" y="0"/>
                </a:lnTo>
                <a:lnTo>
                  <a:pt x="3024483" y="1256387"/>
                </a:lnTo>
                <a:lnTo>
                  <a:pt x="3012264" y="1285685"/>
                </a:lnTo>
                <a:close/>
              </a:path>
              <a:path w="3106420" h="1315085">
                <a:moveTo>
                  <a:pt x="3095191" y="1294853"/>
                </a:moveTo>
                <a:lnTo>
                  <a:pt x="3034245" y="1294853"/>
                </a:lnTo>
                <a:lnTo>
                  <a:pt x="3046463" y="1265554"/>
                </a:lnTo>
                <a:lnTo>
                  <a:pt x="3024483" y="1256387"/>
                </a:lnTo>
                <a:lnTo>
                  <a:pt x="3036709" y="1227073"/>
                </a:lnTo>
                <a:lnTo>
                  <a:pt x="3095191" y="1294853"/>
                </a:lnTo>
                <a:close/>
              </a:path>
              <a:path w="3106420" h="1315085">
                <a:moveTo>
                  <a:pt x="3034245" y="1294853"/>
                </a:moveTo>
                <a:lnTo>
                  <a:pt x="3012264" y="1285685"/>
                </a:lnTo>
                <a:lnTo>
                  <a:pt x="3024483" y="1256387"/>
                </a:lnTo>
                <a:lnTo>
                  <a:pt x="3046463" y="1265554"/>
                </a:lnTo>
                <a:lnTo>
                  <a:pt x="3034245" y="1294853"/>
                </a:lnTo>
                <a:close/>
              </a:path>
              <a:path w="3106420" h="1315085">
                <a:moveTo>
                  <a:pt x="3000044" y="1314983"/>
                </a:moveTo>
                <a:lnTo>
                  <a:pt x="3012264" y="1285685"/>
                </a:lnTo>
                <a:lnTo>
                  <a:pt x="3034245" y="1294853"/>
                </a:lnTo>
                <a:lnTo>
                  <a:pt x="3095191" y="1294853"/>
                </a:lnTo>
                <a:lnTo>
                  <a:pt x="3106280" y="1307706"/>
                </a:lnTo>
                <a:lnTo>
                  <a:pt x="3000044" y="1314983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457560" y="3549396"/>
            <a:ext cx="3106420" cy="1315085"/>
          </a:xfrm>
          <a:custGeom>
            <a:avLst/>
            <a:gdLst/>
            <a:ahLst/>
            <a:cxnLst/>
            <a:rect l="l" t="t" r="r" b="b"/>
            <a:pathLst>
              <a:path w="3106420" h="1315085">
                <a:moveTo>
                  <a:pt x="3012262" y="1285702"/>
                </a:moveTo>
                <a:lnTo>
                  <a:pt x="0" y="29311"/>
                </a:lnTo>
                <a:lnTo>
                  <a:pt x="12217" y="0"/>
                </a:lnTo>
                <a:lnTo>
                  <a:pt x="3024488" y="1256389"/>
                </a:lnTo>
                <a:lnTo>
                  <a:pt x="3012262" y="1285702"/>
                </a:lnTo>
                <a:close/>
              </a:path>
              <a:path w="3106420" h="1315085">
                <a:moveTo>
                  <a:pt x="3095200" y="1294866"/>
                </a:moveTo>
                <a:lnTo>
                  <a:pt x="3034233" y="1294866"/>
                </a:lnTo>
                <a:lnTo>
                  <a:pt x="3046463" y="1265554"/>
                </a:lnTo>
                <a:lnTo>
                  <a:pt x="3024488" y="1256389"/>
                </a:lnTo>
                <a:lnTo>
                  <a:pt x="3036709" y="1227086"/>
                </a:lnTo>
                <a:lnTo>
                  <a:pt x="3095200" y="1294866"/>
                </a:lnTo>
                <a:close/>
              </a:path>
              <a:path w="3106420" h="1315085">
                <a:moveTo>
                  <a:pt x="3034233" y="1294866"/>
                </a:moveTo>
                <a:lnTo>
                  <a:pt x="3012262" y="1285702"/>
                </a:lnTo>
                <a:lnTo>
                  <a:pt x="3024488" y="1256389"/>
                </a:lnTo>
                <a:lnTo>
                  <a:pt x="3046463" y="1265554"/>
                </a:lnTo>
                <a:lnTo>
                  <a:pt x="3034233" y="1294866"/>
                </a:lnTo>
                <a:close/>
              </a:path>
              <a:path w="3106420" h="1315085">
                <a:moveTo>
                  <a:pt x="3000044" y="1314996"/>
                </a:moveTo>
                <a:lnTo>
                  <a:pt x="3012262" y="1285702"/>
                </a:lnTo>
                <a:lnTo>
                  <a:pt x="3034233" y="1294866"/>
                </a:lnTo>
                <a:lnTo>
                  <a:pt x="3095200" y="1294866"/>
                </a:lnTo>
                <a:lnTo>
                  <a:pt x="3106280" y="1307706"/>
                </a:lnTo>
                <a:lnTo>
                  <a:pt x="3000044" y="1314996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289450" y="3952456"/>
            <a:ext cx="3106420" cy="1315085"/>
          </a:xfrm>
          <a:custGeom>
            <a:avLst/>
            <a:gdLst/>
            <a:ahLst/>
            <a:cxnLst/>
            <a:rect l="l" t="t" r="r" b="b"/>
            <a:pathLst>
              <a:path w="3106420" h="1315085">
                <a:moveTo>
                  <a:pt x="3012256" y="1285687"/>
                </a:moveTo>
                <a:lnTo>
                  <a:pt x="0" y="29298"/>
                </a:lnTo>
                <a:lnTo>
                  <a:pt x="12217" y="0"/>
                </a:lnTo>
                <a:lnTo>
                  <a:pt x="3024477" y="1256384"/>
                </a:lnTo>
                <a:lnTo>
                  <a:pt x="3012256" y="1285687"/>
                </a:lnTo>
                <a:close/>
              </a:path>
              <a:path w="3106420" h="1315085">
                <a:moveTo>
                  <a:pt x="3095187" y="1294853"/>
                </a:moveTo>
                <a:lnTo>
                  <a:pt x="3034233" y="1294853"/>
                </a:lnTo>
                <a:lnTo>
                  <a:pt x="3046463" y="1265555"/>
                </a:lnTo>
                <a:lnTo>
                  <a:pt x="3024477" y="1256384"/>
                </a:lnTo>
                <a:lnTo>
                  <a:pt x="3036696" y="1227086"/>
                </a:lnTo>
                <a:lnTo>
                  <a:pt x="3095187" y="1294853"/>
                </a:lnTo>
                <a:close/>
              </a:path>
              <a:path w="3106420" h="1315085">
                <a:moveTo>
                  <a:pt x="3034233" y="1294853"/>
                </a:moveTo>
                <a:lnTo>
                  <a:pt x="3012256" y="1285687"/>
                </a:lnTo>
                <a:lnTo>
                  <a:pt x="3024477" y="1256384"/>
                </a:lnTo>
                <a:lnTo>
                  <a:pt x="3046463" y="1265555"/>
                </a:lnTo>
                <a:lnTo>
                  <a:pt x="3034233" y="1294853"/>
                </a:lnTo>
                <a:close/>
              </a:path>
              <a:path w="3106420" h="1315085">
                <a:moveTo>
                  <a:pt x="3000032" y="1314996"/>
                </a:moveTo>
                <a:lnTo>
                  <a:pt x="3012256" y="1285687"/>
                </a:lnTo>
                <a:lnTo>
                  <a:pt x="3034233" y="1294853"/>
                </a:lnTo>
                <a:lnTo>
                  <a:pt x="3095187" y="1294853"/>
                </a:lnTo>
                <a:lnTo>
                  <a:pt x="3106280" y="1307706"/>
                </a:lnTo>
                <a:lnTo>
                  <a:pt x="3000032" y="1314996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646932" y="2848355"/>
            <a:ext cx="1007744" cy="1176655"/>
          </a:xfrm>
          <a:custGeom>
            <a:avLst/>
            <a:gdLst/>
            <a:ahLst/>
            <a:cxnLst/>
            <a:rect l="l" t="t" r="r" b="b"/>
            <a:pathLst>
              <a:path w="1007745" h="1176654">
                <a:moveTo>
                  <a:pt x="624839" y="1176528"/>
                </a:moveTo>
                <a:lnTo>
                  <a:pt x="0" y="915924"/>
                </a:lnTo>
                <a:lnTo>
                  <a:pt x="381000" y="0"/>
                </a:lnTo>
                <a:lnTo>
                  <a:pt x="1007363" y="260604"/>
                </a:lnTo>
                <a:lnTo>
                  <a:pt x="624839" y="117652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 rot="1320000">
            <a:off x="3960607" y="3284189"/>
            <a:ext cx="376198" cy="303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90"/>
              </a:lnSpc>
            </a:pPr>
            <a:r>
              <a:rPr dirty="0" sz="2350" spc="25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71588" y="4402835"/>
            <a:ext cx="1007744" cy="1176655"/>
          </a:xfrm>
          <a:custGeom>
            <a:avLst/>
            <a:gdLst/>
            <a:ahLst/>
            <a:cxnLst/>
            <a:rect l="l" t="t" r="r" b="b"/>
            <a:pathLst>
              <a:path w="1007745" h="1176654">
                <a:moveTo>
                  <a:pt x="624839" y="1176527"/>
                </a:moveTo>
                <a:lnTo>
                  <a:pt x="0" y="915924"/>
                </a:lnTo>
                <a:lnTo>
                  <a:pt x="382523" y="0"/>
                </a:lnTo>
                <a:lnTo>
                  <a:pt x="1007363" y="260603"/>
                </a:lnTo>
                <a:lnTo>
                  <a:pt x="624839" y="1176527"/>
                </a:lnTo>
                <a:close/>
              </a:path>
            </a:pathLst>
          </a:custGeom>
          <a:solidFill>
            <a:srgbClr val="2E54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 rot="1320000">
            <a:off x="7699316" y="4839278"/>
            <a:ext cx="348605" cy="3035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90"/>
              </a:lnSpc>
            </a:pPr>
            <a:r>
              <a:rPr dirty="0" sz="2350" spc="2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655529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92195" y="17495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91840" y="197205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734295" y="1375041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16970" y="4067555"/>
            <a:ext cx="285559" cy="2844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022503" y="4067555"/>
            <a:ext cx="285559" cy="2844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59744" y="4077080"/>
            <a:ext cx="2305685" cy="0"/>
          </a:xfrm>
          <a:custGeom>
            <a:avLst/>
            <a:gdLst/>
            <a:ahLst/>
            <a:cxnLst/>
            <a:rect l="l" t="t" r="r" b="b"/>
            <a:pathLst>
              <a:path w="2305684" h="0">
                <a:moveTo>
                  <a:pt x="0" y="0"/>
                </a:moveTo>
                <a:lnTo>
                  <a:pt x="2305545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859744" y="4343577"/>
            <a:ext cx="2305685" cy="0"/>
          </a:xfrm>
          <a:custGeom>
            <a:avLst/>
            <a:gdLst/>
            <a:ahLst/>
            <a:cxnLst/>
            <a:rect l="l" t="t" r="r" b="b"/>
            <a:pathLst>
              <a:path w="2305684" h="0">
                <a:moveTo>
                  <a:pt x="0" y="0"/>
                </a:moveTo>
                <a:lnTo>
                  <a:pt x="230553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657134" y="3990225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00AF50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805171" y="4158081"/>
            <a:ext cx="99288" cy="990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063561" y="4111434"/>
            <a:ext cx="203428" cy="2034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558068" y="4240250"/>
            <a:ext cx="144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861598" y="3485184"/>
            <a:ext cx="335915" cy="684530"/>
          </a:xfrm>
          <a:custGeom>
            <a:avLst/>
            <a:gdLst/>
            <a:ahLst/>
            <a:cxnLst/>
            <a:rect l="l" t="t" r="r" b="b"/>
            <a:pathLst>
              <a:path w="335914" h="684529">
                <a:moveTo>
                  <a:pt x="249529" y="65912"/>
                </a:moveTo>
                <a:lnTo>
                  <a:pt x="333184" y="0"/>
                </a:lnTo>
                <a:lnTo>
                  <a:pt x="333794" y="25565"/>
                </a:lnTo>
                <a:lnTo>
                  <a:pt x="303606" y="25565"/>
                </a:lnTo>
                <a:lnTo>
                  <a:pt x="291781" y="50697"/>
                </a:lnTo>
                <a:lnTo>
                  <a:pt x="249529" y="65912"/>
                </a:lnTo>
                <a:close/>
              </a:path>
              <a:path w="335914" h="684529">
                <a:moveTo>
                  <a:pt x="291781" y="50697"/>
                </a:moveTo>
                <a:lnTo>
                  <a:pt x="303606" y="25565"/>
                </a:lnTo>
                <a:lnTo>
                  <a:pt x="332333" y="39077"/>
                </a:lnTo>
                <a:lnTo>
                  <a:pt x="330445" y="43091"/>
                </a:lnTo>
                <a:lnTo>
                  <a:pt x="312902" y="43091"/>
                </a:lnTo>
                <a:lnTo>
                  <a:pt x="291781" y="50697"/>
                </a:lnTo>
                <a:close/>
              </a:path>
              <a:path w="335914" h="684529">
                <a:moveTo>
                  <a:pt x="335724" y="106464"/>
                </a:moveTo>
                <a:lnTo>
                  <a:pt x="320508" y="64211"/>
                </a:lnTo>
                <a:lnTo>
                  <a:pt x="332333" y="39077"/>
                </a:lnTo>
                <a:lnTo>
                  <a:pt x="303606" y="25565"/>
                </a:lnTo>
                <a:lnTo>
                  <a:pt x="333794" y="25565"/>
                </a:lnTo>
                <a:lnTo>
                  <a:pt x="335724" y="106464"/>
                </a:lnTo>
                <a:close/>
              </a:path>
              <a:path w="335914" h="684529">
                <a:moveTo>
                  <a:pt x="28727" y="684377"/>
                </a:moveTo>
                <a:lnTo>
                  <a:pt x="0" y="670864"/>
                </a:lnTo>
                <a:lnTo>
                  <a:pt x="291781" y="50697"/>
                </a:lnTo>
                <a:lnTo>
                  <a:pt x="312902" y="43091"/>
                </a:lnTo>
                <a:lnTo>
                  <a:pt x="320508" y="64211"/>
                </a:lnTo>
                <a:lnTo>
                  <a:pt x="28727" y="684377"/>
                </a:lnTo>
                <a:close/>
              </a:path>
              <a:path w="335914" h="684529">
                <a:moveTo>
                  <a:pt x="320508" y="64211"/>
                </a:moveTo>
                <a:lnTo>
                  <a:pt x="312902" y="43091"/>
                </a:lnTo>
                <a:lnTo>
                  <a:pt x="330445" y="43091"/>
                </a:lnTo>
                <a:lnTo>
                  <a:pt x="320508" y="64211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241598" y="2225484"/>
            <a:ext cx="2207260" cy="164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电磁驱动</a:t>
            </a:r>
            <a:endParaRPr sz="2400">
              <a:latin typeface="华文楷体"/>
              <a:cs typeface="华文楷体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2400" b="1" i="1">
                <a:solidFill>
                  <a:srgbClr val="4471C4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50913" y="4204043"/>
            <a:ext cx="335915" cy="684530"/>
          </a:xfrm>
          <a:custGeom>
            <a:avLst/>
            <a:gdLst/>
            <a:ahLst/>
            <a:cxnLst/>
            <a:rect l="l" t="t" r="r" b="b"/>
            <a:pathLst>
              <a:path w="335915" h="684529">
                <a:moveTo>
                  <a:pt x="22821" y="641286"/>
                </a:moveTo>
                <a:lnTo>
                  <a:pt x="15215" y="620166"/>
                </a:lnTo>
                <a:lnTo>
                  <a:pt x="306997" y="0"/>
                </a:lnTo>
                <a:lnTo>
                  <a:pt x="335724" y="13512"/>
                </a:lnTo>
                <a:lnTo>
                  <a:pt x="43950" y="633676"/>
                </a:lnTo>
                <a:lnTo>
                  <a:pt x="22821" y="641286"/>
                </a:lnTo>
                <a:close/>
              </a:path>
              <a:path w="335915" h="684529">
                <a:moveTo>
                  <a:pt x="2540" y="684377"/>
                </a:moveTo>
                <a:lnTo>
                  <a:pt x="0" y="577913"/>
                </a:lnTo>
                <a:lnTo>
                  <a:pt x="15215" y="620166"/>
                </a:lnTo>
                <a:lnTo>
                  <a:pt x="3390" y="645299"/>
                </a:lnTo>
                <a:lnTo>
                  <a:pt x="32118" y="658825"/>
                </a:lnTo>
                <a:lnTo>
                  <a:pt x="34965" y="658825"/>
                </a:lnTo>
                <a:lnTo>
                  <a:pt x="2540" y="684377"/>
                </a:lnTo>
                <a:close/>
              </a:path>
              <a:path w="335915" h="684529">
                <a:moveTo>
                  <a:pt x="34965" y="658825"/>
                </a:moveTo>
                <a:lnTo>
                  <a:pt x="32118" y="658825"/>
                </a:lnTo>
                <a:lnTo>
                  <a:pt x="43950" y="633676"/>
                </a:lnTo>
                <a:lnTo>
                  <a:pt x="86182" y="618464"/>
                </a:lnTo>
                <a:lnTo>
                  <a:pt x="34965" y="658825"/>
                </a:lnTo>
                <a:close/>
              </a:path>
              <a:path w="335915" h="684529">
                <a:moveTo>
                  <a:pt x="32118" y="658825"/>
                </a:moveTo>
                <a:lnTo>
                  <a:pt x="3390" y="645299"/>
                </a:lnTo>
                <a:lnTo>
                  <a:pt x="15215" y="620166"/>
                </a:lnTo>
                <a:lnTo>
                  <a:pt x="22821" y="641286"/>
                </a:lnTo>
                <a:lnTo>
                  <a:pt x="40369" y="641286"/>
                </a:lnTo>
                <a:lnTo>
                  <a:pt x="32118" y="658825"/>
                </a:lnTo>
                <a:close/>
              </a:path>
              <a:path w="335915" h="684529">
                <a:moveTo>
                  <a:pt x="40369" y="641286"/>
                </a:moveTo>
                <a:lnTo>
                  <a:pt x="22821" y="641286"/>
                </a:lnTo>
                <a:lnTo>
                  <a:pt x="43950" y="633676"/>
                </a:lnTo>
                <a:lnTo>
                  <a:pt x="40369" y="64128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607200" y="4530902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4471C4"/>
                </a:solidFill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768619" y="3879405"/>
            <a:ext cx="298742" cy="6337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4295" y="1375041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92523" y="2667000"/>
            <a:ext cx="4483608" cy="32278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413790" y="2664002"/>
            <a:ext cx="124460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华文楷体"/>
                <a:cs typeface="华文楷体"/>
              </a:rPr>
              <a:t>交流感应 电动机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41598" y="2225484"/>
            <a:ext cx="1473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>
                <a:latin typeface="华文楷体"/>
                <a:cs typeface="华文楷体"/>
              </a:rPr>
              <a:t>电磁驱动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1986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89148" y="17495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6" y="0"/>
                </a:lnTo>
                <a:lnTo>
                  <a:pt x="364236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88791" y="1972055"/>
            <a:ext cx="245745" cy="247015"/>
          </a:xfrm>
          <a:custGeom>
            <a:avLst/>
            <a:gdLst/>
            <a:ahLst/>
            <a:cxnLst/>
            <a:rect l="l" t="t" r="r" b="b"/>
            <a:pathLst>
              <a:path w="245745" h="247014">
                <a:moveTo>
                  <a:pt x="0" y="0"/>
                </a:moveTo>
                <a:lnTo>
                  <a:pt x="245363" y="0"/>
                </a:lnTo>
                <a:lnTo>
                  <a:pt x="245363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30752" y="1375041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13360" rIns="0" bIns="0" rtlCol="0" vert="horz">
            <a:spAutoFit/>
          </a:bodyPr>
          <a:lstStyle/>
          <a:p>
            <a:pPr marL="576580">
              <a:lnSpc>
                <a:spcPct val="100000"/>
              </a:lnSpc>
              <a:spcBef>
                <a:spcPts val="1680"/>
              </a:spcBef>
            </a:pPr>
            <a:r>
              <a:rPr dirty="0">
                <a:latin typeface="Times New Roman"/>
                <a:cs typeface="Times New Roman"/>
              </a:rPr>
              <a:t>2.</a:t>
            </a:r>
            <a:r>
              <a:rPr dirty="0"/>
              <a:t>电磁驱动</a:t>
            </a:r>
          </a:p>
          <a:p>
            <a:pPr marL="506730" marR="5080" indent="533400">
              <a:lnSpc>
                <a:spcPct val="150000"/>
              </a:lnSpc>
              <a:spcBef>
                <a:spcPts val="145"/>
              </a:spcBef>
            </a:pPr>
            <a:r>
              <a:rPr dirty="0"/>
              <a:t>如果磁场相对于导体转动，</a:t>
            </a:r>
            <a:r>
              <a:rPr dirty="0">
                <a:solidFill>
                  <a:srgbClr val="FF0000"/>
                </a:solidFill>
              </a:rPr>
              <a:t>感应电流</a:t>
            </a:r>
            <a:r>
              <a:rPr dirty="0"/>
              <a:t>会使导 体受到</a:t>
            </a:r>
            <a:r>
              <a:rPr dirty="0">
                <a:solidFill>
                  <a:srgbClr val="FF0000"/>
                </a:solidFill>
              </a:rPr>
              <a:t>安培力</a:t>
            </a:r>
            <a:r>
              <a:rPr dirty="0"/>
              <a:t>作用，安培力</a:t>
            </a:r>
            <a:r>
              <a:rPr dirty="0">
                <a:solidFill>
                  <a:srgbClr val="FF0000"/>
                </a:solidFill>
              </a:rPr>
              <a:t>使导体运动起来</a:t>
            </a:r>
            <a:r>
              <a:rPr dirty="0"/>
              <a:t>，  即</a:t>
            </a:r>
            <a:r>
              <a:rPr dirty="0">
                <a:solidFill>
                  <a:srgbClr val="FF0000"/>
                </a:solidFill>
              </a:rPr>
              <a:t>电磁驱动。</a:t>
            </a:r>
          </a:p>
          <a:p>
            <a:pPr marL="934719">
              <a:lnSpc>
                <a:spcPct val="100000"/>
              </a:lnSpc>
              <a:spcBef>
                <a:spcPts val="1380"/>
              </a:spcBef>
            </a:pPr>
            <a:r>
              <a:rPr dirty="0"/>
              <a:t>磁体的机械能转化为导体的机械能。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5529" y="2019496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83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2195" y="1749551"/>
            <a:ext cx="364490" cy="363220"/>
          </a:xfrm>
          <a:custGeom>
            <a:avLst/>
            <a:gdLst/>
            <a:ahLst/>
            <a:cxnLst/>
            <a:rect l="l" t="t" r="r" b="b"/>
            <a:pathLst>
              <a:path w="364489" h="363219">
                <a:moveTo>
                  <a:pt x="0" y="0"/>
                </a:moveTo>
                <a:lnTo>
                  <a:pt x="364235" y="0"/>
                </a:lnTo>
                <a:lnTo>
                  <a:pt x="364235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1840" y="1972055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8"/>
                </a:lnTo>
                <a:lnTo>
                  <a:pt x="0" y="246888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34295" y="1375041"/>
            <a:ext cx="421640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1598" y="2225484"/>
            <a:ext cx="863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3.</a:t>
            </a:r>
            <a:r>
              <a:rPr dirty="0" sz="2400">
                <a:latin typeface="华文楷体"/>
                <a:cs typeface="华文楷体"/>
              </a:rPr>
              <a:t>小结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42944" y="2685288"/>
            <a:ext cx="5388863" cy="3125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4285" y="201014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2195" y="1740407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1" y="0"/>
                </a:lnTo>
                <a:lnTo>
                  <a:pt x="362711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0315" y="19629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33050" y="1365694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0366" y="2216137"/>
            <a:ext cx="863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3.</a:t>
            </a:r>
            <a:r>
              <a:rPr dirty="0" sz="2400">
                <a:latin typeface="华文楷体"/>
                <a:cs typeface="华文楷体"/>
              </a:rPr>
              <a:t>小结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03053" y="376443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7870" y="3768877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03333" y="4711509"/>
            <a:ext cx="210820" cy="68834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545"/>
              </a:spcBef>
            </a:pPr>
            <a:r>
              <a:rPr dirty="0" sz="1800" b="1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886452" y="2329383"/>
          <a:ext cx="4864100" cy="309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0945"/>
                <a:gridCol w="1211580"/>
                <a:gridCol w="1210945"/>
                <a:gridCol w="1211579"/>
              </a:tblGrid>
              <a:tr h="701039">
                <a:tc>
                  <a:txBody>
                    <a:bodyPr/>
                    <a:lstStyle/>
                    <a:p>
                      <a:pPr marL="349885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情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景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1841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49885" marR="88900" indent="-2552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对导体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的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作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用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表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现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1841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50520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原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因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1841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191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93345" marR="92710">
                        <a:lnSpc>
                          <a:spcPct val="100000"/>
                        </a:lnSpc>
                      </a:pPr>
                      <a:r>
                        <a:rPr dirty="0" sz="2000" spc="-5">
                          <a:latin typeface="楷体"/>
                          <a:cs typeface="楷体"/>
                        </a:rPr>
                        <a:t>导体在</a:t>
                      </a:r>
                      <a:r>
                        <a:rPr dirty="0" sz="2000">
                          <a:latin typeface="楷体"/>
                          <a:cs typeface="楷体"/>
                        </a:rPr>
                        <a:t>磁 </a:t>
                      </a:r>
                      <a:r>
                        <a:rPr dirty="0" sz="2000" spc="-5">
                          <a:latin typeface="楷体"/>
                          <a:cs typeface="楷体"/>
                        </a:rPr>
                        <a:t>场中运</a:t>
                      </a:r>
                      <a:r>
                        <a:rPr dirty="0" sz="2000">
                          <a:latin typeface="楷体"/>
                          <a:cs typeface="楷体"/>
                        </a:rPr>
                        <a:t>动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650">
                        <a:latin typeface="Times New Roman"/>
                        <a:cs typeface="Times New Roman"/>
                      </a:endParaRPr>
                    </a:p>
                    <a:p>
                      <a:pPr algn="ctr" marR="44450">
                        <a:lnSpc>
                          <a:spcPct val="100000"/>
                        </a:lnSpc>
                      </a:pPr>
                      <a:r>
                        <a:rPr dirty="0" sz="2000">
                          <a:latin typeface="楷体"/>
                          <a:cs typeface="楷体"/>
                        </a:rPr>
                        <a:t>阻</a:t>
                      </a:r>
                      <a:r>
                        <a:rPr dirty="0" sz="2000" spc="5">
                          <a:latin typeface="楷体"/>
                          <a:cs typeface="楷体"/>
                        </a:rPr>
                        <a:t>尼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62585" marR="77470" indent="-254000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dirty="0" sz="2000" spc="-5">
                          <a:latin typeface="楷体"/>
                          <a:cs typeface="楷体"/>
                        </a:rPr>
                        <a:t>阻碍相</a:t>
                      </a:r>
                      <a:r>
                        <a:rPr dirty="0" sz="2000">
                          <a:latin typeface="楷体"/>
                          <a:cs typeface="楷体"/>
                        </a:rPr>
                        <a:t>对 </a:t>
                      </a:r>
                      <a:r>
                        <a:rPr dirty="0" sz="2000">
                          <a:latin typeface="楷体"/>
                          <a:cs typeface="楷体"/>
                        </a:rPr>
                        <a:t>运</a:t>
                      </a:r>
                      <a:r>
                        <a:rPr dirty="0" sz="2000" spc="5">
                          <a:latin typeface="楷体"/>
                          <a:cs typeface="楷体"/>
                        </a:rPr>
                        <a:t>动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234950" marR="78740" indent="-127000">
                        <a:lnSpc>
                          <a:spcPct val="100000"/>
                        </a:lnSpc>
                        <a:spcBef>
                          <a:spcPts val="1795"/>
                        </a:spcBef>
                      </a:pPr>
                      <a:r>
                        <a:rPr dirty="0" sz="2000" spc="-5">
                          <a:latin typeface="楷体"/>
                          <a:cs typeface="楷体"/>
                        </a:rPr>
                        <a:t>阻碍磁</a:t>
                      </a:r>
                      <a:r>
                        <a:rPr dirty="0" sz="2000">
                          <a:latin typeface="楷体"/>
                          <a:cs typeface="楷体"/>
                        </a:rPr>
                        <a:t>通 </a:t>
                      </a:r>
                      <a:r>
                        <a:rPr dirty="0" sz="2000">
                          <a:latin typeface="楷体"/>
                          <a:cs typeface="楷体"/>
                        </a:rPr>
                        <a:t>量变</a:t>
                      </a:r>
                      <a:r>
                        <a:rPr dirty="0" sz="2000" spc="5">
                          <a:latin typeface="楷体"/>
                          <a:cs typeface="楷体"/>
                        </a:rPr>
                        <a:t>化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1918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79375" marR="106680">
                        <a:lnSpc>
                          <a:spcPct val="100000"/>
                        </a:lnSpc>
                      </a:pPr>
                      <a:r>
                        <a:rPr dirty="0" sz="2000" spc="-5">
                          <a:latin typeface="楷体"/>
                          <a:cs typeface="楷体"/>
                        </a:rPr>
                        <a:t>磁铁相</a:t>
                      </a:r>
                      <a:r>
                        <a:rPr dirty="0" sz="2000">
                          <a:latin typeface="楷体"/>
                          <a:cs typeface="楷体"/>
                        </a:rPr>
                        <a:t>对 </a:t>
                      </a:r>
                      <a:r>
                        <a:rPr dirty="0" sz="2000" spc="-5">
                          <a:latin typeface="楷体"/>
                          <a:cs typeface="楷体"/>
                        </a:rPr>
                        <a:t>导体运</a:t>
                      </a:r>
                      <a:r>
                        <a:rPr dirty="0" sz="2000">
                          <a:latin typeface="楷体"/>
                          <a:cs typeface="楷体"/>
                        </a:rPr>
                        <a:t>动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 marR="43815">
                        <a:lnSpc>
                          <a:spcPct val="100000"/>
                        </a:lnSpc>
                      </a:pPr>
                      <a:r>
                        <a:rPr dirty="0" sz="2000">
                          <a:latin typeface="楷体"/>
                          <a:cs typeface="楷体"/>
                        </a:rPr>
                        <a:t>驱</a:t>
                      </a:r>
                      <a:r>
                        <a:rPr dirty="0" sz="2000" spc="5">
                          <a:latin typeface="楷体"/>
                          <a:cs typeface="楷体"/>
                        </a:rPr>
                        <a:t>动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1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2897123" y="3144011"/>
            <a:ext cx="1848612" cy="975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97123" y="4314444"/>
            <a:ext cx="1848612" cy="9875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07752" y="3764648"/>
            <a:ext cx="375920" cy="95250"/>
          </a:xfrm>
          <a:custGeom>
            <a:avLst/>
            <a:gdLst/>
            <a:ahLst/>
            <a:cxnLst/>
            <a:rect l="l" t="t" r="r" b="b"/>
            <a:pathLst>
              <a:path w="375920" h="95250">
                <a:moveTo>
                  <a:pt x="95250" y="95250"/>
                </a:moveTo>
                <a:lnTo>
                  <a:pt x="0" y="47625"/>
                </a:lnTo>
                <a:lnTo>
                  <a:pt x="95250" y="0"/>
                </a:lnTo>
                <a:lnTo>
                  <a:pt x="63500" y="31750"/>
                </a:lnTo>
                <a:lnTo>
                  <a:pt x="35725" y="31750"/>
                </a:lnTo>
                <a:lnTo>
                  <a:pt x="35725" y="63500"/>
                </a:lnTo>
                <a:lnTo>
                  <a:pt x="63500" y="63500"/>
                </a:lnTo>
                <a:lnTo>
                  <a:pt x="95250" y="95250"/>
                </a:lnTo>
                <a:close/>
              </a:path>
              <a:path w="375920" h="95250">
                <a:moveTo>
                  <a:pt x="63500" y="63500"/>
                </a:moveTo>
                <a:lnTo>
                  <a:pt x="35725" y="63500"/>
                </a:lnTo>
                <a:lnTo>
                  <a:pt x="35725" y="31750"/>
                </a:lnTo>
                <a:lnTo>
                  <a:pt x="63500" y="31750"/>
                </a:lnTo>
                <a:lnTo>
                  <a:pt x="47625" y="47625"/>
                </a:lnTo>
                <a:lnTo>
                  <a:pt x="63500" y="63500"/>
                </a:lnTo>
                <a:close/>
              </a:path>
              <a:path w="375920" h="95250">
                <a:moveTo>
                  <a:pt x="375513" y="63500"/>
                </a:moveTo>
                <a:lnTo>
                  <a:pt x="63500" y="63500"/>
                </a:lnTo>
                <a:lnTo>
                  <a:pt x="47625" y="47625"/>
                </a:lnTo>
                <a:lnTo>
                  <a:pt x="63500" y="31750"/>
                </a:lnTo>
                <a:lnTo>
                  <a:pt x="375513" y="31750"/>
                </a:lnTo>
                <a:lnTo>
                  <a:pt x="37551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86237" y="3753675"/>
            <a:ext cx="447040" cy="95250"/>
          </a:xfrm>
          <a:custGeom>
            <a:avLst/>
            <a:gdLst/>
            <a:ahLst/>
            <a:cxnLst/>
            <a:rect l="l" t="t" r="r" b="b"/>
            <a:pathLst>
              <a:path w="447039" h="95250">
                <a:moveTo>
                  <a:pt x="382501" y="30740"/>
                </a:moveTo>
                <a:lnTo>
                  <a:pt x="349770" y="0"/>
                </a:lnTo>
                <a:lnTo>
                  <a:pt x="414502" y="29870"/>
                </a:lnTo>
                <a:lnTo>
                  <a:pt x="410260" y="29870"/>
                </a:lnTo>
                <a:lnTo>
                  <a:pt x="382501" y="30740"/>
                </a:lnTo>
                <a:close/>
              </a:path>
              <a:path w="447039" h="95250">
                <a:moveTo>
                  <a:pt x="383490" y="62465"/>
                </a:moveTo>
                <a:lnTo>
                  <a:pt x="398856" y="46100"/>
                </a:lnTo>
                <a:lnTo>
                  <a:pt x="382501" y="30740"/>
                </a:lnTo>
                <a:lnTo>
                  <a:pt x="410260" y="29870"/>
                </a:lnTo>
                <a:lnTo>
                  <a:pt x="411251" y="61595"/>
                </a:lnTo>
                <a:lnTo>
                  <a:pt x="383490" y="62465"/>
                </a:lnTo>
                <a:close/>
              </a:path>
              <a:path w="447039" h="95250">
                <a:moveTo>
                  <a:pt x="352755" y="95199"/>
                </a:moveTo>
                <a:lnTo>
                  <a:pt x="383490" y="62465"/>
                </a:lnTo>
                <a:lnTo>
                  <a:pt x="411251" y="61595"/>
                </a:lnTo>
                <a:lnTo>
                  <a:pt x="410260" y="29870"/>
                </a:lnTo>
                <a:lnTo>
                  <a:pt x="414502" y="29870"/>
                </a:lnTo>
                <a:lnTo>
                  <a:pt x="446455" y="44615"/>
                </a:lnTo>
                <a:lnTo>
                  <a:pt x="352755" y="95199"/>
                </a:lnTo>
                <a:close/>
              </a:path>
              <a:path w="447039" h="95250">
                <a:moveTo>
                  <a:pt x="990" y="74460"/>
                </a:moveTo>
                <a:lnTo>
                  <a:pt x="0" y="42735"/>
                </a:lnTo>
                <a:lnTo>
                  <a:pt x="382501" y="30740"/>
                </a:lnTo>
                <a:lnTo>
                  <a:pt x="398856" y="46100"/>
                </a:lnTo>
                <a:lnTo>
                  <a:pt x="383490" y="62465"/>
                </a:lnTo>
                <a:lnTo>
                  <a:pt x="990" y="7446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37292" y="4922811"/>
            <a:ext cx="375920" cy="95250"/>
          </a:xfrm>
          <a:custGeom>
            <a:avLst/>
            <a:gdLst/>
            <a:ahLst/>
            <a:cxnLst/>
            <a:rect l="l" t="t" r="r" b="b"/>
            <a:pathLst>
              <a:path w="375920" h="95250">
                <a:moveTo>
                  <a:pt x="95250" y="95250"/>
                </a:moveTo>
                <a:lnTo>
                  <a:pt x="0" y="47625"/>
                </a:lnTo>
                <a:lnTo>
                  <a:pt x="95250" y="0"/>
                </a:lnTo>
                <a:lnTo>
                  <a:pt x="63500" y="31750"/>
                </a:lnTo>
                <a:lnTo>
                  <a:pt x="35725" y="31750"/>
                </a:lnTo>
                <a:lnTo>
                  <a:pt x="35725" y="63500"/>
                </a:lnTo>
                <a:lnTo>
                  <a:pt x="63500" y="63500"/>
                </a:lnTo>
                <a:lnTo>
                  <a:pt x="95250" y="95250"/>
                </a:lnTo>
                <a:close/>
              </a:path>
              <a:path w="375920" h="95250">
                <a:moveTo>
                  <a:pt x="63500" y="63500"/>
                </a:moveTo>
                <a:lnTo>
                  <a:pt x="35725" y="63500"/>
                </a:lnTo>
                <a:lnTo>
                  <a:pt x="35725" y="31750"/>
                </a:lnTo>
                <a:lnTo>
                  <a:pt x="63500" y="31750"/>
                </a:lnTo>
                <a:lnTo>
                  <a:pt x="47625" y="47625"/>
                </a:lnTo>
                <a:lnTo>
                  <a:pt x="63500" y="63500"/>
                </a:lnTo>
                <a:close/>
              </a:path>
              <a:path w="375920" h="95250">
                <a:moveTo>
                  <a:pt x="375513" y="63500"/>
                </a:moveTo>
                <a:lnTo>
                  <a:pt x="63500" y="63500"/>
                </a:lnTo>
                <a:lnTo>
                  <a:pt x="47625" y="47625"/>
                </a:lnTo>
                <a:lnTo>
                  <a:pt x="63500" y="31750"/>
                </a:lnTo>
                <a:lnTo>
                  <a:pt x="375513" y="31750"/>
                </a:lnTo>
                <a:lnTo>
                  <a:pt x="37551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563073" y="5096357"/>
            <a:ext cx="450215" cy="95250"/>
          </a:xfrm>
          <a:custGeom>
            <a:avLst/>
            <a:gdLst/>
            <a:ahLst/>
            <a:cxnLst/>
            <a:rect l="l" t="t" r="r" b="b"/>
            <a:pathLst>
              <a:path w="450214" h="95250">
                <a:moveTo>
                  <a:pt x="95250" y="95250"/>
                </a:moveTo>
                <a:lnTo>
                  <a:pt x="0" y="47625"/>
                </a:lnTo>
                <a:lnTo>
                  <a:pt x="95250" y="0"/>
                </a:lnTo>
                <a:lnTo>
                  <a:pt x="63500" y="31750"/>
                </a:lnTo>
                <a:lnTo>
                  <a:pt x="35725" y="31750"/>
                </a:lnTo>
                <a:lnTo>
                  <a:pt x="35725" y="63500"/>
                </a:lnTo>
                <a:lnTo>
                  <a:pt x="63500" y="63500"/>
                </a:lnTo>
                <a:lnTo>
                  <a:pt x="95250" y="95250"/>
                </a:lnTo>
                <a:close/>
              </a:path>
              <a:path w="450214" h="95250">
                <a:moveTo>
                  <a:pt x="63500" y="63500"/>
                </a:moveTo>
                <a:lnTo>
                  <a:pt x="35725" y="63500"/>
                </a:lnTo>
                <a:lnTo>
                  <a:pt x="35725" y="31750"/>
                </a:lnTo>
                <a:lnTo>
                  <a:pt x="63500" y="31750"/>
                </a:lnTo>
                <a:lnTo>
                  <a:pt x="47625" y="47625"/>
                </a:lnTo>
                <a:lnTo>
                  <a:pt x="63500" y="63500"/>
                </a:lnTo>
                <a:close/>
              </a:path>
              <a:path w="450214" h="95250">
                <a:moveTo>
                  <a:pt x="449732" y="63500"/>
                </a:moveTo>
                <a:lnTo>
                  <a:pt x="63500" y="63500"/>
                </a:lnTo>
                <a:lnTo>
                  <a:pt x="47625" y="47625"/>
                </a:lnTo>
                <a:lnTo>
                  <a:pt x="63500" y="31750"/>
                </a:lnTo>
                <a:lnTo>
                  <a:pt x="449732" y="31750"/>
                </a:lnTo>
                <a:lnTo>
                  <a:pt x="449732" y="63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54285" y="2010149"/>
            <a:ext cx="5556885" cy="0"/>
          </a:xfrm>
          <a:custGeom>
            <a:avLst/>
            <a:gdLst/>
            <a:ahLst/>
            <a:cxnLst/>
            <a:rect l="l" t="t" r="r" b="b"/>
            <a:pathLst>
              <a:path w="5556884" h="0">
                <a:moveTo>
                  <a:pt x="0" y="0"/>
                </a:moveTo>
                <a:lnTo>
                  <a:pt x="5556796" y="0"/>
                </a:lnTo>
              </a:path>
            </a:pathLst>
          </a:custGeom>
          <a:ln w="36156">
            <a:solidFill>
              <a:srgbClr val="01431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092195" y="1740407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19">
                <a:moveTo>
                  <a:pt x="0" y="0"/>
                </a:moveTo>
                <a:lnTo>
                  <a:pt x="362711" y="0"/>
                </a:lnTo>
                <a:lnTo>
                  <a:pt x="362711" y="362712"/>
                </a:lnTo>
                <a:lnTo>
                  <a:pt x="0" y="362712"/>
                </a:lnTo>
                <a:lnTo>
                  <a:pt x="0" y="0"/>
                </a:lnTo>
                <a:close/>
              </a:path>
            </a:pathLst>
          </a:custGeom>
          <a:solidFill>
            <a:srgbClr val="01431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90315" y="1962911"/>
            <a:ext cx="247015" cy="247015"/>
          </a:xfrm>
          <a:custGeom>
            <a:avLst/>
            <a:gdLst/>
            <a:ahLst/>
            <a:cxnLst/>
            <a:rect l="l" t="t" r="r" b="b"/>
            <a:pathLst>
              <a:path w="247014" h="247014">
                <a:moveTo>
                  <a:pt x="0" y="0"/>
                </a:moveTo>
                <a:lnTo>
                  <a:pt x="246887" y="0"/>
                </a:lnTo>
                <a:lnTo>
                  <a:pt x="246887" y="246887"/>
                </a:lnTo>
                <a:lnTo>
                  <a:pt x="0" y="246887"/>
                </a:lnTo>
                <a:lnTo>
                  <a:pt x="0" y="0"/>
                </a:lnTo>
                <a:close/>
              </a:path>
            </a:pathLst>
          </a:custGeom>
          <a:solidFill>
            <a:srgbClr val="01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33050" y="1365694"/>
            <a:ext cx="421640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0">
                <a:solidFill>
                  <a:srgbClr val="000000"/>
                </a:solidFill>
                <a:latin typeface="黑体"/>
                <a:cs typeface="黑体"/>
              </a:rPr>
              <a:t>三、电磁阻尼和电磁驱动</a:t>
            </a:r>
            <a:endParaRPr sz="3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0366" y="2216137"/>
            <a:ext cx="863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3.</a:t>
            </a:r>
            <a:r>
              <a:rPr dirty="0" sz="2400">
                <a:latin typeface="华文楷体"/>
                <a:cs typeface="华文楷体"/>
              </a:rPr>
              <a:t>小结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03053" y="3764432"/>
            <a:ext cx="153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7870" y="3768877"/>
            <a:ext cx="17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4819" y="4759617"/>
            <a:ext cx="210820" cy="688340"/>
          </a:xfrm>
          <a:prstGeom prst="rect">
            <a:avLst/>
          </a:prstGeom>
        </p:spPr>
        <p:txBody>
          <a:bodyPr wrap="square" lIns="0" tIns="69215" rIns="0" bIns="0" rtlCol="0" vert="horz">
            <a:spAutoFit/>
          </a:bodyPr>
          <a:lstStyle/>
          <a:p>
            <a:pPr marL="70485">
              <a:lnSpc>
                <a:spcPct val="100000"/>
              </a:lnSpc>
              <a:spcBef>
                <a:spcPts val="545"/>
              </a:spcBef>
            </a:pPr>
            <a:r>
              <a:rPr dirty="0" sz="1800" b="1" i="1">
                <a:latin typeface="Book Antiqua"/>
                <a:cs typeface="Book Antiqua"/>
              </a:rPr>
              <a:t>v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800" b="1" i="1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886452" y="2329383"/>
          <a:ext cx="4864100" cy="309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0945"/>
                <a:gridCol w="1211580"/>
                <a:gridCol w="2422525"/>
              </a:tblGrid>
              <a:tr h="701039">
                <a:tc>
                  <a:txBody>
                    <a:bodyPr/>
                    <a:lstStyle/>
                    <a:p>
                      <a:pPr marL="349885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情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景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1841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49885" marR="88900" indent="-2552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00" spc="5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对导体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的 </a:t>
                      </a:r>
                      <a:r>
                        <a:rPr dirty="0" sz="2000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作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用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5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能量</a:t>
                      </a:r>
                      <a:r>
                        <a:rPr dirty="0" sz="2000" spc="-5" b="1">
                          <a:solidFill>
                            <a:srgbClr val="FFFFFF"/>
                          </a:solidFill>
                          <a:latin typeface="楷体"/>
                          <a:cs typeface="楷体"/>
                        </a:rPr>
                        <a:t>观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1841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191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850">
                        <a:latin typeface="Times New Roman"/>
                        <a:cs typeface="Times New Roman"/>
                      </a:endParaRPr>
                    </a:p>
                    <a:p>
                      <a:pPr marL="93345" marR="92710">
                        <a:lnSpc>
                          <a:spcPct val="100000"/>
                        </a:lnSpc>
                      </a:pPr>
                      <a:r>
                        <a:rPr dirty="0" sz="2000" spc="-5">
                          <a:latin typeface="楷体"/>
                          <a:cs typeface="楷体"/>
                        </a:rPr>
                        <a:t>导体在</a:t>
                      </a:r>
                      <a:r>
                        <a:rPr dirty="0" sz="2000">
                          <a:latin typeface="楷体"/>
                          <a:cs typeface="楷体"/>
                        </a:rPr>
                        <a:t>磁 </a:t>
                      </a:r>
                      <a:r>
                        <a:rPr dirty="0" sz="2000" spc="-5">
                          <a:latin typeface="楷体"/>
                          <a:cs typeface="楷体"/>
                        </a:rPr>
                        <a:t>场中运</a:t>
                      </a:r>
                      <a:r>
                        <a:rPr dirty="0" sz="2000">
                          <a:latin typeface="楷体"/>
                          <a:cs typeface="楷体"/>
                        </a:rPr>
                        <a:t>动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2650">
                        <a:latin typeface="Times New Roman"/>
                        <a:cs typeface="Times New Roman"/>
                      </a:endParaRPr>
                    </a:p>
                    <a:p>
                      <a:pPr algn="ctr" marR="44450">
                        <a:lnSpc>
                          <a:spcPct val="100000"/>
                        </a:lnSpc>
                      </a:pPr>
                      <a:r>
                        <a:rPr dirty="0" sz="2000">
                          <a:latin typeface="楷体"/>
                          <a:cs typeface="楷体"/>
                        </a:rPr>
                        <a:t>阻</a:t>
                      </a:r>
                      <a:r>
                        <a:rPr dirty="0" sz="2000" spc="5">
                          <a:latin typeface="楷体"/>
                          <a:cs typeface="楷体"/>
                        </a:rPr>
                        <a:t>尼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48335" marR="368300" indent="-3810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000" spc="-5">
                          <a:latin typeface="楷体"/>
                          <a:cs typeface="楷体"/>
                        </a:rPr>
                        <a:t>导体的机械能</a:t>
                      </a:r>
                      <a:r>
                        <a:rPr dirty="0" sz="2000">
                          <a:latin typeface="楷体"/>
                          <a:cs typeface="楷体"/>
                        </a:rPr>
                        <a:t>转 </a:t>
                      </a:r>
                      <a:r>
                        <a:rPr dirty="0" sz="2000">
                          <a:latin typeface="楷体"/>
                          <a:cs typeface="楷体"/>
                        </a:rPr>
                        <a:t>化为电</a:t>
                      </a:r>
                      <a:r>
                        <a:rPr dirty="0" sz="2000" spc="5">
                          <a:latin typeface="楷体"/>
                          <a:cs typeface="楷体"/>
                        </a:rPr>
                        <a:t>能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50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1918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79375" marR="106680">
                        <a:lnSpc>
                          <a:spcPct val="100000"/>
                        </a:lnSpc>
                      </a:pPr>
                      <a:r>
                        <a:rPr dirty="0" sz="2000" spc="-5">
                          <a:latin typeface="楷体"/>
                          <a:cs typeface="楷体"/>
                        </a:rPr>
                        <a:t>磁铁相</a:t>
                      </a:r>
                      <a:r>
                        <a:rPr dirty="0" sz="2000">
                          <a:latin typeface="楷体"/>
                          <a:cs typeface="楷体"/>
                        </a:rPr>
                        <a:t>对 </a:t>
                      </a:r>
                      <a:r>
                        <a:rPr dirty="0" sz="2000" spc="-5">
                          <a:latin typeface="楷体"/>
                          <a:cs typeface="楷体"/>
                        </a:rPr>
                        <a:t>导体运</a:t>
                      </a:r>
                      <a:r>
                        <a:rPr dirty="0" sz="2000">
                          <a:latin typeface="楷体"/>
                          <a:cs typeface="楷体"/>
                        </a:rPr>
                        <a:t>动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 marR="43815">
                        <a:lnSpc>
                          <a:spcPct val="100000"/>
                        </a:lnSpc>
                      </a:pPr>
                      <a:r>
                        <a:rPr dirty="0" sz="2000">
                          <a:latin typeface="楷体"/>
                          <a:cs typeface="楷体"/>
                        </a:rPr>
                        <a:t>驱</a:t>
                      </a:r>
                      <a:r>
                        <a:rPr dirty="0" sz="2000" spc="5">
                          <a:latin typeface="楷体"/>
                          <a:cs typeface="楷体"/>
                        </a:rPr>
                        <a:t>动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1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marL="309245" marR="199390" indent="-127000">
                        <a:lnSpc>
                          <a:spcPct val="100000"/>
                        </a:lnSpc>
                      </a:pPr>
                      <a:r>
                        <a:rPr dirty="0" sz="2000" spc="-5">
                          <a:latin typeface="楷体"/>
                          <a:cs typeface="楷体"/>
                        </a:rPr>
                        <a:t>磁体的机械能转</a:t>
                      </a:r>
                      <a:r>
                        <a:rPr dirty="0" sz="2000">
                          <a:latin typeface="楷体"/>
                          <a:cs typeface="楷体"/>
                        </a:rPr>
                        <a:t>化 </a:t>
                      </a:r>
                      <a:r>
                        <a:rPr dirty="0" sz="2000">
                          <a:latin typeface="楷体"/>
                          <a:cs typeface="楷体"/>
                        </a:rPr>
                        <a:t>为导体的机械</a:t>
                      </a:r>
                      <a:r>
                        <a:rPr dirty="0" sz="2000" spc="5">
                          <a:latin typeface="楷体"/>
                          <a:cs typeface="楷体"/>
                        </a:rPr>
                        <a:t>能</a:t>
                      </a:r>
                      <a:endParaRPr sz="2000">
                        <a:latin typeface="楷体"/>
                        <a:cs typeface="楷体"/>
                      </a:endParaRPr>
                    </a:p>
                  </a:txBody>
                  <a:tcPr marL="0" marR="0" marB="0" marT="1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2897123" y="3144011"/>
            <a:ext cx="1848612" cy="975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97123" y="4314444"/>
            <a:ext cx="1848612" cy="9875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707752" y="3764648"/>
            <a:ext cx="375920" cy="95250"/>
          </a:xfrm>
          <a:custGeom>
            <a:avLst/>
            <a:gdLst/>
            <a:ahLst/>
            <a:cxnLst/>
            <a:rect l="l" t="t" r="r" b="b"/>
            <a:pathLst>
              <a:path w="375920" h="95250">
                <a:moveTo>
                  <a:pt x="95250" y="95250"/>
                </a:moveTo>
                <a:lnTo>
                  <a:pt x="0" y="47625"/>
                </a:lnTo>
                <a:lnTo>
                  <a:pt x="95250" y="0"/>
                </a:lnTo>
                <a:lnTo>
                  <a:pt x="63500" y="31750"/>
                </a:lnTo>
                <a:lnTo>
                  <a:pt x="35725" y="31750"/>
                </a:lnTo>
                <a:lnTo>
                  <a:pt x="35725" y="63500"/>
                </a:lnTo>
                <a:lnTo>
                  <a:pt x="63500" y="63500"/>
                </a:lnTo>
                <a:lnTo>
                  <a:pt x="95250" y="95250"/>
                </a:lnTo>
                <a:close/>
              </a:path>
              <a:path w="375920" h="95250">
                <a:moveTo>
                  <a:pt x="63500" y="63500"/>
                </a:moveTo>
                <a:lnTo>
                  <a:pt x="35725" y="63500"/>
                </a:lnTo>
                <a:lnTo>
                  <a:pt x="35725" y="31750"/>
                </a:lnTo>
                <a:lnTo>
                  <a:pt x="63500" y="31750"/>
                </a:lnTo>
                <a:lnTo>
                  <a:pt x="47625" y="47625"/>
                </a:lnTo>
                <a:lnTo>
                  <a:pt x="63500" y="63500"/>
                </a:lnTo>
                <a:close/>
              </a:path>
              <a:path w="375920" h="95250">
                <a:moveTo>
                  <a:pt x="375513" y="63500"/>
                </a:moveTo>
                <a:lnTo>
                  <a:pt x="63500" y="63500"/>
                </a:lnTo>
                <a:lnTo>
                  <a:pt x="47625" y="47625"/>
                </a:lnTo>
                <a:lnTo>
                  <a:pt x="63500" y="31750"/>
                </a:lnTo>
                <a:lnTo>
                  <a:pt x="375513" y="31750"/>
                </a:lnTo>
                <a:lnTo>
                  <a:pt x="37551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86237" y="3753675"/>
            <a:ext cx="447040" cy="95250"/>
          </a:xfrm>
          <a:custGeom>
            <a:avLst/>
            <a:gdLst/>
            <a:ahLst/>
            <a:cxnLst/>
            <a:rect l="l" t="t" r="r" b="b"/>
            <a:pathLst>
              <a:path w="447039" h="95250">
                <a:moveTo>
                  <a:pt x="382501" y="30740"/>
                </a:moveTo>
                <a:lnTo>
                  <a:pt x="349770" y="0"/>
                </a:lnTo>
                <a:lnTo>
                  <a:pt x="414502" y="29870"/>
                </a:lnTo>
                <a:lnTo>
                  <a:pt x="410260" y="29870"/>
                </a:lnTo>
                <a:lnTo>
                  <a:pt x="382501" y="30740"/>
                </a:lnTo>
                <a:close/>
              </a:path>
              <a:path w="447039" h="95250">
                <a:moveTo>
                  <a:pt x="383490" y="62465"/>
                </a:moveTo>
                <a:lnTo>
                  <a:pt x="398856" y="46100"/>
                </a:lnTo>
                <a:lnTo>
                  <a:pt x="382501" y="30740"/>
                </a:lnTo>
                <a:lnTo>
                  <a:pt x="410260" y="29870"/>
                </a:lnTo>
                <a:lnTo>
                  <a:pt x="411251" y="61595"/>
                </a:lnTo>
                <a:lnTo>
                  <a:pt x="383490" y="62465"/>
                </a:lnTo>
                <a:close/>
              </a:path>
              <a:path w="447039" h="95250">
                <a:moveTo>
                  <a:pt x="352755" y="95199"/>
                </a:moveTo>
                <a:lnTo>
                  <a:pt x="383490" y="62465"/>
                </a:lnTo>
                <a:lnTo>
                  <a:pt x="411251" y="61595"/>
                </a:lnTo>
                <a:lnTo>
                  <a:pt x="410260" y="29870"/>
                </a:lnTo>
                <a:lnTo>
                  <a:pt x="414502" y="29870"/>
                </a:lnTo>
                <a:lnTo>
                  <a:pt x="446455" y="44615"/>
                </a:lnTo>
                <a:lnTo>
                  <a:pt x="352755" y="95199"/>
                </a:lnTo>
                <a:close/>
              </a:path>
              <a:path w="447039" h="95250">
                <a:moveTo>
                  <a:pt x="990" y="74460"/>
                </a:moveTo>
                <a:lnTo>
                  <a:pt x="0" y="42735"/>
                </a:lnTo>
                <a:lnTo>
                  <a:pt x="382501" y="30740"/>
                </a:lnTo>
                <a:lnTo>
                  <a:pt x="398856" y="46100"/>
                </a:lnTo>
                <a:lnTo>
                  <a:pt x="383490" y="62465"/>
                </a:lnTo>
                <a:lnTo>
                  <a:pt x="990" y="7446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438766" y="4970945"/>
            <a:ext cx="375920" cy="95250"/>
          </a:xfrm>
          <a:custGeom>
            <a:avLst/>
            <a:gdLst/>
            <a:ahLst/>
            <a:cxnLst/>
            <a:rect l="l" t="t" r="r" b="b"/>
            <a:pathLst>
              <a:path w="375920" h="95250">
                <a:moveTo>
                  <a:pt x="95250" y="95250"/>
                </a:moveTo>
                <a:lnTo>
                  <a:pt x="0" y="47625"/>
                </a:lnTo>
                <a:lnTo>
                  <a:pt x="95250" y="0"/>
                </a:lnTo>
                <a:lnTo>
                  <a:pt x="63500" y="31750"/>
                </a:lnTo>
                <a:lnTo>
                  <a:pt x="35725" y="31750"/>
                </a:lnTo>
                <a:lnTo>
                  <a:pt x="35725" y="63500"/>
                </a:lnTo>
                <a:lnTo>
                  <a:pt x="63500" y="63500"/>
                </a:lnTo>
                <a:lnTo>
                  <a:pt x="95250" y="95250"/>
                </a:lnTo>
                <a:close/>
              </a:path>
              <a:path w="375920" h="95250">
                <a:moveTo>
                  <a:pt x="63500" y="63500"/>
                </a:moveTo>
                <a:lnTo>
                  <a:pt x="35725" y="63500"/>
                </a:lnTo>
                <a:lnTo>
                  <a:pt x="35725" y="31750"/>
                </a:lnTo>
                <a:lnTo>
                  <a:pt x="63500" y="31750"/>
                </a:lnTo>
                <a:lnTo>
                  <a:pt x="47625" y="47625"/>
                </a:lnTo>
                <a:lnTo>
                  <a:pt x="63500" y="63500"/>
                </a:lnTo>
                <a:close/>
              </a:path>
              <a:path w="375920" h="95250">
                <a:moveTo>
                  <a:pt x="375513" y="63500"/>
                </a:moveTo>
                <a:lnTo>
                  <a:pt x="63500" y="63500"/>
                </a:lnTo>
                <a:lnTo>
                  <a:pt x="47625" y="47625"/>
                </a:lnTo>
                <a:lnTo>
                  <a:pt x="63500" y="31750"/>
                </a:lnTo>
                <a:lnTo>
                  <a:pt x="375513" y="31750"/>
                </a:lnTo>
                <a:lnTo>
                  <a:pt x="375513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364560" y="5144490"/>
            <a:ext cx="450215" cy="95250"/>
          </a:xfrm>
          <a:custGeom>
            <a:avLst/>
            <a:gdLst/>
            <a:ahLst/>
            <a:cxnLst/>
            <a:rect l="l" t="t" r="r" b="b"/>
            <a:pathLst>
              <a:path w="450214" h="95250">
                <a:moveTo>
                  <a:pt x="95250" y="95250"/>
                </a:moveTo>
                <a:lnTo>
                  <a:pt x="0" y="47625"/>
                </a:lnTo>
                <a:lnTo>
                  <a:pt x="95250" y="0"/>
                </a:lnTo>
                <a:lnTo>
                  <a:pt x="63500" y="31750"/>
                </a:lnTo>
                <a:lnTo>
                  <a:pt x="35712" y="31750"/>
                </a:lnTo>
                <a:lnTo>
                  <a:pt x="35712" y="63500"/>
                </a:lnTo>
                <a:lnTo>
                  <a:pt x="63500" y="63500"/>
                </a:lnTo>
                <a:lnTo>
                  <a:pt x="95250" y="95250"/>
                </a:lnTo>
                <a:close/>
              </a:path>
              <a:path w="450214" h="95250">
                <a:moveTo>
                  <a:pt x="63500" y="63500"/>
                </a:moveTo>
                <a:lnTo>
                  <a:pt x="35712" y="63500"/>
                </a:lnTo>
                <a:lnTo>
                  <a:pt x="35712" y="31750"/>
                </a:lnTo>
                <a:lnTo>
                  <a:pt x="63500" y="31750"/>
                </a:lnTo>
                <a:lnTo>
                  <a:pt x="47625" y="47625"/>
                </a:lnTo>
                <a:lnTo>
                  <a:pt x="63500" y="63500"/>
                </a:lnTo>
                <a:close/>
              </a:path>
              <a:path w="450214" h="95250">
                <a:moveTo>
                  <a:pt x="449719" y="63500"/>
                </a:moveTo>
                <a:lnTo>
                  <a:pt x="63500" y="63500"/>
                </a:lnTo>
                <a:lnTo>
                  <a:pt x="47625" y="47625"/>
                </a:lnTo>
                <a:lnTo>
                  <a:pt x="63500" y="31750"/>
                </a:lnTo>
                <a:lnTo>
                  <a:pt x="449719" y="31750"/>
                </a:lnTo>
                <a:lnTo>
                  <a:pt x="449719" y="635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/>
              <a:t>高中物</a:t>
            </a:r>
            <a:r>
              <a:rPr dirty="0" spc="5"/>
              <a:t>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2025-04-20T10:10:09Z</dcterms:created>
  <dcterms:modified xsi:type="dcterms:W3CDTF">2025-04-20T10:10:09Z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